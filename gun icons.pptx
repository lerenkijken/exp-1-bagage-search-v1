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kian, A. (Andre)" userId="dd9c739f-814d-401d-9bd8-11f030326f0c" providerId="ADAL" clId="{5BB244C9-48C8-47E5-B2EB-129BC4C18FA2}"/>
    <pc:docChg chg="undo custSel addSld modSld">
      <pc:chgData name="Sahakian, A. (Andre)" userId="dd9c739f-814d-401d-9bd8-11f030326f0c" providerId="ADAL" clId="{5BB244C9-48C8-47E5-B2EB-129BC4C18FA2}" dt="2026-02-24T11:54:12.584" v="178" actId="478"/>
      <pc:docMkLst>
        <pc:docMk/>
      </pc:docMkLst>
      <pc:sldChg chg="addSp delSp modSp mod">
        <pc:chgData name="Sahakian, A. (Andre)" userId="dd9c739f-814d-401d-9bd8-11f030326f0c" providerId="ADAL" clId="{5BB244C9-48C8-47E5-B2EB-129BC4C18FA2}" dt="2026-02-24T11:53:16.732" v="160" actId="1076"/>
        <pc:sldMkLst>
          <pc:docMk/>
          <pc:sldMk cId="1089530977" sldId="256"/>
        </pc:sldMkLst>
        <pc:spChg chg="mod">
          <ac:chgData name="Sahakian, A. (Andre)" userId="dd9c739f-814d-401d-9bd8-11f030326f0c" providerId="ADAL" clId="{5BB244C9-48C8-47E5-B2EB-129BC4C18FA2}" dt="2026-02-24T11:42:06.456" v="32" actId="1076"/>
          <ac:spMkLst>
            <pc:docMk/>
            <pc:sldMk cId="1089530977" sldId="256"/>
            <ac:spMk id="6" creationId="{B0631F50-DD11-7C87-0B21-10F4F89F317F}"/>
          </ac:spMkLst>
        </pc:spChg>
        <pc:spChg chg="del mod">
          <ac:chgData name="Sahakian, A. (Andre)" userId="dd9c739f-814d-401d-9bd8-11f030326f0c" providerId="ADAL" clId="{5BB244C9-48C8-47E5-B2EB-129BC4C18FA2}" dt="2026-02-24T11:38:59.170" v="4" actId="478"/>
          <ac:spMkLst>
            <pc:docMk/>
            <pc:sldMk cId="1089530977" sldId="256"/>
            <ac:spMk id="18" creationId="{FDF8D736-646F-58A1-A968-169474B9DB08}"/>
          </ac:spMkLst>
        </pc:spChg>
        <pc:spChg chg="del">
          <ac:chgData name="Sahakian, A. (Andre)" userId="dd9c739f-814d-401d-9bd8-11f030326f0c" providerId="ADAL" clId="{5BB244C9-48C8-47E5-B2EB-129BC4C18FA2}" dt="2026-02-24T11:38:59.170" v="4" actId="478"/>
          <ac:spMkLst>
            <pc:docMk/>
            <pc:sldMk cId="1089530977" sldId="256"/>
            <ac:spMk id="19" creationId="{079F23E7-4521-D98F-DC0D-31333BD5AD8B}"/>
          </ac:spMkLst>
        </pc:spChg>
        <pc:spChg chg="del mod">
          <ac:chgData name="Sahakian, A. (Andre)" userId="dd9c739f-814d-401d-9bd8-11f030326f0c" providerId="ADAL" clId="{5BB244C9-48C8-47E5-B2EB-129BC4C18FA2}" dt="2026-02-24T11:45:10.066" v="47" actId="21"/>
          <ac:spMkLst>
            <pc:docMk/>
            <pc:sldMk cId="1089530977" sldId="256"/>
            <ac:spMk id="30" creationId="{7EAFCCE1-97C6-A886-C3CB-3750AEC41125}"/>
          </ac:spMkLst>
        </pc:spChg>
        <pc:spChg chg="add mod">
          <ac:chgData name="Sahakian, A. (Andre)" userId="dd9c739f-814d-401d-9bd8-11f030326f0c" providerId="ADAL" clId="{5BB244C9-48C8-47E5-B2EB-129BC4C18FA2}" dt="2026-02-24T11:50:32.301" v="126" actId="1076"/>
          <ac:spMkLst>
            <pc:docMk/>
            <pc:sldMk cId="1089530977" sldId="256"/>
            <ac:spMk id="45" creationId="{8A28676F-DB29-FF01-5F43-FA945B117E34}"/>
          </ac:spMkLst>
        </pc:spChg>
        <pc:spChg chg="add mod">
          <ac:chgData name="Sahakian, A. (Andre)" userId="dd9c739f-814d-401d-9bd8-11f030326f0c" providerId="ADAL" clId="{5BB244C9-48C8-47E5-B2EB-129BC4C18FA2}" dt="2026-02-24T11:52:54.546" v="157" actId="14100"/>
          <ac:spMkLst>
            <pc:docMk/>
            <pc:sldMk cId="1089530977" sldId="256"/>
            <ac:spMk id="46" creationId="{FDE0C240-E4F4-4B0E-28BF-7BB7D7D260F5}"/>
          </ac:spMkLst>
        </pc:spChg>
        <pc:picChg chg="add del mod">
          <ac:chgData name="Sahakian, A. (Andre)" userId="dd9c739f-814d-401d-9bd8-11f030326f0c" providerId="ADAL" clId="{5BB244C9-48C8-47E5-B2EB-129BC4C18FA2}" dt="2026-02-24T11:43:30.286" v="38" actId="478"/>
          <ac:picMkLst>
            <pc:docMk/>
            <pc:sldMk cId="1089530977" sldId="256"/>
            <ac:picMk id="27" creationId="{859B780B-4D44-EE31-1278-D338CC69798A}"/>
          </ac:picMkLst>
        </pc:picChg>
        <pc:picChg chg="add mod">
          <ac:chgData name="Sahakian, A. (Andre)" userId="dd9c739f-814d-401d-9bd8-11f030326f0c" providerId="ADAL" clId="{5BB244C9-48C8-47E5-B2EB-129BC4C18FA2}" dt="2026-02-24T11:38:55.774" v="3" actId="1076"/>
          <ac:picMkLst>
            <pc:docMk/>
            <pc:sldMk cId="1089530977" sldId="256"/>
            <ac:picMk id="32" creationId="{2B866EA0-B785-A034-FB9D-F71AA260CF0E}"/>
          </ac:picMkLst>
        </pc:picChg>
        <pc:picChg chg="add mod">
          <ac:chgData name="Sahakian, A. (Andre)" userId="dd9c739f-814d-401d-9bd8-11f030326f0c" providerId="ADAL" clId="{5BB244C9-48C8-47E5-B2EB-129BC4C18FA2}" dt="2026-02-24T11:39:10.661" v="7" actId="1076"/>
          <ac:picMkLst>
            <pc:docMk/>
            <pc:sldMk cId="1089530977" sldId="256"/>
            <ac:picMk id="34" creationId="{9A2E4E6A-78FE-3B89-B9E1-39B4E5772AAD}"/>
          </ac:picMkLst>
        </pc:picChg>
        <pc:picChg chg="add mod">
          <ac:chgData name="Sahakian, A. (Andre)" userId="dd9c739f-814d-401d-9bd8-11f030326f0c" providerId="ADAL" clId="{5BB244C9-48C8-47E5-B2EB-129BC4C18FA2}" dt="2026-02-24T11:50:18.816" v="123" actId="1076"/>
          <ac:picMkLst>
            <pc:docMk/>
            <pc:sldMk cId="1089530977" sldId="256"/>
            <ac:picMk id="36" creationId="{E261392C-1EBE-2B65-C1CC-74AC8A746115}"/>
          </ac:picMkLst>
        </pc:picChg>
        <pc:picChg chg="add mod">
          <ac:chgData name="Sahakian, A. (Andre)" userId="dd9c739f-814d-401d-9bd8-11f030326f0c" providerId="ADAL" clId="{5BB244C9-48C8-47E5-B2EB-129BC4C18FA2}" dt="2026-02-24T11:40:02.552" v="26" actId="1076"/>
          <ac:picMkLst>
            <pc:docMk/>
            <pc:sldMk cId="1089530977" sldId="256"/>
            <ac:picMk id="38" creationId="{36FE1A3E-036F-947B-FFF9-BB38D29A7D7F}"/>
          </ac:picMkLst>
        </pc:picChg>
        <pc:picChg chg="add mod">
          <ac:chgData name="Sahakian, A. (Andre)" userId="dd9c739f-814d-401d-9bd8-11f030326f0c" providerId="ADAL" clId="{5BB244C9-48C8-47E5-B2EB-129BC4C18FA2}" dt="2026-02-24T11:40:01.280" v="25" actId="1076"/>
          <ac:picMkLst>
            <pc:docMk/>
            <pc:sldMk cId="1089530977" sldId="256"/>
            <ac:picMk id="40" creationId="{DCB9585A-A611-8B34-8975-E3401F5877A9}"/>
          </ac:picMkLst>
        </pc:picChg>
        <pc:picChg chg="add mod">
          <ac:chgData name="Sahakian, A. (Andre)" userId="dd9c739f-814d-401d-9bd8-11f030326f0c" providerId="ADAL" clId="{5BB244C9-48C8-47E5-B2EB-129BC4C18FA2}" dt="2026-02-24T11:40:10.789" v="30" actId="1076"/>
          <ac:picMkLst>
            <pc:docMk/>
            <pc:sldMk cId="1089530977" sldId="256"/>
            <ac:picMk id="42" creationId="{A6A93F7D-305E-D973-0BFB-B69353331D3E}"/>
          </ac:picMkLst>
        </pc:picChg>
        <pc:picChg chg="add mod">
          <ac:chgData name="Sahakian, A. (Andre)" userId="dd9c739f-814d-401d-9bd8-11f030326f0c" providerId="ADAL" clId="{5BB244C9-48C8-47E5-B2EB-129BC4C18FA2}" dt="2026-02-24T11:42:54.988" v="36" actId="1076"/>
          <ac:picMkLst>
            <pc:docMk/>
            <pc:sldMk cId="1089530977" sldId="256"/>
            <ac:picMk id="44" creationId="{145A0CD8-E07A-0B7C-64A4-B909FD771CC4}"/>
          </ac:picMkLst>
        </pc:picChg>
        <pc:picChg chg="add mod">
          <ac:chgData name="Sahakian, A. (Andre)" userId="dd9c739f-814d-401d-9bd8-11f030326f0c" providerId="ADAL" clId="{5BB244C9-48C8-47E5-B2EB-129BC4C18FA2}" dt="2026-02-24T11:53:16.732" v="160" actId="1076"/>
          <ac:picMkLst>
            <pc:docMk/>
            <pc:sldMk cId="1089530977" sldId="256"/>
            <ac:picMk id="48" creationId="{A2B9C76E-D0E9-7FD8-ECCC-F688C4253B07}"/>
          </ac:picMkLst>
        </pc:picChg>
      </pc:sldChg>
      <pc:sldChg chg="addSp delSp modSp new mod">
        <pc:chgData name="Sahakian, A. (Andre)" userId="dd9c739f-814d-401d-9bd8-11f030326f0c" providerId="ADAL" clId="{5BB244C9-48C8-47E5-B2EB-129BC4C18FA2}" dt="2026-02-24T11:54:12.584" v="178" actId="478"/>
        <pc:sldMkLst>
          <pc:docMk/>
          <pc:sldMk cId="163052455" sldId="257"/>
        </pc:sldMkLst>
        <pc:spChg chg="add del mod">
          <ac:chgData name="Sahakian, A. (Andre)" userId="dd9c739f-814d-401d-9bd8-11f030326f0c" providerId="ADAL" clId="{5BB244C9-48C8-47E5-B2EB-129BC4C18FA2}" dt="2026-02-24T11:53:20.094" v="162" actId="478"/>
          <ac:spMkLst>
            <pc:docMk/>
            <pc:sldMk cId="163052455" sldId="257"/>
            <ac:spMk id="2" creationId="{33AF9405-0DEF-C97F-86F6-11131AA09401}"/>
          </ac:spMkLst>
        </pc:spChg>
        <pc:spChg chg="add mod">
          <ac:chgData name="Sahakian, A. (Andre)" userId="dd9c739f-814d-401d-9bd8-11f030326f0c" providerId="ADAL" clId="{5BB244C9-48C8-47E5-B2EB-129BC4C18FA2}" dt="2026-02-24T11:47:27.004" v="86" actId="571"/>
          <ac:spMkLst>
            <pc:docMk/>
            <pc:sldMk cId="163052455" sldId="257"/>
            <ac:spMk id="3" creationId="{22B20F8D-0680-81B1-32B0-21D27C2DA59A}"/>
          </ac:spMkLst>
        </pc:spChg>
        <pc:spChg chg="del mod">
          <ac:chgData name="Sahakian, A. (Andre)" userId="dd9c739f-814d-401d-9bd8-11f030326f0c" providerId="ADAL" clId="{5BB244C9-48C8-47E5-B2EB-129BC4C18FA2}" dt="2026-02-24T11:54:12.584" v="178" actId="478"/>
          <ac:spMkLst>
            <pc:docMk/>
            <pc:sldMk cId="163052455" sldId="257"/>
            <ac:spMk id="12" creationId="{5BD6C19F-2884-179F-FD7C-0BFAC01A1ECD}"/>
          </ac:spMkLst>
        </pc:spChg>
        <pc:spChg chg="add del mod">
          <ac:chgData name="Sahakian, A. (Andre)" userId="dd9c739f-814d-401d-9bd8-11f030326f0c" providerId="ADAL" clId="{5BB244C9-48C8-47E5-B2EB-129BC4C18FA2}" dt="2026-02-24T11:53:19.246" v="161" actId="478"/>
          <ac:spMkLst>
            <pc:docMk/>
            <pc:sldMk cId="163052455" sldId="257"/>
            <ac:spMk id="30" creationId="{7EAFCCE1-97C6-A886-C3CB-3750AEC41125}"/>
          </ac:spMkLst>
        </pc:spChg>
        <pc:picChg chg="add del mod">
          <ac:chgData name="Sahakian, A. (Andre)" userId="dd9c739f-814d-401d-9bd8-11f030326f0c" providerId="ADAL" clId="{5BB244C9-48C8-47E5-B2EB-129BC4C18FA2}" dt="2026-02-24T11:53:51.574" v="174" actId="478"/>
          <ac:picMkLst>
            <pc:docMk/>
            <pc:sldMk cId="163052455" sldId="257"/>
            <ac:picMk id="5" creationId="{657EB124-B8AC-5A7E-1923-06BCF2EFE538}"/>
          </ac:picMkLst>
        </pc:picChg>
        <pc:picChg chg="add del mod">
          <ac:chgData name="Sahakian, A. (Andre)" userId="dd9c739f-814d-401d-9bd8-11f030326f0c" providerId="ADAL" clId="{5BB244C9-48C8-47E5-B2EB-129BC4C18FA2}" dt="2026-02-24T11:53:49.912" v="173" actId="478"/>
          <ac:picMkLst>
            <pc:docMk/>
            <pc:sldMk cId="163052455" sldId="257"/>
            <ac:picMk id="7" creationId="{861DB0E4-533D-4945-4772-C87B8FB1E785}"/>
          </ac:picMkLst>
        </pc:picChg>
        <pc:picChg chg="add del mod">
          <ac:chgData name="Sahakian, A. (Andre)" userId="dd9c739f-814d-401d-9bd8-11f030326f0c" providerId="ADAL" clId="{5BB244C9-48C8-47E5-B2EB-129BC4C18FA2}" dt="2026-02-24T11:54:01.276" v="177" actId="27803"/>
          <ac:picMkLst>
            <pc:docMk/>
            <pc:sldMk cId="163052455" sldId="257"/>
            <ac:picMk id="9" creationId="{5BD6C19F-2884-179F-FD7C-0BFAC01A1ECD}"/>
          </ac:picMkLst>
        </pc:picChg>
        <pc:picChg chg="add del mod">
          <ac:chgData name="Sahakian, A. (Andre)" userId="dd9c739f-814d-401d-9bd8-11f030326f0c" providerId="ADAL" clId="{5BB244C9-48C8-47E5-B2EB-129BC4C18FA2}" dt="2026-02-24T11:53:54.401" v="176" actId="478"/>
          <ac:picMkLst>
            <pc:docMk/>
            <pc:sldMk cId="163052455" sldId="257"/>
            <ac:picMk id="11" creationId="{966BAA4F-8F37-9202-42C8-6D7C3A093F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CE55-17B6-CAAF-4971-896A414E1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71B2C-A556-F5DA-AE98-D1470645E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7A01A-258D-8797-51FA-9F3AA7D4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550DB-9C66-DDAB-98F8-DBD0954F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80C6D-20D5-1121-6AB1-834F781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6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B2CA-943D-E262-4603-FBC1CE08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74B4C-9A80-D2DC-7DED-275BD701F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24D37-1632-B756-A9F4-6DC1D8D6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F304-FA54-9D95-DBFB-F2BE1063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463A2-DA21-0B57-023A-103005AA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C70B-AA85-0BF7-3C08-4C529BEA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5F44E-DE8C-C98B-2576-B85EA47AA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CEF15-D2C8-F891-845A-95BCFB09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46456-9158-2DDB-5BA9-2312E597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3889-78B2-37F4-F45A-7FE1A388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1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A247-C9EB-9D57-8FBF-02FE4D13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47801-FD29-5B92-AE55-D46CD3178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2377F-880D-483D-3066-5601D6A38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C0872-7914-0CB3-A7FE-57A4BE45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FEF40-83A7-27F2-1FDD-B5163007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0755A-AF8B-965B-5FD9-38B7A8BF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8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3707-B40B-11F9-DADE-BFC64FD1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F6B61-42E4-DD5D-811E-FF367B43B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D740-49B1-27BB-9996-DE95E2438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3AB10-C3D9-5467-FE4B-A42943D9F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E83FC-CC6F-591C-D4DF-BDBF3C491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00BD46-2622-4610-223F-B5B26BB8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792DF5-0CA6-D1A0-19BF-A3347DB3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D1D9F-1751-C01F-D76E-072091CF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7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53A8-E925-79B1-5D90-C1B345C7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9391B-88DF-2AE8-9464-A617741B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4D9A3-35F0-403F-B4AF-195B91B0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FFBB2-BD5E-A7EA-E81A-3B5CB4EC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5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86849-E03C-158D-D0B2-9B5E37953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F7427-47DB-2E06-BC95-B6DE3026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FDF91-C2E5-8D1E-6C7E-88A5E17D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8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5650-77A6-35D6-99BE-1CAE0AA8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B1590-5740-1F67-CD48-3981AA734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9AAF8-BB43-2502-9BAA-7C45EB4CA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98F1C-2E30-985B-A4FA-AB5D1175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E0062-83B8-B2EB-E918-2EA1AD65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01EC-219A-6607-3E58-9032F6B8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3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44FD-03A6-8E4A-9FB2-F069764B5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28947-DA9B-B293-22BD-1A59277BB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387B9-020C-569B-1A22-A2ED9699B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B2B99-5F04-5FF6-7612-CF7F0AEA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15E46-D222-2E4D-1623-615F3935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A13A3-7293-534E-D6ED-61656830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47A1-6FD8-203E-568D-6D28689E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A1659-9B3F-8289-78D2-B5A501485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7CDAE-41F1-AD60-1D3A-B33D6297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DB410-21E4-1E87-B7CA-AFE4D40F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C2B2E-8E09-4DD0-467B-9C3EC600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8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DB7E9-6D8E-0094-5C87-75763F374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58A82-5C35-EC2B-9620-4A642B484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15569-B466-7250-166F-AF732575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E002-1339-EC03-544A-DBBA08DB4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B2C07-CAB7-420C-FC80-F4E3D74F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7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21A12-81F4-AA88-FB38-9A373966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E4F7C-10DD-FE1A-8631-64256330F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7E5D0-ABEF-FEFF-8A41-CAFEE6BC8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2F4A-18C5-4925-9CF2-8FEB12AF701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072C7-DE4D-F07F-2A04-1DB99FA9C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3E2A5-0AA6-7914-8D4F-A5BC0B42C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ECE39-1F1C-4D72-9EF0-5EC43D26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3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>
            <a:extLst>
              <a:ext uri="{FF2B5EF4-FFF2-40B4-BE49-F238E27FC236}">
                <a16:creationId xmlns:a16="http://schemas.microsoft.com/office/drawing/2014/main" id="{B0631F50-DD11-7C87-0B21-10F4F89F317F}"/>
              </a:ext>
            </a:extLst>
          </p:cNvPr>
          <p:cNvSpPr/>
          <p:nvPr/>
        </p:nvSpPr>
        <p:spPr>
          <a:xfrm rot="13334703">
            <a:off x="5743618" y="4016538"/>
            <a:ext cx="1305546" cy="1782169"/>
          </a:xfrm>
          <a:custGeom>
            <a:avLst/>
            <a:gdLst>
              <a:gd name="connsiteX0" fmla="*/ 1105961 w 1421617"/>
              <a:gd name="connsiteY0" fmla="*/ 125418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96763 w 1421617"/>
              <a:gd name="connsiteY52" fmla="*/ 1238819 h 1339889"/>
              <a:gd name="connsiteX53" fmla="*/ 102490 w 1421617"/>
              <a:gd name="connsiteY53" fmla="*/ 1242791 h 1339889"/>
              <a:gd name="connsiteX54" fmla="*/ 243122 w 1421617"/>
              <a:gd name="connsiteY54" fmla="*/ 1189413 h 1339889"/>
              <a:gd name="connsiteX55" fmla="*/ 160912 w 1421617"/>
              <a:gd name="connsiteY55" fmla="*/ 106569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96763 w 1421617"/>
              <a:gd name="connsiteY52" fmla="*/ 1238819 h 1339889"/>
              <a:gd name="connsiteX53" fmla="*/ 102490 w 1421617"/>
              <a:gd name="connsiteY53" fmla="*/ 1242791 h 1339889"/>
              <a:gd name="connsiteX54" fmla="*/ 243122 w 1421617"/>
              <a:gd name="connsiteY54" fmla="*/ 1189413 h 1339889"/>
              <a:gd name="connsiteX55" fmla="*/ 252352 w 1421617"/>
              <a:gd name="connsiteY55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96763 w 1421617"/>
              <a:gd name="connsiteY53" fmla="*/ 1238819 h 1339889"/>
              <a:gd name="connsiteX54" fmla="*/ 102490 w 1421617"/>
              <a:gd name="connsiteY54" fmla="*/ 1242791 h 1339889"/>
              <a:gd name="connsiteX55" fmla="*/ 252352 w 1421617"/>
              <a:gd name="connsiteY55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96763 w 1421617"/>
              <a:gd name="connsiteY53" fmla="*/ 1238819 h 1339889"/>
              <a:gd name="connsiteX54" fmla="*/ 252352 w 1421617"/>
              <a:gd name="connsiteY54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252352 w 1421617"/>
              <a:gd name="connsiteY53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43018 w 1421617"/>
              <a:gd name="connsiteY23" fmla="*/ 1339889 h 1339889"/>
              <a:gd name="connsiteX24" fmla="*/ 1760 w 1421617"/>
              <a:gd name="connsiteY24" fmla="*/ 1284225 h 1339889"/>
              <a:gd name="connsiteX25" fmla="*/ 6059 w 1421617"/>
              <a:gd name="connsiteY25" fmla="*/ 1272547 h 1339889"/>
              <a:gd name="connsiteX26" fmla="*/ 140173 w 1421617"/>
              <a:gd name="connsiteY26" fmla="*/ 1001370 h 1339889"/>
              <a:gd name="connsiteX27" fmla="*/ 158668 w 1421617"/>
              <a:gd name="connsiteY27" fmla="*/ 976663 h 1339889"/>
              <a:gd name="connsiteX28" fmla="*/ 539213 w 1421617"/>
              <a:gd name="connsiteY28" fmla="*/ 606640 h 1339889"/>
              <a:gd name="connsiteX29" fmla="*/ 948189 w 1421617"/>
              <a:gd name="connsiteY29" fmla="*/ 216620 h 1339889"/>
              <a:gd name="connsiteX30" fmla="*/ 1027761 w 1421617"/>
              <a:gd name="connsiteY30" fmla="*/ 146431 h 1339889"/>
              <a:gd name="connsiteX31" fmla="*/ 1105961 w 1421617"/>
              <a:gd name="connsiteY31" fmla="*/ 125418 h 1339889"/>
              <a:gd name="connsiteX32" fmla="*/ 160912 w 1421617"/>
              <a:gd name="connsiteY32" fmla="*/ 1065693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252352 w 1421617"/>
              <a:gd name="connsiteY52" fmla="*/ 1157133 h 1339889"/>
              <a:gd name="connsiteX0" fmla="*/ 159152 w 1419857"/>
              <a:gd name="connsiteY0" fmla="*/ 1065693 h 1284225"/>
              <a:gd name="connsiteX1" fmla="*/ 1144835 w 1419857"/>
              <a:gd name="connsiteY1" fmla="*/ 86936 h 1284225"/>
              <a:gd name="connsiteX2" fmla="*/ 1078598 w 1419857"/>
              <a:gd name="connsiteY2" fmla="*/ 66445 h 1284225"/>
              <a:gd name="connsiteX3" fmla="*/ 994178 w 1419857"/>
              <a:gd name="connsiteY3" fmla="*/ 95568 h 1284225"/>
              <a:gd name="connsiteX4" fmla="*/ 860724 w 1419857"/>
              <a:gd name="connsiteY4" fmla="*/ 197960 h 1284225"/>
              <a:gd name="connsiteX5" fmla="*/ 693803 w 1419857"/>
              <a:gd name="connsiteY5" fmla="*/ 338749 h 1284225"/>
              <a:gd name="connsiteX6" fmla="*/ 606090 w 1419857"/>
              <a:gd name="connsiteY6" fmla="*/ 384852 h 1284225"/>
              <a:gd name="connsiteX7" fmla="*/ 585623 w 1419857"/>
              <a:gd name="connsiteY7" fmla="*/ 385126 h 1284225"/>
              <a:gd name="connsiteX8" fmla="*/ 594372 w 1419857"/>
              <a:gd name="connsiteY8" fmla="*/ 350025 h 1284225"/>
              <a:gd name="connsiteX9" fmla="*/ 642873 w 1419857"/>
              <a:gd name="connsiteY9" fmla="*/ 289715 h 1284225"/>
              <a:gd name="connsiteX10" fmla="*/ 888643 w 1419857"/>
              <a:gd name="connsiteY10" fmla="*/ 87405 h 1284225"/>
              <a:gd name="connsiteX11" fmla="*/ 1005894 w 1419857"/>
              <a:gd name="connsiteY11" fmla="*/ 17254 h 1284225"/>
              <a:gd name="connsiteX12" fmla="*/ 1197670 w 1419857"/>
              <a:gd name="connsiteY12" fmla="*/ 46168 h 1284225"/>
              <a:gd name="connsiteX13" fmla="*/ 1276509 w 1419857"/>
              <a:gd name="connsiteY13" fmla="*/ 19698 h 1284225"/>
              <a:gd name="connsiteX14" fmla="*/ 1343898 w 1419857"/>
              <a:gd name="connsiteY14" fmla="*/ 23636 h 1284225"/>
              <a:gd name="connsiteX15" fmla="*/ 1396885 w 1419857"/>
              <a:gd name="connsiteY15" fmla="*/ 65479 h 1284225"/>
              <a:gd name="connsiteX16" fmla="*/ 1397724 w 1419857"/>
              <a:gd name="connsiteY16" fmla="*/ 202899 h 1284225"/>
              <a:gd name="connsiteX17" fmla="*/ 1287500 w 1419857"/>
              <a:gd name="connsiteY17" fmla="*/ 319755 h 1284225"/>
              <a:gd name="connsiteX18" fmla="*/ 1257478 w 1419857"/>
              <a:gd name="connsiteY18" fmla="*/ 401657 h 1284225"/>
              <a:gd name="connsiteX19" fmla="*/ 969908 w 1419857"/>
              <a:gd name="connsiteY19" fmla="*/ 674553 h 1284225"/>
              <a:gd name="connsiteX20" fmla="*/ 553619 w 1419857"/>
              <a:gd name="connsiteY20" fmla="*/ 1033060 h 1284225"/>
              <a:gd name="connsiteX21" fmla="*/ 404506 w 1419857"/>
              <a:gd name="connsiteY21" fmla="*/ 1165962 h 1284225"/>
              <a:gd name="connsiteX22" fmla="*/ 235196 w 1419857"/>
              <a:gd name="connsiteY22" fmla="*/ 1273481 h 1284225"/>
              <a:gd name="connsiteX23" fmla="*/ 0 w 1419857"/>
              <a:gd name="connsiteY23" fmla="*/ 1284225 h 1284225"/>
              <a:gd name="connsiteX24" fmla="*/ 4299 w 1419857"/>
              <a:gd name="connsiteY24" fmla="*/ 1272547 h 1284225"/>
              <a:gd name="connsiteX25" fmla="*/ 138413 w 1419857"/>
              <a:gd name="connsiteY25" fmla="*/ 1001370 h 1284225"/>
              <a:gd name="connsiteX26" fmla="*/ 156908 w 1419857"/>
              <a:gd name="connsiteY26" fmla="*/ 976663 h 1284225"/>
              <a:gd name="connsiteX27" fmla="*/ 537453 w 1419857"/>
              <a:gd name="connsiteY27" fmla="*/ 606640 h 1284225"/>
              <a:gd name="connsiteX28" fmla="*/ 946429 w 1419857"/>
              <a:gd name="connsiteY28" fmla="*/ 216620 h 1284225"/>
              <a:gd name="connsiteX29" fmla="*/ 1026001 w 1419857"/>
              <a:gd name="connsiteY29" fmla="*/ 146431 h 1284225"/>
              <a:gd name="connsiteX30" fmla="*/ 1104201 w 1419857"/>
              <a:gd name="connsiteY30" fmla="*/ 125418 h 1284225"/>
              <a:gd name="connsiteX31" fmla="*/ 159152 w 1419857"/>
              <a:gd name="connsiteY31" fmla="*/ 1065693 h 1284225"/>
              <a:gd name="connsiteX32" fmla="*/ 602124 w 1419857"/>
              <a:gd name="connsiteY32" fmla="*/ 899240 h 1284225"/>
              <a:gd name="connsiteX33" fmla="*/ 1193974 w 1419857"/>
              <a:gd name="connsiteY33" fmla="*/ 354416 h 1284225"/>
              <a:gd name="connsiteX34" fmla="*/ 1073655 w 1419857"/>
              <a:gd name="connsiteY34" fmla="*/ 193185 h 1284225"/>
              <a:gd name="connsiteX35" fmla="*/ 472545 w 1419857"/>
              <a:gd name="connsiteY35" fmla="*/ 761559 h 1284225"/>
              <a:gd name="connsiteX36" fmla="*/ 602124 w 1419857"/>
              <a:gd name="connsiteY36" fmla="*/ 899240 h 1284225"/>
              <a:gd name="connsiteX37" fmla="*/ 424764 w 1419857"/>
              <a:gd name="connsiteY37" fmla="*/ 808890 h 1284225"/>
              <a:gd name="connsiteX38" fmla="*/ 213316 w 1419857"/>
              <a:gd name="connsiteY38" fmla="*/ 1006314 h 1284225"/>
              <a:gd name="connsiteX39" fmla="*/ 322003 w 1419857"/>
              <a:gd name="connsiteY39" fmla="*/ 1148094 h 1284225"/>
              <a:gd name="connsiteX40" fmla="*/ 535264 w 1419857"/>
              <a:gd name="connsiteY40" fmla="*/ 953536 h 1284225"/>
              <a:gd name="connsiteX41" fmla="*/ 424764 w 1419857"/>
              <a:gd name="connsiteY41" fmla="*/ 808890 h 1284225"/>
              <a:gd name="connsiteX42" fmla="*/ 1226645 w 1419857"/>
              <a:gd name="connsiteY42" fmla="*/ 262011 h 1284225"/>
              <a:gd name="connsiteX43" fmla="*/ 1287681 w 1419857"/>
              <a:gd name="connsiteY43" fmla="*/ 215325 h 1284225"/>
              <a:gd name="connsiteX44" fmla="*/ 1338859 w 1419857"/>
              <a:gd name="connsiteY44" fmla="*/ 161357 h 1284225"/>
              <a:gd name="connsiteX45" fmla="*/ 1341098 w 1419857"/>
              <a:gd name="connsiteY45" fmla="*/ 102932 h 1284225"/>
              <a:gd name="connsiteX46" fmla="*/ 1289548 w 1419857"/>
              <a:gd name="connsiteY46" fmla="*/ 83390 h 1284225"/>
              <a:gd name="connsiteX47" fmla="*/ 1271356 w 1419857"/>
              <a:gd name="connsiteY47" fmla="*/ 87271 h 1284225"/>
              <a:gd name="connsiteX48" fmla="*/ 1144597 w 1419857"/>
              <a:gd name="connsiteY48" fmla="*/ 168499 h 1284225"/>
              <a:gd name="connsiteX49" fmla="*/ 1226645 w 1419857"/>
              <a:gd name="connsiteY49" fmla="*/ 262011 h 1284225"/>
              <a:gd name="connsiteX50" fmla="*/ 159152 w 1419857"/>
              <a:gd name="connsiteY50" fmla="*/ 1065693 h 1284225"/>
              <a:gd name="connsiteX51" fmla="*/ 250592 w 1419857"/>
              <a:gd name="connsiteY51" fmla="*/ 1157133 h 1284225"/>
              <a:gd name="connsiteX0" fmla="*/ 154853 w 1415558"/>
              <a:gd name="connsiteY0" fmla="*/ 1065693 h 1273481"/>
              <a:gd name="connsiteX1" fmla="*/ 1140536 w 1415558"/>
              <a:gd name="connsiteY1" fmla="*/ 86936 h 1273481"/>
              <a:gd name="connsiteX2" fmla="*/ 1074299 w 1415558"/>
              <a:gd name="connsiteY2" fmla="*/ 66445 h 1273481"/>
              <a:gd name="connsiteX3" fmla="*/ 989879 w 1415558"/>
              <a:gd name="connsiteY3" fmla="*/ 95568 h 1273481"/>
              <a:gd name="connsiteX4" fmla="*/ 856425 w 1415558"/>
              <a:gd name="connsiteY4" fmla="*/ 197960 h 1273481"/>
              <a:gd name="connsiteX5" fmla="*/ 689504 w 1415558"/>
              <a:gd name="connsiteY5" fmla="*/ 338749 h 1273481"/>
              <a:gd name="connsiteX6" fmla="*/ 601791 w 1415558"/>
              <a:gd name="connsiteY6" fmla="*/ 384852 h 1273481"/>
              <a:gd name="connsiteX7" fmla="*/ 581324 w 1415558"/>
              <a:gd name="connsiteY7" fmla="*/ 385126 h 1273481"/>
              <a:gd name="connsiteX8" fmla="*/ 590073 w 1415558"/>
              <a:gd name="connsiteY8" fmla="*/ 350025 h 1273481"/>
              <a:gd name="connsiteX9" fmla="*/ 638574 w 1415558"/>
              <a:gd name="connsiteY9" fmla="*/ 289715 h 1273481"/>
              <a:gd name="connsiteX10" fmla="*/ 884344 w 1415558"/>
              <a:gd name="connsiteY10" fmla="*/ 87405 h 1273481"/>
              <a:gd name="connsiteX11" fmla="*/ 1001595 w 1415558"/>
              <a:gd name="connsiteY11" fmla="*/ 17254 h 1273481"/>
              <a:gd name="connsiteX12" fmla="*/ 1193371 w 1415558"/>
              <a:gd name="connsiteY12" fmla="*/ 46168 h 1273481"/>
              <a:gd name="connsiteX13" fmla="*/ 1272210 w 1415558"/>
              <a:gd name="connsiteY13" fmla="*/ 19698 h 1273481"/>
              <a:gd name="connsiteX14" fmla="*/ 1339599 w 1415558"/>
              <a:gd name="connsiteY14" fmla="*/ 23636 h 1273481"/>
              <a:gd name="connsiteX15" fmla="*/ 1392586 w 1415558"/>
              <a:gd name="connsiteY15" fmla="*/ 65479 h 1273481"/>
              <a:gd name="connsiteX16" fmla="*/ 1393425 w 1415558"/>
              <a:gd name="connsiteY16" fmla="*/ 202899 h 1273481"/>
              <a:gd name="connsiteX17" fmla="*/ 1283201 w 1415558"/>
              <a:gd name="connsiteY17" fmla="*/ 319755 h 1273481"/>
              <a:gd name="connsiteX18" fmla="*/ 1253179 w 1415558"/>
              <a:gd name="connsiteY18" fmla="*/ 401657 h 1273481"/>
              <a:gd name="connsiteX19" fmla="*/ 965609 w 1415558"/>
              <a:gd name="connsiteY19" fmla="*/ 674553 h 1273481"/>
              <a:gd name="connsiteX20" fmla="*/ 549320 w 1415558"/>
              <a:gd name="connsiteY20" fmla="*/ 1033060 h 1273481"/>
              <a:gd name="connsiteX21" fmla="*/ 400207 w 1415558"/>
              <a:gd name="connsiteY21" fmla="*/ 1165962 h 1273481"/>
              <a:gd name="connsiteX22" fmla="*/ 230897 w 1415558"/>
              <a:gd name="connsiteY22" fmla="*/ 1273481 h 1273481"/>
              <a:gd name="connsiteX23" fmla="*/ 0 w 1415558"/>
              <a:gd name="connsiteY23" fmla="*/ 1272547 h 1273481"/>
              <a:gd name="connsiteX24" fmla="*/ 134114 w 1415558"/>
              <a:gd name="connsiteY24" fmla="*/ 1001370 h 1273481"/>
              <a:gd name="connsiteX25" fmla="*/ 152609 w 1415558"/>
              <a:gd name="connsiteY25" fmla="*/ 976663 h 1273481"/>
              <a:gd name="connsiteX26" fmla="*/ 533154 w 1415558"/>
              <a:gd name="connsiteY26" fmla="*/ 606640 h 1273481"/>
              <a:gd name="connsiteX27" fmla="*/ 942130 w 1415558"/>
              <a:gd name="connsiteY27" fmla="*/ 216620 h 1273481"/>
              <a:gd name="connsiteX28" fmla="*/ 1021702 w 1415558"/>
              <a:gd name="connsiteY28" fmla="*/ 146431 h 1273481"/>
              <a:gd name="connsiteX29" fmla="*/ 1099902 w 1415558"/>
              <a:gd name="connsiteY29" fmla="*/ 125418 h 1273481"/>
              <a:gd name="connsiteX30" fmla="*/ 154853 w 1415558"/>
              <a:gd name="connsiteY30" fmla="*/ 1065693 h 1273481"/>
              <a:gd name="connsiteX31" fmla="*/ 597825 w 1415558"/>
              <a:gd name="connsiteY31" fmla="*/ 899240 h 1273481"/>
              <a:gd name="connsiteX32" fmla="*/ 1189675 w 1415558"/>
              <a:gd name="connsiteY32" fmla="*/ 354416 h 1273481"/>
              <a:gd name="connsiteX33" fmla="*/ 1069356 w 1415558"/>
              <a:gd name="connsiteY33" fmla="*/ 193185 h 1273481"/>
              <a:gd name="connsiteX34" fmla="*/ 468246 w 1415558"/>
              <a:gd name="connsiteY34" fmla="*/ 761559 h 1273481"/>
              <a:gd name="connsiteX35" fmla="*/ 597825 w 1415558"/>
              <a:gd name="connsiteY35" fmla="*/ 899240 h 1273481"/>
              <a:gd name="connsiteX36" fmla="*/ 420465 w 1415558"/>
              <a:gd name="connsiteY36" fmla="*/ 808890 h 1273481"/>
              <a:gd name="connsiteX37" fmla="*/ 209017 w 1415558"/>
              <a:gd name="connsiteY37" fmla="*/ 1006314 h 1273481"/>
              <a:gd name="connsiteX38" fmla="*/ 317704 w 1415558"/>
              <a:gd name="connsiteY38" fmla="*/ 1148094 h 1273481"/>
              <a:gd name="connsiteX39" fmla="*/ 530965 w 1415558"/>
              <a:gd name="connsiteY39" fmla="*/ 953536 h 1273481"/>
              <a:gd name="connsiteX40" fmla="*/ 420465 w 1415558"/>
              <a:gd name="connsiteY40" fmla="*/ 808890 h 1273481"/>
              <a:gd name="connsiteX41" fmla="*/ 1222346 w 1415558"/>
              <a:gd name="connsiteY41" fmla="*/ 262011 h 1273481"/>
              <a:gd name="connsiteX42" fmla="*/ 1283382 w 1415558"/>
              <a:gd name="connsiteY42" fmla="*/ 215325 h 1273481"/>
              <a:gd name="connsiteX43" fmla="*/ 1334560 w 1415558"/>
              <a:gd name="connsiteY43" fmla="*/ 161357 h 1273481"/>
              <a:gd name="connsiteX44" fmla="*/ 1336799 w 1415558"/>
              <a:gd name="connsiteY44" fmla="*/ 102932 h 1273481"/>
              <a:gd name="connsiteX45" fmla="*/ 1285249 w 1415558"/>
              <a:gd name="connsiteY45" fmla="*/ 83390 h 1273481"/>
              <a:gd name="connsiteX46" fmla="*/ 1267057 w 1415558"/>
              <a:gd name="connsiteY46" fmla="*/ 87271 h 1273481"/>
              <a:gd name="connsiteX47" fmla="*/ 1140298 w 1415558"/>
              <a:gd name="connsiteY47" fmla="*/ 168499 h 1273481"/>
              <a:gd name="connsiteX48" fmla="*/ 1222346 w 1415558"/>
              <a:gd name="connsiteY48" fmla="*/ 262011 h 1273481"/>
              <a:gd name="connsiteX49" fmla="*/ 154853 w 1415558"/>
              <a:gd name="connsiteY49" fmla="*/ 1065693 h 1273481"/>
              <a:gd name="connsiteX50" fmla="*/ 246293 w 1415558"/>
              <a:gd name="connsiteY50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20739 w 1281444"/>
              <a:gd name="connsiteY48" fmla="*/ 1065693 h 1273481"/>
              <a:gd name="connsiteX49" fmla="*/ 112179 w 1281444"/>
              <a:gd name="connsiteY49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61589 w 1281444"/>
              <a:gd name="connsiteY48" fmla="*/ 1057543 h 1273481"/>
              <a:gd name="connsiteX49" fmla="*/ 112179 w 1281444"/>
              <a:gd name="connsiteY49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61589 w 1281444"/>
              <a:gd name="connsiteY48" fmla="*/ 1057543 h 1273481"/>
              <a:gd name="connsiteX49" fmla="*/ 180892 w 1281444"/>
              <a:gd name="connsiteY49" fmla="*/ 1165497 h 1273481"/>
              <a:gd name="connsiteX0" fmla="*/ 20739 w 1281444"/>
              <a:gd name="connsiteY0" fmla="*/ 1065693 h 1223384"/>
              <a:gd name="connsiteX1" fmla="*/ 1006422 w 1281444"/>
              <a:gd name="connsiteY1" fmla="*/ 86936 h 1223384"/>
              <a:gd name="connsiteX2" fmla="*/ 940185 w 1281444"/>
              <a:gd name="connsiteY2" fmla="*/ 66445 h 1223384"/>
              <a:gd name="connsiteX3" fmla="*/ 855765 w 1281444"/>
              <a:gd name="connsiteY3" fmla="*/ 95568 h 1223384"/>
              <a:gd name="connsiteX4" fmla="*/ 722311 w 1281444"/>
              <a:gd name="connsiteY4" fmla="*/ 197960 h 1223384"/>
              <a:gd name="connsiteX5" fmla="*/ 555390 w 1281444"/>
              <a:gd name="connsiteY5" fmla="*/ 338749 h 1223384"/>
              <a:gd name="connsiteX6" fmla="*/ 467677 w 1281444"/>
              <a:gd name="connsiteY6" fmla="*/ 384852 h 1223384"/>
              <a:gd name="connsiteX7" fmla="*/ 447210 w 1281444"/>
              <a:gd name="connsiteY7" fmla="*/ 385126 h 1223384"/>
              <a:gd name="connsiteX8" fmla="*/ 455959 w 1281444"/>
              <a:gd name="connsiteY8" fmla="*/ 350025 h 1223384"/>
              <a:gd name="connsiteX9" fmla="*/ 504460 w 1281444"/>
              <a:gd name="connsiteY9" fmla="*/ 289715 h 1223384"/>
              <a:gd name="connsiteX10" fmla="*/ 750230 w 1281444"/>
              <a:gd name="connsiteY10" fmla="*/ 87405 h 1223384"/>
              <a:gd name="connsiteX11" fmla="*/ 867481 w 1281444"/>
              <a:gd name="connsiteY11" fmla="*/ 17254 h 1223384"/>
              <a:gd name="connsiteX12" fmla="*/ 1059257 w 1281444"/>
              <a:gd name="connsiteY12" fmla="*/ 46168 h 1223384"/>
              <a:gd name="connsiteX13" fmla="*/ 1138096 w 1281444"/>
              <a:gd name="connsiteY13" fmla="*/ 19698 h 1223384"/>
              <a:gd name="connsiteX14" fmla="*/ 1205485 w 1281444"/>
              <a:gd name="connsiteY14" fmla="*/ 23636 h 1223384"/>
              <a:gd name="connsiteX15" fmla="*/ 1258472 w 1281444"/>
              <a:gd name="connsiteY15" fmla="*/ 65479 h 1223384"/>
              <a:gd name="connsiteX16" fmla="*/ 1259311 w 1281444"/>
              <a:gd name="connsiteY16" fmla="*/ 202899 h 1223384"/>
              <a:gd name="connsiteX17" fmla="*/ 1149087 w 1281444"/>
              <a:gd name="connsiteY17" fmla="*/ 319755 h 1223384"/>
              <a:gd name="connsiteX18" fmla="*/ 1119065 w 1281444"/>
              <a:gd name="connsiteY18" fmla="*/ 401657 h 1223384"/>
              <a:gd name="connsiteX19" fmla="*/ 831495 w 1281444"/>
              <a:gd name="connsiteY19" fmla="*/ 674553 h 1223384"/>
              <a:gd name="connsiteX20" fmla="*/ 415206 w 1281444"/>
              <a:gd name="connsiteY20" fmla="*/ 1033060 h 1223384"/>
              <a:gd name="connsiteX21" fmla="*/ 266093 w 1281444"/>
              <a:gd name="connsiteY21" fmla="*/ 1165962 h 1223384"/>
              <a:gd name="connsiteX22" fmla="*/ 176738 w 1281444"/>
              <a:gd name="connsiteY22" fmla="*/ 1223384 h 1223384"/>
              <a:gd name="connsiteX23" fmla="*/ 0 w 1281444"/>
              <a:gd name="connsiteY23" fmla="*/ 1001370 h 1223384"/>
              <a:gd name="connsiteX24" fmla="*/ 18495 w 1281444"/>
              <a:gd name="connsiteY24" fmla="*/ 976663 h 1223384"/>
              <a:gd name="connsiteX25" fmla="*/ 399040 w 1281444"/>
              <a:gd name="connsiteY25" fmla="*/ 606640 h 1223384"/>
              <a:gd name="connsiteX26" fmla="*/ 808016 w 1281444"/>
              <a:gd name="connsiteY26" fmla="*/ 216620 h 1223384"/>
              <a:gd name="connsiteX27" fmla="*/ 887588 w 1281444"/>
              <a:gd name="connsiteY27" fmla="*/ 146431 h 1223384"/>
              <a:gd name="connsiteX28" fmla="*/ 965788 w 1281444"/>
              <a:gd name="connsiteY28" fmla="*/ 125418 h 1223384"/>
              <a:gd name="connsiteX29" fmla="*/ 20739 w 1281444"/>
              <a:gd name="connsiteY29" fmla="*/ 1065693 h 1223384"/>
              <a:gd name="connsiteX30" fmla="*/ 463711 w 1281444"/>
              <a:gd name="connsiteY30" fmla="*/ 899240 h 1223384"/>
              <a:gd name="connsiteX31" fmla="*/ 1055561 w 1281444"/>
              <a:gd name="connsiteY31" fmla="*/ 354416 h 1223384"/>
              <a:gd name="connsiteX32" fmla="*/ 935242 w 1281444"/>
              <a:gd name="connsiteY32" fmla="*/ 193185 h 1223384"/>
              <a:gd name="connsiteX33" fmla="*/ 334132 w 1281444"/>
              <a:gd name="connsiteY33" fmla="*/ 761559 h 1223384"/>
              <a:gd name="connsiteX34" fmla="*/ 463711 w 1281444"/>
              <a:gd name="connsiteY34" fmla="*/ 899240 h 1223384"/>
              <a:gd name="connsiteX35" fmla="*/ 286351 w 1281444"/>
              <a:gd name="connsiteY35" fmla="*/ 808890 h 1223384"/>
              <a:gd name="connsiteX36" fmla="*/ 74903 w 1281444"/>
              <a:gd name="connsiteY36" fmla="*/ 1006314 h 1223384"/>
              <a:gd name="connsiteX37" fmla="*/ 183590 w 1281444"/>
              <a:gd name="connsiteY37" fmla="*/ 1148094 h 1223384"/>
              <a:gd name="connsiteX38" fmla="*/ 396851 w 1281444"/>
              <a:gd name="connsiteY38" fmla="*/ 953536 h 1223384"/>
              <a:gd name="connsiteX39" fmla="*/ 286351 w 1281444"/>
              <a:gd name="connsiteY39" fmla="*/ 808890 h 1223384"/>
              <a:gd name="connsiteX40" fmla="*/ 1088232 w 1281444"/>
              <a:gd name="connsiteY40" fmla="*/ 262011 h 1223384"/>
              <a:gd name="connsiteX41" fmla="*/ 1149268 w 1281444"/>
              <a:gd name="connsiteY41" fmla="*/ 215325 h 1223384"/>
              <a:gd name="connsiteX42" fmla="*/ 1200446 w 1281444"/>
              <a:gd name="connsiteY42" fmla="*/ 161357 h 1223384"/>
              <a:gd name="connsiteX43" fmla="*/ 1202685 w 1281444"/>
              <a:gd name="connsiteY43" fmla="*/ 102932 h 1223384"/>
              <a:gd name="connsiteX44" fmla="*/ 1151135 w 1281444"/>
              <a:gd name="connsiteY44" fmla="*/ 83390 h 1223384"/>
              <a:gd name="connsiteX45" fmla="*/ 1132943 w 1281444"/>
              <a:gd name="connsiteY45" fmla="*/ 87271 h 1223384"/>
              <a:gd name="connsiteX46" fmla="*/ 1006184 w 1281444"/>
              <a:gd name="connsiteY46" fmla="*/ 168499 h 1223384"/>
              <a:gd name="connsiteX47" fmla="*/ 1088232 w 1281444"/>
              <a:gd name="connsiteY47" fmla="*/ 262011 h 1223384"/>
              <a:gd name="connsiteX48" fmla="*/ 61589 w 1281444"/>
              <a:gd name="connsiteY48" fmla="*/ 1057543 h 1223384"/>
              <a:gd name="connsiteX49" fmla="*/ 180892 w 1281444"/>
              <a:gd name="connsiteY49" fmla="*/ 1165497 h 1223384"/>
              <a:gd name="connsiteX0" fmla="*/ 20739 w 1281444"/>
              <a:gd name="connsiteY0" fmla="*/ 1422750 h 1580441"/>
              <a:gd name="connsiteX1" fmla="*/ 1006422 w 1281444"/>
              <a:gd name="connsiteY1" fmla="*/ 443993 h 1580441"/>
              <a:gd name="connsiteX2" fmla="*/ 940185 w 1281444"/>
              <a:gd name="connsiteY2" fmla="*/ 423502 h 1580441"/>
              <a:gd name="connsiteX3" fmla="*/ 855765 w 1281444"/>
              <a:gd name="connsiteY3" fmla="*/ 452625 h 1580441"/>
              <a:gd name="connsiteX4" fmla="*/ 722311 w 1281444"/>
              <a:gd name="connsiteY4" fmla="*/ 555017 h 1580441"/>
              <a:gd name="connsiteX5" fmla="*/ 555390 w 1281444"/>
              <a:gd name="connsiteY5" fmla="*/ 695806 h 1580441"/>
              <a:gd name="connsiteX6" fmla="*/ 467677 w 1281444"/>
              <a:gd name="connsiteY6" fmla="*/ 741909 h 1580441"/>
              <a:gd name="connsiteX7" fmla="*/ 447210 w 1281444"/>
              <a:gd name="connsiteY7" fmla="*/ 742183 h 1580441"/>
              <a:gd name="connsiteX8" fmla="*/ 455959 w 1281444"/>
              <a:gd name="connsiteY8" fmla="*/ 707082 h 1580441"/>
              <a:gd name="connsiteX9" fmla="*/ 504460 w 1281444"/>
              <a:gd name="connsiteY9" fmla="*/ 646772 h 1580441"/>
              <a:gd name="connsiteX10" fmla="*/ 750230 w 1281444"/>
              <a:gd name="connsiteY10" fmla="*/ 444462 h 1580441"/>
              <a:gd name="connsiteX11" fmla="*/ 898903 w 1281444"/>
              <a:gd name="connsiteY11" fmla="*/ 1587 h 1580441"/>
              <a:gd name="connsiteX12" fmla="*/ 1059257 w 1281444"/>
              <a:gd name="connsiteY12" fmla="*/ 403225 h 1580441"/>
              <a:gd name="connsiteX13" fmla="*/ 1138096 w 1281444"/>
              <a:gd name="connsiteY13" fmla="*/ 376755 h 1580441"/>
              <a:gd name="connsiteX14" fmla="*/ 1205485 w 1281444"/>
              <a:gd name="connsiteY14" fmla="*/ 380693 h 1580441"/>
              <a:gd name="connsiteX15" fmla="*/ 1258472 w 1281444"/>
              <a:gd name="connsiteY15" fmla="*/ 422536 h 1580441"/>
              <a:gd name="connsiteX16" fmla="*/ 1259311 w 1281444"/>
              <a:gd name="connsiteY16" fmla="*/ 559956 h 1580441"/>
              <a:gd name="connsiteX17" fmla="*/ 1149087 w 1281444"/>
              <a:gd name="connsiteY17" fmla="*/ 676812 h 1580441"/>
              <a:gd name="connsiteX18" fmla="*/ 1119065 w 1281444"/>
              <a:gd name="connsiteY18" fmla="*/ 758714 h 1580441"/>
              <a:gd name="connsiteX19" fmla="*/ 831495 w 1281444"/>
              <a:gd name="connsiteY19" fmla="*/ 1031610 h 1580441"/>
              <a:gd name="connsiteX20" fmla="*/ 415206 w 1281444"/>
              <a:gd name="connsiteY20" fmla="*/ 1390117 h 1580441"/>
              <a:gd name="connsiteX21" fmla="*/ 266093 w 1281444"/>
              <a:gd name="connsiteY21" fmla="*/ 1523019 h 1580441"/>
              <a:gd name="connsiteX22" fmla="*/ 176738 w 1281444"/>
              <a:gd name="connsiteY22" fmla="*/ 1580441 h 1580441"/>
              <a:gd name="connsiteX23" fmla="*/ 0 w 1281444"/>
              <a:gd name="connsiteY23" fmla="*/ 1358427 h 1580441"/>
              <a:gd name="connsiteX24" fmla="*/ 18495 w 1281444"/>
              <a:gd name="connsiteY24" fmla="*/ 1333720 h 1580441"/>
              <a:gd name="connsiteX25" fmla="*/ 399040 w 1281444"/>
              <a:gd name="connsiteY25" fmla="*/ 963697 h 1580441"/>
              <a:gd name="connsiteX26" fmla="*/ 808016 w 1281444"/>
              <a:gd name="connsiteY26" fmla="*/ 573677 h 1580441"/>
              <a:gd name="connsiteX27" fmla="*/ 887588 w 1281444"/>
              <a:gd name="connsiteY27" fmla="*/ 503488 h 1580441"/>
              <a:gd name="connsiteX28" fmla="*/ 965788 w 1281444"/>
              <a:gd name="connsiteY28" fmla="*/ 482475 h 1580441"/>
              <a:gd name="connsiteX29" fmla="*/ 20739 w 1281444"/>
              <a:gd name="connsiteY29" fmla="*/ 1422750 h 1580441"/>
              <a:gd name="connsiteX30" fmla="*/ 463711 w 1281444"/>
              <a:gd name="connsiteY30" fmla="*/ 1256297 h 1580441"/>
              <a:gd name="connsiteX31" fmla="*/ 1055561 w 1281444"/>
              <a:gd name="connsiteY31" fmla="*/ 711473 h 1580441"/>
              <a:gd name="connsiteX32" fmla="*/ 935242 w 1281444"/>
              <a:gd name="connsiteY32" fmla="*/ 550242 h 1580441"/>
              <a:gd name="connsiteX33" fmla="*/ 334132 w 1281444"/>
              <a:gd name="connsiteY33" fmla="*/ 1118616 h 1580441"/>
              <a:gd name="connsiteX34" fmla="*/ 463711 w 1281444"/>
              <a:gd name="connsiteY34" fmla="*/ 1256297 h 1580441"/>
              <a:gd name="connsiteX35" fmla="*/ 286351 w 1281444"/>
              <a:gd name="connsiteY35" fmla="*/ 1165947 h 1580441"/>
              <a:gd name="connsiteX36" fmla="*/ 74903 w 1281444"/>
              <a:gd name="connsiteY36" fmla="*/ 1363371 h 1580441"/>
              <a:gd name="connsiteX37" fmla="*/ 183590 w 1281444"/>
              <a:gd name="connsiteY37" fmla="*/ 1505151 h 1580441"/>
              <a:gd name="connsiteX38" fmla="*/ 396851 w 1281444"/>
              <a:gd name="connsiteY38" fmla="*/ 1310593 h 1580441"/>
              <a:gd name="connsiteX39" fmla="*/ 286351 w 1281444"/>
              <a:gd name="connsiteY39" fmla="*/ 1165947 h 1580441"/>
              <a:gd name="connsiteX40" fmla="*/ 1088232 w 1281444"/>
              <a:gd name="connsiteY40" fmla="*/ 619068 h 1580441"/>
              <a:gd name="connsiteX41" fmla="*/ 1149268 w 1281444"/>
              <a:gd name="connsiteY41" fmla="*/ 572382 h 1580441"/>
              <a:gd name="connsiteX42" fmla="*/ 1200446 w 1281444"/>
              <a:gd name="connsiteY42" fmla="*/ 518414 h 1580441"/>
              <a:gd name="connsiteX43" fmla="*/ 1202685 w 1281444"/>
              <a:gd name="connsiteY43" fmla="*/ 459989 h 1580441"/>
              <a:gd name="connsiteX44" fmla="*/ 1151135 w 1281444"/>
              <a:gd name="connsiteY44" fmla="*/ 440447 h 1580441"/>
              <a:gd name="connsiteX45" fmla="*/ 1132943 w 1281444"/>
              <a:gd name="connsiteY45" fmla="*/ 444328 h 1580441"/>
              <a:gd name="connsiteX46" fmla="*/ 1006184 w 1281444"/>
              <a:gd name="connsiteY46" fmla="*/ 525556 h 1580441"/>
              <a:gd name="connsiteX47" fmla="*/ 1088232 w 1281444"/>
              <a:gd name="connsiteY47" fmla="*/ 619068 h 1580441"/>
              <a:gd name="connsiteX48" fmla="*/ 61589 w 1281444"/>
              <a:gd name="connsiteY48" fmla="*/ 1414600 h 1580441"/>
              <a:gd name="connsiteX49" fmla="*/ 180892 w 1281444"/>
              <a:gd name="connsiteY49" fmla="*/ 1522554 h 1580441"/>
              <a:gd name="connsiteX0" fmla="*/ 20739 w 1281444"/>
              <a:gd name="connsiteY0" fmla="*/ 1460332 h 1618023"/>
              <a:gd name="connsiteX1" fmla="*/ 1006422 w 1281444"/>
              <a:gd name="connsiteY1" fmla="*/ 481575 h 1618023"/>
              <a:gd name="connsiteX2" fmla="*/ 940185 w 1281444"/>
              <a:gd name="connsiteY2" fmla="*/ 461084 h 1618023"/>
              <a:gd name="connsiteX3" fmla="*/ 855765 w 1281444"/>
              <a:gd name="connsiteY3" fmla="*/ 490207 h 1618023"/>
              <a:gd name="connsiteX4" fmla="*/ 722311 w 1281444"/>
              <a:gd name="connsiteY4" fmla="*/ 592599 h 1618023"/>
              <a:gd name="connsiteX5" fmla="*/ 555390 w 1281444"/>
              <a:gd name="connsiteY5" fmla="*/ 733388 h 1618023"/>
              <a:gd name="connsiteX6" fmla="*/ 467677 w 1281444"/>
              <a:gd name="connsiteY6" fmla="*/ 779491 h 1618023"/>
              <a:gd name="connsiteX7" fmla="*/ 447210 w 1281444"/>
              <a:gd name="connsiteY7" fmla="*/ 779765 h 1618023"/>
              <a:gd name="connsiteX8" fmla="*/ 455959 w 1281444"/>
              <a:gd name="connsiteY8" fmla="*/ 744664 h 1618023"/>
              <a:gd name="connsiteX9" fmla="*/ 504460 w 1281444"/>
              <a:gd name="connsiteY9" fmla="*/ 684354 h 1618023"/>
              <a:gd name="connsiteX10" fmla="*/ 801205 w 1281444"/>
              <a:gd name="connsiteY10" fmla="*/ 88347 h 1618023"/>
              <a:gd name="connsiteX11" fmla="*/ 898903 w 1281444"/>
              <a:gd name="connsiteY11" fmla="*/ 39169 h 1618023"/>
              <a:gd name="connsiteX12" fmla="*/ 1059257 w 1281444"/>
              <a:gd name="connsiteY12" fmla="*/ 440807 h 1618023"/>
              <a:gd name="connsiteX13" fmla="*/ 1138096 w 1281444"/>
              <a:gd name="connsiteY13" fmla="*/ 414337 h 1618023"/>
              <a:gd name="connsiteX14" fmla="*/ 1205485 w 1281444"/>
              <a:gd name="connsiteY14" fmla="*/ 418275 h 1618023"/>
              <a:gd name="connsiteX15" fmla="*/ 1258472 w 1281444"/>
              <a:gd name="connsiteY15" fmla="*/ 460118 h 1618023"/>
              <a:gd name="connsiteX16" fmla="*/ 1259311 w 1281444"/>
              <a:gd name="connsiteY16" fmla="*/ 597538 h 1618023"/>
              <a:gd name="connsiteX17" fmla="*/ 1149087 w 1281444"/>
              <a:gd name="connsiteY17" fmla="*/ 714394 h 1618023"/>
              <a:gd name="connsiteX18" fmla="*/ 1119065 w 1281444"/>
              <a:gd name="connsiteY18" fmla="*/ 796296 h 1618023"/>
              <a:gd name="connsiteX19" fmla="*/ 831495 w 1281444"/>
              <a:gd name="connsiteY19" fmla="*/ 1069192 h 1618023"/>
              <a:gd name="connsiteX20" fmla="*/ 415206 w 1281444"/>
              <a:gd name="connsiteY20" fmla="*/ 1427699 h 1618023"/>
              <a:gd name="connsiteX21" fmla="*/ 266093 w 1281444"/>
              <a:gd name="connsiteY21" fmla="*/ 1560601 h 1618023"/>
              <a:gd name="connsiteX22" fmla="*/ 176738 w 1281444"/>
              <a:gd name="connsiteY22" fmla="*/ 1618023 h 1618023"/>
              <a:gd name="connsiteX23" fmla="*/ 0 w 1281444"/>
              <a:gd name="connsiteY23" fmla="*/ 1396009 h 1618023"/>
              <a:gd name="connsiteX24" fmla="*/ 18495 w 1281444"/>
              <a:gd name="connsiteY24" fmla="*/ 1371302 h 1618023"/>
              <a:gd name="connsiteX25" fmla="*/ 399040 w 1281444"/>
              <a:gd name="connsiteY25" fmla="*/ 1001279 h 1618023"/>
              <a:gd name="connsiteX26" fmla="*/ 808016 w 1281444"/>
              <a:gd name="connsiteY26" fmla="*/ 611259 h 1618023"/>
              <a:gd name="connsiteX27" fmla="*/ 887588 w 1281444"/>
              <a:gd name="connsiteY27" fmla="*/ 541070 h 1618023"/>
              <a:gd name="connsiteX28" fmla="*/ 965788 w 1281444"/>
              <a:gd name="connsiteY28" fmla="*/ 520057 h 1618023"/>
              <a:gd name="connsiteX29" fmla="*/ 20739 w 1281444"/>
              <a:gd name="connsiteY29" fmla="*/ 1460332 h 1618023"/>
              <a:gd name="connsiteX30" fmla="*/ 463711 w 1281444"/>
              <a:gd name="connsiteY30" fmla="*/ 1293879 h 1618023"/>
              <a:gd name="connsiteX31" fmla="*/ 1055561 w 1281444"/>
              <a:gd name="connsiteY31" fmla="*/ 749055 h 1618023"/>
              <a:gd name="connsiteX32" fmla="*/ 935242 w 1281444"/>
              <a:gd name="connsiteY32" fmla="*/ 587824 h 1618023"/>
              <a:gd name="connsiteX33" fmla="*/ 334132 w 1281444"/>
              <a:gd name="connsiteY33" fmla="*/ 1156198 h 1618023"/>
              <a:gd name="connsiteX34" fmla="*/ 463711 w 1281444"/>
              <a:gd name="connsiteY34" fmla="*/ 1293879 h 1618023"/>
              <a:gd name="connsiteX35" fmla="*/ 286351 w 1281444"/>
              <a:gd name="connsiteY35" fmla="*/ 1203529 h 1618023"/>
              <a:gd name="connsiteX36" fmla="*/ 74903 w 1281444"/>
              <a:gd name="connsiteY36" fmla="*/ 1400953 h 1618023"/>
              <a:gd name="connsiteX37" fmla="*/ 183590 w 1281444"/>
              <a:gd name="connsiteY37" fmla="*/ 1542733 h 1618023"/>
              <a:gd name="connsiteX38" fmla="*/ 396851 w 1281444"/>
              <a:gd name="connsiteY38" fmla="*/ 1348175 h 1618023"/>
              <a:gd name="connsiteX39" fmla="*/ 286351 w 1281444"/>
              <a:gd name="connsiteY39" fmla="*/ 1203529 h 1618023"/>
              <a:gd name="connsiteX40" fmla="*/ 1088232 w 1281444"/>
              <a:gd name="connsiteY40" fmla="*/ 656650 h 1618023"/>
              <a:gd name="connsiteX41" fmla="*/ 1149268 w 1281444"/>
              <a:gd name="connsiteY41" fmla="*/ 609964 h 1618023"/>
              <a:gd name="connsiteX42" fmla="*/ 1200446 w 1281444"/>
              <a:gd name="connsiteY42" fmla="*/ 555996 h 1618023"/>
              <a:gd name="connsiteX43" fmla="*/ 1202685 w 1281444"/>
              <a:gd name="connsiteY43" fmla="*/ 497571 h 1618023"/>
              <a:gd name="connsiteX44" fmla="*/ 1151135 w 1281444"/>
              <a:gd name="connsiteY44" fmla="*/ 478029 h 1618023"/>
              <a:gd name="connsiteX45" fmla="*/ 1132943 w 1281444"/>
              <a:gd name="connsiteY45" fmla="*/ 481910 h 1618023"/>
              <a:gd name="connsiteX46" fmla="*/ 1006184 w 1281444"/>
              <a:gd name="connsiteY46" fmla="*/ 563138 h 1618023"/>
              <a:gd name="connsiteX47" fmla="*/ 1088232 w 1281444"/>
              <a:gd name="connsiteY47" fmla="*/ 656650 h 1618023"/>
              <a:gd name="connsiteX48" fmla="*/ 61589 w 1281444"/>
              <a:gd name="connsiteY48" fmla="*/ 1452182 h 1618023"/>
              <a:gd name="connsiteX49" fmla="*/ 180892 w 1281444"/>
              <a:gd name="connsiteY49" fmla="*/ 1560136 h 1618023"/>
              <a:gd name="connsiteX0" fmla="*/ 20739 w 1281444"/>
              <a:gd name="connsiteY0" fmla="*/ 1440483 h 1598174"/>
              <a:gd name="connsiteX1" fmla="*/ 1006422 w 1281444"/>
              <a:gd name="connsiteY1" fmla="*/ 461726 h 1598174"/>
              <a:gd name="connsiteX2" fmla="*/ 940185 w 1281444"/>
              <a:gd name="connsiteY2" fmla="*/ 441235 h 1598174"/>
              <a:gd name="connsiteX3" fmla="*/ 855765 w 1281444"/>
              <a:gd name="connsiteY3" fmla="*/ 470358 h 1598174"/>
              <a:gd name="connsiteX4" fmla="*/ 722311 w 1281444"/>
              <a:gd name="connsiteY4" fmla="*/ 572750 h 1598174"/>
              <a:gd name="connsiteX5" fmla="*/ 555390 w 1281444"/>
              <a:gd name="connsiteY5" fmla="*/ 713539 h 1598174"/>
              <a:gd name="connsiteX6" fmla="*/ 467677 w 1281444"/>
              <a:gd name="connsiteY6" fmla="*/ 759642 h 1598174"/>
              <a:gd name="connsiteX7" fmla="*/ 447210 w 1281444"/>
              <a:gd name="connsiteY7" fmla="*/ 759916 h 1598174"/>
              <a:gd name="connsiteX8" fmla="*/ 455959 w 1281444"/>
              <a:gd name="connsiteY8" fmla="*/ 724815 h 1598174"/>
              <a:gd name="connsiteX9" fmla="*/ 719857 w 1281444"/>
              <a:gd name="connsiteY9" fmla="*/ 111831 h 1598174"/>
              <a:gd name="connsiteX10" fmla="*/ 801205 w 1281444"/>
              <a:gd name="connsiteY10" fmla="*/ 68498 h 1598174"/>
              <a:gd name="connsiteX11" fmla="*/ 898903 w 1281444"/>
              <a:gd name="connsiteY11" fmla="*/ 19320 h 1598174"/>
              <a:gd name="connsiteX12" fmla="*/ 1059257 w 1281444"/>
              <a:gd name="connsiteY12" fmla="*/ 420958 h 1598174"/>
              <a:gd name="connsiteX13" fmla="*/ 1138096 w 1281444"/>
              <a:gd name="connsiteY13" fmla="*/ 394488 h 1598174"/>
              <a:gd name="connsiteX14" fmla="*/ 1205485 w 1281444"/>
              <a:gd name="connsiteY14" fmla="*/ 398426 h 1598174"/>
              <a:gd name="connsiteX15" fmla="*/ 1258472 w 1281444"/>
              <a:gd name="connsiteY15" fmla="*/ 440269 h 1598174"/>
              <a:gd name="connsiteX16" fmla="*/ 1259311 w 1281444"/>
              <a:gd name="connsiteY16" fmla="*/ 577689 h 1598174"/>
              <a:gd name="connsiteX17" fmla="*/ 1149087 w 1281444"/>
              <a:gd name="connsiteY17" fmla="*/ 694545 h 1598174"/>
              <a:gd name="connsiteX18" fmla="*/ 1119065 w 1281444"/>
              <a:gd name="connsiteY18" fmla="*/ 776447 h 1598174"/>
              <a:gd name="connsiteX19" fmla="*/ 831495 w 1281444"/>
              <a:gd name="connsiteY19" fmla="*/ 1049343 h 1598174"/>
              <a:gd name="connsiteX20" fmla="*/ 415206 w 1281444"/>
              <a:gd name="connsiteY20" fmla="*/ 1407850 h 1598174"/>
              <a:gd name="connsiteX21" fmla="*/ 266093 w 1281444"/>
              <a:gd name="connsiteY21" fmla="*/ 1540752 h 1598174"/>
              <a:gd name="connsiteX22" fmla="*/ 176738 w 1281444"/>
              <a:gd name="connsiteY22" fmla="*/ 1598174 h 1598174"/>
              <a:gd name="connsiteX23" fmla="*/ 0 w 1281444"/>
              <a:gd name="connsiteY23" fmla="*/ 1376160 h 1598174"/>
              <a:gd name="connsiteX24" fmla="*/ 18495 w 1281444"/>
              <a:gd name="connsiteY24" fmla="*/ 1351453 h 1598174"/>
              <a:gd name="connsiteX25" fmla="*/ 399040 w 1281444"/>
              <a:gd name="connsiteY25" fmla="*/ 981430 h 1598174"/>
              <a:gd name="connsiteX26" fmla="*/ 808016 w 1281444"/>
              <a:gd name="connsiteY26" fmla="*/ 591410 h 1598174"/>
              <a:gd name="connsiteX27" fmla="*/ 887588 w 1281444"/>
              <a:gd name="connsiteY27" fmla="*/ 521221 h 1598174"/>
              <a:gd name="connsiteX28" fmla="*/ 965788 w 1281444"/>
              <a:gd name="connsiteY28" fmla="*/ 500208 h 1598174"/>
              <a:gd name="connsiteX29" fmla="*/ 20739 w 1281444"/>
              <a:gd name="connsiteY29" fmla="*/ 1440483 h 1598174"/>
              <a:gd name="connsiteX30" fmla="*/ 463711 w 1281444"/>
              <a:gd name="connsiteY30" fmla="*/ 1274030 h 1598174"/>
              <a:gd name="connsiteX31" fmla="*/ 1055561 w 1281444"/>
              <a:gd name="connsiteY31" fmla="*/ 729206 h 1598174"/>
              <a:gd name="connsiteX32" fmla="*/ 935242 w 1281444"/>
              <a:gd name="connsiteY32" fmla="*/ 567975 h 1598174"/>
              <a:gd name="connsiteX33" fmla="*/ 334132 w 1281444"/>
              <a:gd name="connsiteY33" fmla="*/ 1136349 h 1598174"/>
              <a:gd name="connsiteX34" fmla="*/ 463711 w 1281444"/>
              <a:gd name="connsiteY34" fmla="*/ 1274030 h 1598174"/>
              <a:gd name="connsiteX35" fmla="*/ 286351 w 1281444"/>
              <a:gd name="connsiteY35" fmla="*/ 1183680 h 1598174"/>
              <a:gd name="connsiteX36" fmla="*/ 74903 w 1281444"/>
              <a:gd name="connsiteY36" fmla="*/ 1381104 h 1598174"/>
              <a:gd name="connsiteX37" fmla="*/ 183590 w 1281444"/>
              <a:gd name="connsiteY37" fmla="*/ 1522884 h 1598174"/>
              <a:gd name="connsiteX38" fmla="*/ 396851 w 1281444"/>
              <a:gd name="connsiteY38" fmla="*/ 1328326 h 1598174"/>
              <a:gd name="connsiteX39" fmla="*/ 286351 w 1281444"/>
              <a:gd name="connsiteY39" fmla="*/ 1183680 h 1598174"/>
              <a:gd name="connsiteX40" fmla="*/ 1088232 w 1281444"/>
              <a:gd name="connsiteY40" fmla="*/ 636801 h 1598174"/>
              <a:gd name="connsiteX41" fmla="*/ 1149268 w 1281444"/>
              <a:gd name="connsiteY41" fmla="*/ 590115 h 1598174"/>
              <a:gd name="connsiteX42" fmla="*/ 1200446 w 1281444"/>
              <a:gd name="connsiteY42" fmla="*/ 536147 h 1598174"/>
              <a:gd name="connsiteX43" fmla="*/ 1202685 w 1281444"/>
              <a:gd name="connsiteY43" fmla="*/ 477722 h 1598174"/>
              <a:gd name="connsiteX44" fmla="*/ 1151135 w 1281444"/>
              <a:gd name="connsiteY44" fmla="*/ 458180 h 1598174"/>
              <a:gd name="connsiteX45" fmla="*/ 1132943 w 1281444"/>
              <a:gd name="connsiteY45" fmla="*/ 462061 h 1598174"/>
              <a:gd name="connsiteX46" fmla="*/ 1006184 w 1281444"/>
              <a:gd name="connsiteY46" fmla="*/ 543289 h 1598174"/>
              <a:gd name="connsiteX47" fmla="*/ 1088232 w 1281444"/>
              <a:gd name="connsiteY47" fmla="*/ 636801 h 1598174"/>
              <a:gd name="connsiteX48" fmla="*/ 61589 w 1281444"/>
              <a:gd name="connsiteY48" fmla="*/ 1432333 h 1598174"/>
              <a:gd name="connsiteX49" fmla="*/ 180892 w 1281444"/>
              <a:gd name="connsiteY49" fmla="*/ 1540287 h 1598174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447210 w 1281444"/>
              <a:gd name="connsiteY7" fmla="*/ 791092 h 1629350"/>
              <a:gd name="connsiteX8" fmla="*/ 455959 w 1281444"/>
              <a:gd name="connsiteY8" fmla="*/ 755991 h 1629350"/>
              <a:gd name="connsiteX9" fmla="*/ 719857 w 1281444"/>
              <a:gd name="connsiteY9" fmla="*/ 143007 h 1629350"/>
              <a:gd name="connsiteX10" fmla="*/ 811979 w 1281444"/>
              <a:gd name="connsiteY10" fmla="*/ 15905 h 1629350"/>
              <a:gd name="connsiteX11" fmla="*/ 898903 w 1281444"/>
              <a:gd name="connsiteY11" fmla="*/ 50496 h 1629350"/>
              <a:gd name="connsiteX12" fmla="*/ 1059257 w 1281444"/>
              <a:gd name="connsiteY12" fmla="*/ 452134 h 1629350"/>
              <a:gd name="connsiteX13" fmla="*/ 1138096 w 1281444"/>
              <a:gd name="connsiteY13" fmla="*/ 425664 h 1629350"/>
              <a:gd name="connsiteX14" fmla="*/ 1205485 w 1281444"/>
              <a:gd name="connsiteY14" fmla="*/ 429602 h 1629350"/>
              <a:gd name="connsiteX15" fmla="*/ 1258472 w 1281444"/>
              <a:gd name="connsiteY15" fmla="*/ 471445 h 1629350"/>
              <a:gd name="connsiteX16" fmla="*/ 1259311 w 1281444"/>
              <a:gd name="connsiteY16" fmla="*/ 608865 h 1629350"/>
              <a:gd name="connsiteX17" fmla="*/ 1149087 w 1281444"/>
              <a:gd name="connsiteY17" fmla="*/ 725721 h 1629350"/>
              <a:gd name="connsiteX18" fmla="*/ 1119065 w 1281444"/>
              <a:gd name="connsiteY18" fmla="*/ 807623 h 1629350"/>
              <a:gd name="connsiteX19" fmla="*/ 831495 w 1281444"/>
              <a:gd name="connsiteY19" fmla="*/ 1080519 h 1629350"/>
              <a:gd name="connsiteX20" fmla="*/ 415206 w 1281444"/>
              <a:gd name="connsiteY20" fmla="*/ 1439026 h 1629350"/>
              <a:gd name="connsiteX21" fmla="*/ 266093 w 1281444"/>
              <a:gd name="connsiteY21" fmla="*/ 1571928 h 1629350"/>
              <a:gd name="connsiteX22" fmla="*/ 176738 w 1281444"/>
              <a:gd name="connsiteY22" fmla="*/ 1629350 h 1629350"/>
              <a:gd name="connsiteX23" fmla="*/ 0 w 1281444"/>
              <a:gd name="connsiteY23" fmla="*/ 1407336 h 1629350"/>
              <a:gd name="connsiteX24" fmla="*/ 18495 w 1281444"/>
              <a:gd name="connsiteY24" fmla="*/ 1382629 h 1629350"/>
              <a:gd name="connsiteX25" fmla="*/ 399040 w 1281444"/>
              <a:gd name="connsiteY25" fmla="*/ 1012606 h 1629350"/>
              <a:gd name="connsiteX26" fmla="*/ 808016 w 1281444"/>
              <a:gd name="connsiteY26" fmla="*/ 622586 h 1629350"/>
              <a:gd name="connsiteX27" fmla="*/ 887588 w 1281444"/>
              <a:gd name="connsiteY27" fmla="*/ 552397 h 1629350"/>
              <a:gd name="connsiteX28" fmla="*/ 965788 w 1281444"/>
              <a:gd name="connsiteY28" fmla="*/ 531384 h 1629350"/>
              <a:gd name="connsiteX29" fmla="*/ 20739 w 1281444"/>
              <a:gd name="connsiteY29" fmla="*/ 1471659 h 1629350"/>
              <a:gd name="connsiteX30" fmla="*/ 463711 w 1281444"/>
              <a:gd name="connsiteY30" fmla="*/ 1305206 h 1629350"/>
              <a:gd name="connsiteX31" fmla="*/ 1055561 w 1281444"/>
              <a:gd name="connsiteY31" fmla="*/ 760382 h 1629350"/>
              <a:gd name="connsiteX32" fmla="*/ 935242 w 1281444"/>
              <a:gd name="connsiteY32" fmla="*/ 599151 h 1629350"/>
              <a:gd name="connsiteX33" fmla="*/ 334132 w 1281444"/>
              <a:gd name="connsiteY33" fmla="*/ 1167525 h 1629350"/>
              <a:gd name="connsiteX34" fmla="*/ 463711 w 1281444"/>
              <a:gd name="connsiteY34" fmla="*/ 1305206 h 1629350"/>
              <a:gd name="connsiteX35" fmla="*/ 286351 w 1281444"/>
              <a:gd name="connsiteY35" fmla="*/ 1214856 h 1629350"/>
              <a:gd name="connsiteX36" fmla="*/ 74903 w 1281444"/>
              <a:gd name="connsiteY36" fmla="*/ 1412280 h 1629350"/>
              <a:gd name="connsiteX37" fmla="*/ 183590 w 1281444"/>
              <a:gd name="connsiteY37" fmla="*/ 1554060 h 1629350"/>
              <a:gd name="connsiteX38" fmla="*/ 396851 w 1281444"/>
              <a:gd name="connsiteY38" fmla="*/ 1359502 h 1629350"/>
              <a:gd name="connsiteX39" fmla="*/ 286351 w 1281444"/>
              <a:gd name="connsiteY39" fmla="*/ 1214856 h 1629350"/>
              <a:gd name="connsiteX40" fmla="*/ 1088232 w 1281444"/>
              <a:gd name="connsiteY40" fmla="*/ 667977 h 1629350"/>
              <a:gd name="connsiteX41" fmla="*/ 1149268 w 1281444"/>
              <a:gd name="connsiteY41" fmla="*/ 621291 h 1629350"/>
              <a:gd name="connsiteX42" fmla="*/ 1200446 w 1281444"/>
              <a:gd name="connsiteY42" fmla="*/ 567323 h 1629350"/>
              <a:gd name="connsiteX43" fmla="*/ 1202685 w 1281444"/>
              <a:gd name="connsiteY43" fmla="*/ 508898 h 1629350"/>
              <a:gd name="connsiteX44" fmla="*/ 1151135 w 1281444"/>
              <a:gd name="connsiteY44" fmla="*/ 489356 h 1629350"/>
              <a:gd name="connsiteX45" fmla="*/ 1132943 w 1281444"/>
              <a:gd name="connsiteY45" fmla="*/ 493237 h 1629350"/>
              <a:gd name="connsiteX46" fmla="*/ 1006184 w 1281444"/>
              <a:gd name="connsiteY46" fmla="*/ 574465 h 1629350"/>
              <a:gd name="connsiteX47" fmla="*/ 1088232 w 1281444"/>
              <a:gd name="connsiteY47" fmla="*/ 667977 h 1629350"/>
              <a:gd name="connsiteX48" fmla="*/ 61589 w 1281444"/>
              <a:gd name="connsiteY48" fmla="*/ 1463509 h 1629350"/>
              <a:gd name="connsiteX49" fmla="*/ 180892 w 1281444"/>
              <a:gd name="connsiteY49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447210 w 1281444"/>
              <a:gd name="connsiteY7" fmla="*/ 791092 h 1629350"/>
              <a:gd name="connsiteX8" fmla="*/ 772072 w 1281444"/>
              <a:gd name="connsiteY8" fmla="*/ 282336 h 1629350"/>
              <a:gd name="connsiteX9" fmla="*/ 719857 w 1281444"/>
              <a:gd name="connsiteY9" fmla="*/ 143007 h 1629350"/>
              <a:gd name="connsiteX10" fmla="*/ 811979 w 1281444"/>
              <a:gd name="connsiteY10" fmla="*/ 15905 h 1629350"/>
              <a:gd name="connsiteX11" fmla="*/ 898903 w 1281444"/>
              <a:gd name="connsiteY11" fmla="*/ 50496 h 1629350"/>
              <a:gd name="connsiteX12" fmla="*/ 1059257 w 1281444"/>
              <a:gd name="connsiteY12" fmla="*/ 452134 h 1629350"/>
              <a:gd name="connsiteX13" fmla="*/ 1138096 w 1281444"/>
              <a:gd name="connsiteY13" fmla="*/ 425664 h 1629350"/>
              <a:gd name="connsiteX14" fmla="*/ 1205485 w 1281444"/>
              <a:gd name="connsiteY14" fmla="*/ 429602 h 1629350"/>
              <a:gd name="connsiteX15" fmla="*/ 1258472 w 1281444"/>
              <a:gd name="connsiteY15" fmla="*/ 471445 h 1629350"/>
              <a:gd name="connsiteX16" fmla="*/ 1259311 w 1281444"/>
              <a:gd name="connsiteY16" fmla="*/ 608865 h 1629350"/>
              <a:gd name="connsiteX17" fmla="*/ 1149087 w 1281444"/>
              <a:gd name="connsiteY17" fmla="*/ 725721 h 1629350"/>
              <a:gd name="connsiteX18" fmla="*/ 1119065 w 1281444"/>
              <a:gd name="connsiteY18" fmla="*/ 807623 h 1629350"/>
              <a:gd name="connsiteX19" fmla="*/ 831495 w 1281444"/>
              <a:gd name="connsiteY19" fmla="*/ 1080519 h 1629350"/>
              <a:gd name="connsiteX20" fmla="*/ 415206 w 1281444"/>
              <a:gd name="connsiteY20" fmla="*/ 1439026 h 1629350"/>
              <a:gd name="connsiteX21" fmla="*/ 266093 w 1281444"/>
              <a:gd name="connsiteY21" fmla="*/ 1571928 h 1629350"/>
              <a:gd name="connsiteX22" fmla="*/ 176738 w 1281444"/>
              <a:gd name="connsiteY22" fmla="*/ 1629350 h 1629350"/>
              <a:gd name="connsiteX23" fmla="*/ 0 w 1281444"/>
              <a:gd name="connsiteY23" fmla="*/ 1407336 h 1629350"/>
              <a:gd name="connsiteX24" fmla="*/ 18495 w 1281444"/>
              <a:gd name="connsiteY24" fmla="*/ 1382629 h 1629350"/>
              <a:gd name="connsiteX25" fmla="*/ 399040 w 1281444"/>
              <a:gd name="connsiteY25" fmla="*/ 1012606 h 1629350"/>
              <a:gd name="connsiteX26" fmla="*/ 808016 w 1281444"/>
              <a:gd name="connsiteY26" fmla="*/ 622586 h 1629350"/>
              <a:gd name="connsiteX27" fmla="*/ 887588 w 1281444"/>
              <a:gd name="connsiteY27" fmla="*/ 552397 h 1629350"/>
              <a:gd name="connsiteX28" fmla="*/ 965788 w 1281444"/>
              <a:gd name="connsiteY28" fmla="*/ 531384 h 1629350"/>
              <a:gd name="connsiteX29" fmla="*/ 20739 w 1281444"/>
              <a:gd name="connsiteY29" fmla="*/ 1471659 h 1629350"/>
              <a:gd name="connsiteX30" fmla="*/ 463711 w 1281444"/>
              <a:gd name="connsiteY30" fmla="*/ 1305206 h 1629350"/>
              <a:gd name="connsiteX31" fmla="*/ 1055561 w 1281444"/>
              <a:gd name="connsiteY31" fmla="*/ 760382 h 1629350"/>
              <a:gd name="connsiteX32" fmla="*/ 935242 w 1281444"/>
              <a:gd name="connsiteY32" fmla="*/ 599151 h 1629350"/>
              <a:gd name="connsiteX33" fmla="*/ 334132 w 1281444"/>
              <a:gd name="connsiteY33" fmla="*/ 1167525 h 1629350"/>
              <a:gd name="connsiteX34" fmla="*/ 463711 w 1281444"/>
              <a:gd name="connsiteY34" fmla="*/ 1305206 h 1629350"/>
              <a:gd name="connsiteX35" fmla="*/ 286351 w 1281444"/>
              <a:gd name="connsiteY35" fmla="*/ 1214856 h 1629350"/>
              <a:gd name="connsiteX36" fmla="*/ 74903 w 1281444"/>
              <a:gd name="connsiteY36" fmla="*/ 1412280 h 1629350"/>
              <a:gd name="connsiteX37" fmla="*/ 183590 w 1281444"/>
              <a:gd name="connsiteY37" fmla="*/ 1554060 h 1629350"/>
              <a:gd name="connsiteX38" fmla="*/ 396851 w 1281444"/>
              <a:gd name="connsiteY38" fmla="*/ 1359502 h 1629350"/>
              <a:gd name="connsiteX39" fmla="*/ 286351 w 1281444"/>
              <a:gd name="connsiteY39" fmla="*/ 1214856 h 1629350"/>
              <a:gd name="connsiteX40" fmla="*/ 1088232 w 1281444"/>
              <a:gd name="connsiteY40" fmla="*/ 667977 h 1629350"/>
              <a:gd name="connsiteX41" fmla="*/ 1149268 w 1281444"/>
              <a:gd name="connsiteY41" fmla="*/ 621291 h 1629350"/>
              <a:gd name="connsiteX42" fmla="*/ 1200446 w 1281444"/>
              <a:gd name="connsiteY42" fmla="*/ 567323 h 1629350"/>
              <a:gd name="connsiteX43" fmla="*/ 1202685 w 1281444"/>
              <a:gd name="connsiteY43" fmla="*/ 508898 h 1629350"/>
              <a:gd name="connsiteX44" fmla="*/ 1151135 w 1281444"/>
              <a:gd name="connsiteY44" fmla="*/ 489356 h 1629350"/>
              <a:gd name="connsiteX45" fmla="*/ 1132943 w 1281444"/>
              <a:gd name="connsiteY45" fmla="*/ 493237 h 1629350"/>
              <a:gd name="connsiteX46" fmla="*/ 1006184 w 1281444"/>
              <a:gd name="connsiteY46" fmla="*/ 574465 h 1629350"/>
              <a:gd name="connsiteX47" fmla="*/ 1088232 w 1281444"/>
              <a:gd name="connsiteY47" fmla="*/ 667977 h 1629350"/>
              <a:gd name="connsiteX48" fmla="*/ 61589 w 1281444"/>
              <a:gd name="connsiteY48" fmla="*/ 1463509 h 1629350"/>
              <a:gd name="connsiteX49" fmla="*/ 180892 w 1281444"/>
              <a:gd name="connsiteY49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772072 w 1281444"/>
              <a:gd name="connsiteY7" fmla="*/ 282336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814534 w 1281444"/>
              <a:gd name="connsiteY6" fmla="*/ 535844 h 1629350"/>
              <a:gd name="connsiteX7" fmla="*/ 772072 w 1281444"/>
              <a:gd name="connsiteY7" fmla="*/ 282336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814534 w 1281444"/>
              <a:gd name="connsiteY6" fmla="*/ 535844 h 1629350"/>
              <a:gd name="connsiteX7" fmla="*/ 772558 w 1281444"/>
              <a:gd name="connsiteY7" fmla="*/ 272244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64976 h 1622667"/>
              <a:gd name="connsiteX1" fmla="*/ 1006422 w 1281444"/>
              <a:gd name="connsiteY1" fmla="*/ 486219 h 1622667"/>
              <a:gd name="connsiteX2" fmla="*/ 940185 w 1281444"/>
              <a:gd name="connsiteY2" fmla="*/ 465728 h 1622667"/>
              <a:gd name="connsiteX3" fmla="*/ 907497 w 1281444"/>
              <a:gd name="connsiteY3" fmla="*/ 505769 h 1622667"/>
              <a:gd name="connsiteX4" fmla="*/ 825794 w 1281444"/>
              <a:gd name="connsiteY4" fmla="*/ 583679 h 1622667"/>
              <a:gd name="connsiteX5" fmla="*/ 555390 w 1281444"/>
              <a:gd name="connsiteY5" fmla="*/ 738032 h 1622667"/>
              <a:gd name="connsiteX6" fmla="*/ 814534 w 1281444"/>
              <a:gd name="connsiteY6" fmla="*/ 529161 h 1622667"/>
              <a:gd name="connsiteX7" fmla="*/ 772558 w 1281444"/>
              <a:gd name="connsiteY7" fmla="*/ 265561 h 1622667"/>
              <a:gd name="connsiteX8" fmla="*/ 637256 w 1281444"/>
              <a:gd name="connsiteY8" fmla="*/ 31204 h 1622667"/>
              <a:gd name="connsiteX9" fmla="*/ 811979 w 1281444"/>
              <a:gd name="connsiteY9" fmla="*/ 9222 h 1622667"/>
              <a:gd name="connsiteX10" fmla="*/ 898903 w 1281444"/>
              <a:gd name="connsiteY10" fmla="*/ 43813 h 1622667"/>
              <a:gd name="connsiteX11" fmla="*/ 1059257 w 1281444"/>
              <a:gd name="connsiteY11" fmla="*/ 445451 h 1622667"/>
              <a:gd name="connsiteX12" fmla="*/ 1138096 w 1281444"/>
              <a:gd name="connsiteY12" fmla="*/ 418981 h 1622667"/>
              <a:gd name="connsiteX13" fmla="*/ 1205485 w 1281444"/>
              <a:gd name="connsiteY13" fmla="*/ 422919 h 1622667"/>
              <a:gd name="connsiteX14" fmla="*/ 1258472 w 1281444"/>
              <a:gd name="connsiteY14" fmla="*/ 464762 h 1622667"/>
              <a:gd name="connsiteX15" fmla="*/ 1259311 w 1281444"/>
              <a:gd name="connsiteY15" fmla="*/ 602182 h 1622667"/>
              <a:gd name="connsiteX16" fmla="*/ 1149087 w 1281444"/>
              <a:gd name="connsiteY16" fmla="*/ 719038 h 1622667"/>
              <a:gd name="connsiteX17" fmla="*/ 1119065 w 1281444"/>
              <a:gd name="connsiteY17" fmla="*/ 800940 h 1622667"/>
              <a:gd name="connsiteX18" fmla="*/ 831495 w 1281444"/>
              <a:gd name="connsiteY18" fmla="*/ 1073836 h 1622667"/>
              <a:gd name="connsiteX19" fmla="*/ 415206 w 1281444"/>
              <a:gd name="connsiteY19" fmla="*/ 1432343 h 1622667"/>
              <a:gd name="connsiteX20" fmla="*/ 266093 w 1281444"/>
              <a:gd name="connsiteY20" fmla="*/ 1565245 h 1622667"/>
              <a:gd name="connsiteX21" fmla="*/ 176738 w 1281444"/>
              <a:gd name="connsiteY21" fmla="*/ 1622667 h 1622667"/>
              <a:gd name="connsiteX22" fmla="*/ 0 w 1281444"/>
              <a:gd name="connsiteY22" fmla="*/ 1400653 h 1622667"/>
              <a:gd name="connsiteX23" fmla="*/ 18495 w 1281444"/>
              <a:gd name="connsiteY23" fmla="*/ 1375946 h 1622667"/>
              <a:gd name="connsiteX24" fmla="*/ 399040 w 1281444"/>
              <a:gd name="connsiteY24" fmla="*/ 1005923 h 1622667"/>
              <a:gd name="connsiteX25" fmla="*/ 808016 w 1281444"/>
              <a:gd name="connsiteY25" fmla="*/ 615903 h 1622667"/>
              <a:gd name="connsiteX26" fmla="*/ 887588 w 1281444"/>
              <a:gd name="connsiteY26" fmla="*/ 545714 h 1622667"/>
              <a:gd name="connsiteX27" fmla="*/ 965788 w 1281444"/>
              <a:gd name="connsiteY27" fmla="*/ 524701 h 1622667"/>
              <a:gd name="connsiteX28" fmla="*/ 20739 w 1281444"/>
              <a:gd name="connsiteY28" fmla="*/ 1464976 h 1622667"/>
              <a:gd name="connsiteX29" fmla="*/ 463711 w 1281444"/>
              <a:gd name="connsiteY29" fmla="*/ 1298523 h 1622667"/>
              <a:gd name="connsiteX30" fmla="*/ 1055561 w 1281444"/>
              <a:gd name="connsiteY30" fmla="*/ 753699 h 1622667"/>
              <a:gd name="connsiteX31" fmla="*/ 935242 w 1281444"/>
              <a:gd name="connsiteY31" fmla="*/ 592468 h 1622667"/>
              <a:gd name="connsiteX32" fmla="*/ 334132 w 1281444"/>
              <a:gd name="connsiteY32" fmla="*/ 1160842 h 1622667"/>
              <a:gd name="connsiteX33" fmla="*/ 463711 w 1281444"/>
              <a:gd name="connsiteY33" fmla="*/ 1298523 h 1622667"/>
              <a:gd name="connsiteX34" fmla="*/ 286351 w 1281444"/>
              <a:gd name="connsiteY34" fmla="*/ 1208173 h 1622667"/>
              <a:gd name="connsiteX35" fmla="*/ 74903 w 1281444"/>
              <a:gd name="connsiteY35" fmla="*/ 1405597 h 1622667"/>
              <a:gd name="connsiteX36" fmla="*/ 183590 w 1281444"/>
              <a:gd name="connsiteY36" fmla="*/ 1547377 h 1622667"/>
              <a:gd name="connsiteX37" fmla="*/ 396851 w 1281444"/>
              <a:gd name="connsiteY37" fmla="*/ 1352819 h 1622667"/>
              <a:gd name="connsiteX38" fmla="*/ 286351 w 1281444"/>
              <a:gd name="connsiteY38" fmla="*/ 1208173 h 1622667"/>
              <a:gd name="connsiteX39" fmla="*/ 1088232 w 1281444"/>
              <a:gd name="connsiteY39" fmla="*/ 661294 h 1622667"/>
              <a:gd name="connsiteX40" fmla="*/ 1149268 w 1281444"/>
              <a:gd name="connsiteY40" fmla="*/ 614608 h 1622667"/>
              <a:gd name="connsiteX41" fmla="*/ 1200446 w 1281444"/>
              <a:gd name="connsiteY41" fmla="*/ 560640 h 1622667"/>
              <a:gd name="connsiteX42" fmla="*/ 1202685 w 1281444"/>
              <a:gd name="connsiteY42" fmla="*/ 502215 h 1622667"/>
              <a:gd name="connsiteX43" fmla="*/ 1151135 w 1281444"/>
              <a:gd name="connsiteY43" fmla="*/ 482673 h 1622667"/>
              <a:gd name="connsiteX44" fmla="*/ 1132943 w 1281444"/>
              <a:gd name="connsiteY44" fmla="*/ 486554 h 1622667"/>
              <a:gd name="connsiteX45" fmla="*/ 1006184 w 1281444"/>
              <a:gd name="connsiteY45" fmla="*/ 567782 h 1622667"/>
              <a:gd name="connsiteX46" fmla="*/ 1088232 w 1281444"/>
              <a:gd name="connsiteY46" fmla="*/ 661294 h 1622667"/>
              <a:gd name="connsiteX47" fmla="*/ 61589 w 1281444"/>
              <a:gd name="connsiteY47" fmla="*/ 1456826 h 1622667"/>
              <a:gd name="connsiteX48" fmla="*/ 180892 w 1281444"/>
              <a:gd name="connsiteY48" fmla="*/ 1564780 h 1622667"/>
              <a:gd name="connsiteX0" fmla="*/ 20739 w 1281444"/>
              <a:gd name="connsiteY0" fmla="*/ 1627346 h 1785037"/>
              <a:gd name="connsiteX1" fmla="*/ 1006422 w 1281444"/>
              <a:gd name="connsiteY1" fmla="*/ 648589 h 1785037"/>
              <a:gd name="connsiteX2" fmla="*/ 940185 w 1281444"/>
              <a:gd name="connsiteY2" fmla="*/ 628098 h 1785037"/>
              <a:gd name="connsiteX3" fmla="*/ 907497 w 1281444"/>
              <a:gd name="connsiteY3" fmla="*/ 668139 h 1785037"/>
              <a:gd name="connsiteX4" fmla="*/ 825794 w 1281444"/>
              <a:gd name="connsiteY4" fmla="*/ 746049 h 1785037"/>
              <a:gd name="connsiteX5" fmla="*/ 555390 w 1281444"/>
              <a:gd name="connsiteY5" fmla="*/ 900402 h 1785037"/>
              <a:gd name="connsiteX6" fmla="*/ 814534 w 1281444"/>
              <a:gd name="connsiteY6" fmla="*/ 691531 h 1785037"/>
              <a:gd name="connsiteX7" fmla="*/ 772558 w 1281444"/>
              <a:gd name="connsiteY7" fmla="*/ 427931 h 1785037"/>
              <a:gd name="connsiteX8" fmla="*/ 637256 w 1281444"/>
              <a:gd name="connsiteY8" fmla="*/ 193574 h 1785037"/>
              <a:gd name="connsiteX9" fmla="*/ 784835 w 1281444"/>
              <a:gd name="connsiteY9" fmla="*/ 26 h 1785037"/>
              <a:gd name="connsiteX10" fmla="*/ 898903 w 1281444"/>
              <a:gd name="connsiteY10" fmla="*/ 206183 h 1785037"/>
              <a:gd name="connsiteX11" fmla="*/ 1059257 w 1281444"/>
              <a:gd name="connsiteY11" fmla="*/ 607821 h 1785037"/>
              <a:gd name="connsiteX12" fmla="*/ 1138096 w 1281444"/>
              <a:gd name="connsiteY12" fmla="*/ 581351 h 1785037"/>
              <a:gd name="connsiteX13" fmla="*/ 1205485 w 1281444"/>
              <a:gd name="connsiteY13" fmla="*/ 585289 h 1785037"/>
              <a:gd name="connsiteX14" fmla="*/ 1258472 w 1281444"/>
              <a:gd name="connsiteY14" fmla="*/ 627132 h 1785037"/>
              <a:gd name="connsiteX15" fmla="*/ 1259311 w 1281444"/>
              <a:gd name="connsiteY15" fmla="*/ 764552 h 1785037"/>
              <a:gd name="connsiteX16" fmla="*/ 1149087 w 1281444"/>
              <a:gd name="connsiteY16" fmla="*/ 881408 h 1785037"/>
              <a:gd name="connsiteX17" fmla="*/ 1119065 w 1281444"/>
              <a:gd name="connsiteY17" fmla="*/ 963310 h 1785037"/>
              <a:gd name="connsiteX18" fmla="*/ 831495 w 1281444"/>
              <a:gd name="connsiteY18" fmla="*/ 1236206 h 1785037"/>
              <a:gd name="connsiteX19" fmla="*/ 415206 w 1281444"/>
              <a:gd name="connsiteY19" fmla="*/ 1594713 h 1785037"/>
              <a:gd name="connsiteX20" fmla="*/ 266093 w 1281444"/>
              <a:gd name="connsiteY20" fmla="*/ 1727615 h 1785037"/>
              <a:gd name="connsiteX21" fmla="*/ 176738 w 1281444"/>
              <a:gd name="connsiteY21" fmla="*/ 1785037 h 1785037"/>
              <a:gd name="connsiteX22" fmla="*/ 0 w 1281444"/>
              <a:gd name="connsiteY22" fmla="*/ 1563023 h 1785037"/>
              <a:gd name="connsiteX23" fmla="*/ 18495 w 1281444"/>
              <a:gd name="connsiteY23" fmla="*/ 1538316 h 1785037"/>
              <a:gd name="connsiteX24" fmla="*/ 399040 w 1281444"/>
              <a:gd name="connsiteY24" fmla="*/ 1168293 h 1785037"/>
              <a:gd name="connsiteX25" fmla="*/ 808016 w 1281444"/>
              <a:gd name="connsiteY25" fmla="*/ 778273 h 1785037"/>
              <a:gd name="connsiteX26" fmla="*/ 887588 w 1281444"/>
              <a:gd name="connsiteY26" fmla="*/ 708084 h 1785037"/>
              <a:gd name="connsiteX27" fmla="*/ 965788 w 1281444"/>
              <a:gd name="connsiteY27" fmla="*/ 687071 h 1785037"/>
              <a:gd name="connsiteX28" fmla="*/ 20739 w 1281444"/>
              <a:gd name="connsiteY28" fmla="*/ 1627346 h 1785037"/>
              <a:gd name="connsiteX29" fmla="*/ 463711 w 1281444"/>
              <a:gd name="connsiteY29" fmla="*/ 1460893 h 1785037"/>
              <a:gd name="connsiteX30" fmla="*/ 1055561 w 1281444"/>
              <a:gd name="connsiteY30" fmla="*/ 916069 h 1785037"/>
              <a:gd name="connsiteX31" fmla="*/ 935242 w 1281444"/>
              <a:gd name="connsiteY31" fmla="*/ 754838 h 1785037"/>
              <a:gd name="connsiteX32" fmla="*/ 334132 w 1281444"/>
              <a:gd name="connsiteY32" fmla="*/ 1323212 h 1785037"/>
              <a:gd name="connsiteX33" fmla="*/ 463711 w 1281444"/>
              <a:gd name="connsiteY33" fmla="*/ 1460893 h 1785037"/>
              <a:gd name="connsiteX34" fmla="*/ 286351 w 1281444"/>
              <a:gd name="connsiteY34" fmla="*/ 1370543 h 1785037"/>
              <a:gd name="connsiteX35" fmla="*/ 74903 w 1281444"/>
              <a:gd name="connsiteY35" fmla="*/ 1567967 h 1785037"/>
              <a:gd name="connsiteX36" fmla="*/ 183590 w 1281444"/>
              <a:gd name="connsiteY36" fmla="*/ 1709747 h 1785037"/>
              <a:gd name="connsiteX37" fmla="*/ 396851 w 1281444"/>
              <a:gd name="connsiteY37" fmla="*/ 1515189 h 1785037"/>
              <a:gd name="connsiteX38" fmla="*/ 286351 w 1281444"/>
              <a:gd name="connsiteY38" fmla="*/ 1370543 h 1785037"/>
              <a:gd name="connsiteX39" fmla="*/ 1088232 w 1281444"/>
              <a:gd name="connsiteY39" fmla="*/ 823664 h 1785037"/>
              <a:gd name="connsiteX40" fmla="*/ 1149268 w 1281444"/>
              <a:gd name="connsiteY40" fmla="*/ 776978 h 1785037"/>
              <a:gd name="connsiteX41" fmla="*/ 1200446 w 1281444"/>
              <a:gd name="connsiteY41" fmla="*/ 723010 h 1785037"/>
              <a:gd name="connsiteX42" fmla="*/ 1202685 w 1281444"/>
              <a:gd name="connsiteY42" fmla="*/ 664585 h 1785037"/>
              <a:gd name="connsiteX43" fmla="*/ 1151135 w 1281444"/>
              <a:gd name="connsiteY43" fmla="*/ 645043 h 1785037"/>
              <a:gd name="connsiteX44" fmla="*/ 1132943 w 1281444"/>
              <a:gd name="connsiteY44" fmla="*/ 648924 h 1785037"/>
              <a:gd name="connsiteX45" fmla="*/ 1006184 w 1281444"/>
              <a:gd name="connsiteY45" fmla="*/ 730152 h 1785037"/>
              <a:gd name="connsiteX46" fmla="*/ 1088232 w 1281444"/>
              <a:gd name="connsiteY46" fmla="*/ 823664 h 1785037"/>
              <a:gd name="connsiteX47" fmla="*/ 61589 w 1281444"/>
              <a:gd name="connsiteY47" fmla="*/ 1619196 h 1785037"/>
              <a:gd name="connsiteX48" fmla="*/ 180892 w 1281444"/>
              <a:gd name="connsiteY48" fmla="*/ 1727150 h 178503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40185 w 1281444"/>
              <a:gd name="connsiteY2" fmla="*/ 628528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65788 w 1281444"/>
              <a:gd name="connsiteY27" fmla="*/ 687501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65788 w 1281444"/>
              <a:gd name="connsiteY27" fmla="*/ 687501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14523 w 1281444"/>
              <a:gd name="connsiteY27" fmla="*/ 701892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482 w 1281444"/>
              <a:gd name="connsiteY0" fmla="*/ 1487650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86482 w 1281444"/>
              <a:gd name="connsiteY28" fmla="*/ 1487650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16841 w 1281444"/>
              <a:gd name="connsiteY5" fmla="*/ 791090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59204 w 1281444"/>
              <a:gd name="connsiteY4" fmla="*/ 658988 h 1785467"/>
              <a:gd name="connsiteX5" fmla="*/ 516841 w 1281444"/>
              <a:gd name="connsiteY5" fmla="*/ 791090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59204 w 1281444"/>
              <a:gd name="connsiteY4" fmla="*/ 65898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54376 w 1281444"/>
              <a:gd name="connsiteY5" fmla="*/ 910654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654376 w 1281444"/>
              <a:gd name="connsiteY5" fmla="*/ 910654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654376 w 1281444"/>
              <a:gd name="connsiteY5" fmla="*/ 910654 h 1785467"/>
              <a:gd name="connsiteX6" fmla="*/ 639981 w 1281444"/>
              <a:gd name="connsiteY6" fmla="*/ 606018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54376 w 1281444"/>
              <a:gd name="connsiteY6" fmla="*/ 910654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54376 w 1281444"/>
              <a:gd name="connsiteY6" fmla="*/ 910654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682770 w 1281444"/>
              <a:gd name="connsiteY0" fmla="*/ 971848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682770 w 1281444"/>
              <a:gd name="connsiteY29" fmla="*/ 971848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09372 w 1281444"/>
              <a:gd name="connsiteY0" fmla="*/ 657570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7474 w 1281444"/>
              <a:gd name="connsiteY6" fmla="*/ 854660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58887 w 1281444"/>
              <a:gd name="connsiteY6" fmla="*/ 91373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43188 w 1281444"/>
              <a:gd name="connsiteY2" fmla="*/ 706216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27328 w 1281444"/>
              <a:gd name="connsiteY28" fmla="*/ 769672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78278 w 1281444"/>
              <a:gd name="connsiteY5" fmla="*/ 896122 h 1785467"/>
              <a:gd name="connsiteX6" fmla="*/ 634661 w 1281444"/>
              <a:gd name="connsiteY6" fmla="*/ 934991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34661 w 1281444"/>
              <a:gd name="connsiteY6" fmla="*/ 934991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1519 w 1281444"/>
              <a:gd name="connsiteY47" fmla="*/ 143429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253299 w 1281444"/>
              <a:gd name="connsiteY46" fmla="*/ 1349017 h 1785467"/>
              <a:gd name="connsiteX47" fmla="*/ 181519 w 1281444"/>
              <a:gd name="connsiteY47" fmla="*/ 143429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66343 w 1281444"/>
              <a:gd name="connsiteY2" fmla="*/ 648044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05055 w 1281444"/>
              <a:gd name="connsiteY3" fmla="*/ 581964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05055 w 1281444"/>
              <a:gd name="connsiteY3" fmla="*/ 581964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53151 w 1281444"/>
              <a:gd name="connsiteY8" fmla="*/ 481370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439 h 1785314"/>
              <a:gd name="connsiteX1" fmla="*/ 880232 w 1281444"/>
              <a:gd name="connsiteY1" fmla="*/ 718205 h 1785314"/>
              <a:gd name="connsiteX2" fmla="*/ 835098 w 1281444"/>
              <a:gd name="connsiteY2" fmla="*/ 666616 h 1785314"/>
              <a:gd name="connsiteX3" fmla="*/ 805055 w 1281444"/>
              <a:gd name="connsiteY3" fmla="*/ 581811 h 1785314"/>
              <a:gd name="connsiteX4" fmla="*/ 690237 w 1281444"/>
              <a:gd name="connsiteY4" fmla="*/ 682455 h 1785314"/>
              <a:gd name="connsiteX5" fmla="*/ 690618 w 1281444"/>
              <a:gd name="connsiteY5" fmla="*/ 884762 h 1785314"/>
              <a:gd name="connsiteX6" fmla="*/ 627124 w 1281444"/>
              <a:gd name="connsiteY6" fmla="*/ 951333 h 1785314"/>
              <a:gd name="connsiteX7" fmla="*/ 639981 w 1281444"/>
              <a:gd name="connsiteY7" fmla="*/ 605865 h 1785314"/>
              <a:gd name="connsiteX8" fmla="*/ 753151 w 1281444"/>
              <a:gd name="connsiteY8" fmla="*/ 481217 h 1785314"/>
              <a:gd name="connsiteX9" fmla="*/ 652797 w 1281444"/>
              <a:gd name="connsiteY9" fmla="*/ 186170 h 1785314"/>
              <a:gd name="connsiteX10" fmla="*/ 784835 w 1281444"/>
              <a:gd name="connsiteY10" fmla="*/ 303 h 1785314"/>
              <a:gd name="connsiteX11" fmla="*/ 965403 w 1281444"/>
              <a:gd name="connsiteY11" fmla="*/ 155716 h 1785314"/>
              <a:gd name="connsiteX12" fmla="*/ 1059257 w 1281444"/>
              <a:gd name="connsiteY12" fmla="*/ 608098 h 1785314"/>
              <a:gd name="connsiteX13" fmla="*/ 1138096 w 1281444"/>
              <a:gd name="connsiteY13" fmla="*/ 581628 h 1785314"/>
              <a:gd name="connsiteX14" fmla="*/ 1205485 w 1281444"/>
              <a:gd name="connsiteY14" fmla="*/ 585566 h 1785314"/>
              <a:gd name="connsiteX15" fmla="*/ 1258472 w 1281444"/>
              <a:gd name="connsiteY15" fmla="*/ 627409 h 1785314"/>
              <a:gd name="connsiteX16" fmla="*/ 1259311 w 1281444"/>
              <a:gd name="connsiteY16" fmla="*/ 764829 h 1785314"/>
              <a:gd name="connsiteX17" fmla="*/ 1149087 w 1281444"/>
              <a:gd name="connsiteY17" fmla="*/ 881685 h 1785314"/>
              <a:gd name="connsiteX18" fmla="*/ 1119065 w 1281444"/>
              <a:gd name="connsiteY18" fmla="*/ 963587 h 1785314"/>
              <a:gd name="connsiteX19" fmla="*/ 831495 w 1281444"/>
              <a:gd name="connsiteY19" fmla="*/ 1236483 h 1785314"/>
              <a:gd name="connsiteX20" fmla="*/ 415206 w 1281444"/>
              <a:gd name="connsiteY20" fmla="*/ 1594990 h 1785314"/>
              <a:gd name="connsiteX21" fmla="*/ 266093 w 1281444"/>
              <a:gd name="connsiteY21" fmla="*/ 1727892 h 1785314"/>
              <a:gd name="connsiteX22" fmla="*/ 176738 w 1281444"/>
              <a:gd name="connsiteY22" fmla="*/ 1785314 h 1785314"/>
              <a:gd name="connsiteX23" fmla="*/ 0 w 1281444"/>
              <a:gd name="connsiteY23" fmla="*/ 1563300 h 1785314"/>
              <a:gd name="connsiteX24" fmla="*/ 18495 w 1281444"/>
              <a:gd name="connsiteY24" fmla="*/ 1538593 h 1785314"/>
              <a:gd name="connsiteX25" fmla="*/ 399040 w 1281444"/>
              <a:gd name="connsiteY25" fmla="*/ 1168570 h 1785314"/>
              <a:gd name="connsiteX26" fmla="*/ 808016 w 1281444"/>
              <a:gd name="connsiteY26" fmla="*/ 778550 h 1785314"/>
              <a:gd name="connsiteX27" fmla="*/ 863726 w 1281444"/>
              <a:gd name="connsiteY27" fmla="*/ 741439 h 1785314"/>
              <a:gd name="connsiteX28" fmla="*/ 463711 w 1281444"/>
              <a:gd name="connsiteY28" fmla="*/ 1461170 h 1785314"/>
              <a:gd name="connsiteX29" fmla="*/ 1055561 w 1281444"/>
              <a:gd name="connsiteY29" fmla="*/ 916346 h 1785314"/>
              <a:gd name="connsiteX30" fmla="*/ 935242 w 1281444"/>
              <a:gd name="connsiteY30" fmla="*/ 755115 h 1785314"/>
              <a:gd name="connsiteX31" fmla="*/ 334132 w 1281444"/>
              <a:gd name="connsiteY31" fmla="*/ 1323489 h 1785314"/>
              <a:gd name="connsiteX32" fmla="*/ 463711 w 1281444"/>
              <a:gd name="connsiteY32" fmla="*/ 1461170 h 1785314"/>
              <a:gd name="connsiteX33" fmla="*/ 286351 w 1281444"/>
              <a:gd name="connsiteY33" fmla="*/ 1370820 h 1785314"/>
              <a:gd name="connsiteX34" fmla="*/ 74903 w 1281444"/>
              <a:gd name="connsiteY34" fmla="*/ 1568244 h 1785314"/>
              <a:gd name="connsiteX35" fmla="*/ 183590 w 1281444"/>
              <a:gd name="connsiteY35" fmla="*/ 1710024 h 1785314"/>
              <a:gd name="connsiteX36" fmla="*/ 396851 w 1281444"/>
              <a:gd name="connsiteY36" fmla="*/ 1515466 h 1785314"/>
              <a:gd name="connsiteX37" fmla="*/ 286351 w 1281444"/>
              <a:gd name="connsiteY37" fmla="*/ 1370820 h 1785314"/>
              <a:gd name="connsiteX38" fmla="*/ 1088232 w 1281444"/>
              <a:gd name="connsiteY38" fmla="*/ 823941 h 1785314"/>
              <a:gd name="connsiteX39" fmla="*/ 1149268 w 1281444"/>
              <a:gd name="connsiteY39" fmla="*/ 777255 h 1785314"/>
              <a:gd name="connsiteX40" fmla="*/ 1200446 w 1281444"/>
              <a:gd name="connsiteY40" fmla="*/ 723287 h 1785314"/>
              <a:gd name="connsiteX41" fmla="*/ 1202685 w 1281444"/>
              <a:gd name="connsiteY41" fmla="*/ 664862 h 1785314"/>
              <a:gd name="connsiteX42" fmla="*/ 1151135 w 1281444"/>
              <a:gd name="connsiteY42" fmla="*/ 645320 h 1785314"/>
              <a:gd name="connsiteX43" fmla="*/ 1132943 w 1281444"/>
              <a:gd name="connsiteY43" fmla="*/ 649201 h 1785314"/>
              <a:gd name="connsiteX44" fmla="*/ 1006184 w 1281444"/>
              <a:gd name="connsiteY44" fmla="*/ 730429 h 1785314"/>
              <a:gd name="connsiteX45" fmla="*/ 1088232 w 1281444"/>
              <a:gd name="connsiteY45" fmla="*/ 823941 h 1785314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35098 w 1281444"/>
              <a:gd name="connsiteY2" fmla="*/ 666394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59393 w 1281444"/>
              <a:gd name="connsiteY0" fmla="*/ 761237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59393 w 1281444"/>
              <a:gd name="connsiteY27" fmla="*/ 76123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57127 w 1281444"/>
              <a:gd name="connsiteY0" fmla="*/ 80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57127 w 1281444"/>
              <a:gd name="connsiteY27" fmla="*/ 808328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74903 w 1281444"/>
              <a:gd name="connsiteY33" fmla="*/ 1568022 h 1785092"/>
              <a:gd name="connsiteX34" fmla="*/ 183590 w 1281444"/>
              <a:gd name="connsiteY34" fmla="*/ 1709802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74903 w 1281444"/>
              <a:gd name="connsiteY33" fmla="*/ 1568022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154390 w 1281444"/>
              <a:gd name="connsiteY33" fmla="*/ 1492617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06635 w 1281444"/>
              <a:gd name="connsiteY24" fmla="*/ 1458324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154390 w 1281444"/>
              <a:gd name="connsiteY33" fmla="*/ 1492617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735231 w 1208659"/>
              <a:gd name="connsiteY0" fmla="*/ 778328 h 1797191"/>
              <a:gd name="connsiteX1" fmla="*/ 783739 w 1208659"/>
              <a:gd name="connsiteY1" fmla="*/ 720213 h 1797191"/>
              <a:gd name="connsiteX2" fmla="*/ 776415 w 1208659"/>
              <a:gd name="connsiteY2" fmla="*/ 653587 h 1797191"/>
              <a:gd name="connsiteX3" fmla="*/ 732270 w 1208659"/>
              <a:gd name="connsiteY3" fmla="*/ 581589 h 1797191"/>
              <a:gd name="connsiteX4" fmla="*/ 617452 w 1208659"/>
              <a:gd name="connsiteY4" fmla="*/ 682233 h 1797191"/>
              <a:gd name="connsiteX5" fmla="*/ 617833 w 1208659"/>
              <a:gd name="connsiteY5" fmla="*/ 884540 h 1797191"/>
              <a:gd name="connsiteX6" fmla="*/ 554339 w 1208659"/>
              <a:gd name="connsiteY6" fmla="*/ 951111 h 1797191"/>
              <a:gd name="connsiteX7" fmla="*/ 567196 w 1208659"/>
              <a:gd name="connsiteY7" fmla="*/ 605643 h 1797191"/>
              <a:gd name="connsiteX8" fmla="*/ 680366 w 1208659"/>
              <a:gd name="connsiteY8" fmla="*/ 480995 h 1797191"/>
              <a:gd name="connsiteX9" fmla="*/ 611095 w 1208659"/>
              <a:gd name="connsiteY9" fmla="*/ 170587 h 1797191"/>
              <a:gd name="connsiteX10" fmla="*/ 712050 w 1208659"/>
              <a:gd name="connsiteY10" fmla="*/ 81 h 1797191"/>
              <a:gd name="connsiteX11" fmla="*/ 892618 w 1208659"/>
              <a:gd name="connsiteY11" fmla="*/ 155494 h 1797191"/>
              <a:gd name="connsiteX12" fmla="*/ 986472 w 1208659"/>
              <a:gd name="connsiteY12" fmla="*/ 607876 h 1797191"/>
              <a:gd name="connsiteX13" fmla="*/ 1065311 w 1208659"/>
              <a:gd name="connsiteY13" fmla="*/ 581406 h 1797191"/>
              <a:gd name="connsiteX14" fmla="*/ 1132700 w 1208659"/>
              <a:gd name="connsiteY14" fmla="*/ 585344 h 1797191"/>
              <a:gd name="connsiteX15" fmla="*/ 1185687 w 1208659"/>
              <a:gd name="connsiteY15" fmla="*/ 627187 h 1797191"/>
              <a:gd name="connsiteX16" fmla="*/ 1186526 w 1208659"/>
              <a:gd name="connsiteY16" fmla="*/ 764607 h 1797191"/>
              <a:gd name="connsiteX17" fmla="*/ 1076302 w 1208659"/>
              <a:gd name="connsiteY17" fmla="*/ 881463 h 1797191"/>
              <a:gd name="connsiteX18" fmla="*/ 1046280 w 1208659"/>
              <a:gd name="connsiteY18" fmla="*/ 963365 h 1797191"/>
              <a:gd name="connsiteX19" fmla="*/ 758710 w 1208659"/>
              <a:gd name="connsiteY19" fmla="*/ 1236261 h 1797191"/>
              <a:gd name="connsiteX20" fmla="*/ 342421 w 1208659"/>
              <a:gd name="connsiteY20" fmla="*/ 1594768 h 1797191"/>
              <a:gd name="connsiteX21" fmla="*/ 193308 w 1208659"/>
              <a:gd name="connsiteY21" fmla="*/ 1727670 h 1797191"/>
              <a:gd name="connsiteX22" fmla="*/ 103953 w 1208659"/>
              <a:gd name="connsiteY22" fmla="*/ 1785092 h 1797191"/>
              <a:gd name="connsiteX23" fmla="*/ 3015 w 1208659"/>
              <a:gd name="connsiteY23" fmla="*/ 1494239 h 1797191"/>
              <a:gd name="connsiteX24" fmla="*/ 33850 w 1208659"/>
              <a:gd name="connsiteY24" fmla="*/ 1458324 h 1797191"/>
              <a:gd name="connsiteX25" fmla="*/ 326255 w 1208659"/>
              <a:gd name="connsiteY25" fmla="*/ 1168348 h 1797191"/>
              <a:gd name="connsiteX26" fmla="*/ 735231 w 1208659"/>
              <a:gd name="connsiteY26" fmla="*/ 778328 h 1797191"/>
              <a:gd name="connsiteX27" fmla="*/ 390926 w 1208659"/>
              <a:gd name="connsiteY27" fmla="*/ 1460948 h 1797191"/>
              <a:gd name="connsiteX28" fmla="*/ 982776 w 1208659"/>
              <a:gd name="connsiteY28" fmla="*/ 916124 h 1797191"/>
              <a:gd name="connsiteX29" fmla="*/ 862457 w 1208659"/>
              <a:gd name="connsiteY29" fmla="*/ 754893 h 1797191"/>
              <a:gd name="connsiteX30" fmla="*/ 261347 w 1208659"/>
              <a:gd name="connsiteY30" fmla="*/ 1323267 h 1797191"/>
              <a:gd name="connsiteX31" fmla="*/ 390926 w 1208659"/>
              <a:gd name="connsiteY31" fmla="*/ 1460948 h 1797191"/>
              <a:gd name="connsiteX32" fmla="*/ 213566 w 1208659"/>
              <a:gd name="connsiteY32" fmla="*/ 1370598 h 1797191"/>
              <a:gd name="connsiteX33" fmla="*/ 81605 w 1208659"/>
              <a:gd name="connsiteY33" fmla="*/ 1492617 h 1797191"/>
              <a:gd name="connsiteX34" fmla="*/ 202470 w 1208659"/>
              <a:gd name="connsiteY34" fmla="*/ 1626555 h 1797191"/>
              <a:gd name="connsiteX35" fmla="*/ 324066 w 1208659"/>
              <a:gd name="connsiteY35" fmla="*/ 1515244 h 1797191"/>
              <a:gd name="connsiteX36" fmla="*/ 213566 w 1208659"/>
              <a:gd name="connsiteY36" fmla="*/ 1370598 h 1797191"/>
              <a:gd name="connsiteX37" fmla="*/ 1015447 w 1208659"/>
              <a:gd name="connsiteY37" fmla="*/ 823719 h 1797191"/>
              <a:gd name="connsiteX38" fmla="*/ 1076483 w 1208659"/>
              <a:gd name="connsiteY38" fmla="*/ 777033 h 1797191"/>
              <a:gd name="connsiteX39" fmla="*/ 1127661 w 1208659"/>
              <a:gd name="connsiteY39" fmla="*/ 723065 h 1797191"/>
              <a:gd name="connsiteX40" fmla="*/ 1129900 w 1208659"/>
              <a:gd name="connsiteY40" fmla="*/ 664640 h 1797191"/>
              <a:gd name="connsiteX41" fmla="*/ 1078350 w 1208659"/>
              <a:gd name="connsiteY41" fmla="*/ 645098 h 1797191"/>
              <a:gd name="connsiteX42" fmla="*/ 1060158 w 1208659"/>
              <a:gd name="connsiteY42" fmla="*/ 648979 h 1797191"/>
              <a:gd name="connsiteX43" fmla="*/ 933399 w 1208659"/>
              <a:gd name="connsiteY43" fmla="*/ 730207 h 1797191"/>
              <a:gd name="connsiteX44" fmla="*/ 1015447 w 1208659"/>
              <a:gd name="connsiteY44" fmla="*/ 823719 h 1797191"/>
              <a:gd name="connsiteX0" fmla="*/ 735231 w 1208659"/>
              <a:gd name="connsiteY0" fmla="*/ 778328 h 1788761"/>
              <a:gd name="connsiteX1" fmla="*/ 783739 w 1208659"/>
              <a:gd name="connsiteY1" fmla="*/ 720213 h 1788761"/>
              <a:gd name="connsiteX2" fmla="*/ 776415 w 1208659"/>
              <a:gd name="connsiteY2" fmla="*/ 653587 h 1788761"/>
              <a:gd name="connsiteX3" fmla="*/ 732270 w 1208659"/>
              <a:gd name="connsiteY3" fmla="*/ 581589 h 1788761"/>
              <a:gd name="connsiteX4" fmla="*/ 617452 w 1208659"/>
              <a:gd name="connsiteY4" fmla="*/ 682233 h 1788761"/>
              <a:gd name="connsiteX5" fmla="*/ 617833 w 1208659"/>
              <a:gd name="connsiteY5" fmla="*/ 884540 h 1788761"/>
              <a:gd name="connsiteX6" fmla="*/ 554339 w 1208659"/>
              <a:gd name="connsiteY6" fmla="*/ 951111 h 1788761"/>
              <a:gd name="connsiteX7" fmla="*/ 567196 w 1208659"/>
              <a:gd name="connsiteY7" fmla="*/ 605643 h 1788761"/>
              <a:gd name="connsiteX8" fmla="*/ 680366 w 1208659"/>
              <a:gd name="connsiteY8" fmla="*/ 480995 h 1788761"/>
              <a:gd name="connsiteX9" fmla="*/ 611095 w 1208659"/>
              <a:gd name="connsiteY9" fmla="*/ 170587 h 1788761"/>
              <a:gd name="connsiteX10" fmla="*/ 712050 w 1208659"/>
              <a:gd name="connsiteY10" fmla="*/ 81 h 1788761"/>
              <a:gd name="connsiteX11" fmla="*/ 892618 w 1208659"/>
              <a:gd name="connsiteY11" fmla="*/ 155494 h 1788761"/>
              <a:gd name="connsiteX12" fmla="*/ 986472 w 1208659"/>
              <a:gd name="connsiteY12" fmla="*/ 607876 h 1788761"/>
              <a:gd name="connsiteX13" fmla="*/ 1065311 w 1208659"/>
              <a:gd name="connsiteY13" fmla="*/ 581406 h 1788761"/>
              <a:gd name="connsiteX14" fmla="*/ 1132700 w 1208659"/>
              <a:gd name="connsiteY14" fmla="*/ 585344 h 1788761"/>
              <a:gd name="connsiteX15" fmla="*/ 1185687 w 1208659"/>
              <a:gd name="connsiteY15" fmla="*/ 627187 h 1788761"/>
              <a:gd name="connsiteX16" fmla="*/ 1186526 w 1208659"/>
              <a:gd name="connsiteY16" fmla="*/ 764607 h 1788761"/>
              <a:gd name="connsiteX17" fmla="*/ 1076302 w 1208659"/>
              <a:gd name="connsiteY17" fmla="*/ 881463 h 1788761"/>
              <a:gd name="connsiteX18" fmla="*/ 1046280 w 1208659"/>
              <a:gd name="connsiteY18" fmla="*/ 963365 h 1788761"/>
              <a:gd name="connsiteX19" fmla="*/ 758710 w 1208659"/>
              <a:gd name="connsiteY19" fmla="*/ 1236261 h 1788761"/>
              <a:gd name="connsiteX20" fmla="*/ 342421 w 1208659"/>
              <a:gd name="connsiteY20" fmla="*/ 1594768 h 1788761"/>
              <a:gd name="connsiteX21" fmla="*/ 274396 w 1208659"/>
              <a:gd name="connsiteY21" fmla="*/ 1654027 h 1788761"/>
              <a:gd name="connsiteX22" fmla="*/ 103953 w 1208659"/>
              <a:gd name="connsiteY22" fmla="*/ 1785092 h 1788761"/>
              <a:gd name="connsiteX23" fmla="*/ 3015 w 1208659"/>
              <a:gd name="connsiteY23" fmla="*/ 1494239 h 1788761"/>
              <a:gd name="connsiteX24" fmla="*/ 33850 w 1208659"/>
              <a:gd name="connsiteY24" fmla="*/ 1458324 h 1788761"/>
              <a:gd name="connsiteX25" fmla="*/ 326255 w 1208659"/>
              <a:gd name="connsiteY25" fmla="*/ 1168348 h 1788761"/>
              <a:gd name="connsiteX26" fmla="*/ 735231 w 1208659"/>
              <a:gd name="connsiteY26" fmla="*/ 778328 h 1788761"/>
              <a:gd name="connsiteX27" fmla="*/ 390926 w 1208659"/>
              <a:gd name="connsiteY27" fmla="*/ 1460948 h 1788761"/>
              <a:gd name="connsiteX28" fmla="*/ 982776 w 1208659"/>
              <a:gd name="connsiteY28" fmla="*/ 916124 h 1788761"/>
              <a:gd name="connsiteX29" fmla="*/ 862457 w 1208659"/>
              <a:gd name="connsiteY29" fmla="*/ 754893 h 1788761"/>
              <a:gd name="connsiteX30" fmla="*/ 261347 w 1208659"/>
              <a:gd name="connsiteY30" fmla="*/ 1323267 h 1788761"/>
              <a:gd name="connsiteX31" fmla="*/ 390926 w 1208659"/>
              <a:gd name="connsiteY31" fmla="*/ 1460948 h 1788761"/>
              <a:gd name="connsiteX32" fmla="*/ 213566 w 1208659"/>
              <a:gd name="connsiteY32" fmla="*/ 1370598 h 1788761"/>
              <a:gd name="connsiteX33" fmla="*/ 81605 w 1208659"/>
              <a:gd name="connsiteY33" fmla="*/ 1492617 h 1788761"/>
              <a:gd name="connsiteX34" fmla="*/ 202470 w 1208659"/>
              <a:gd name="connsiteY34" fmla="*/ 1626555 h 1788761"/>
              <a:gd name="connsiteX35" fmla="*/ 324066 w 1208659"/>
              <a:gd name="connsiteY35" fmla="*/ 1515244 h 1788761"/>
              <a:gd name="connsiteX36" fmla="*/ 213566 w 1208659"/>
              <a:gd name="connsiteY36" fmla="*/ 1370598 h 1788761"/>
              <a:gd name="connsiteX37" fmla="*/ 1015447 w 1208659"/>
              <a:gd name="connsiteY37" fmla="*/ 823719 h 1788761"/>
              <a:gd name="connsiteX38" fmla="*/ 1076483 w 1208659"/>
              <a:gd name="connsiteY38" fmla="*/ 777033 h 1788761"/>
              <a:gd name="connsiteX39" fmla="*/ 1127661 w 1208659"/>
              <a:gd name="connsiteY39" fmla="*/ 723065 h 1788761"/>
              <a:gd name="connsiteX40" fmla="*/ 1129900 w 1208659"/>
              <a:gd name="connsiteY40" fmla="*/ 664640 h 1788761"/>
              <a:gd name="connsiteX41" fmla="*/ 1078350 w 1208659"/>
              <a:gd name="connsiteY41" fmla="*/ 645098 h 1788761"/>
              <a:gd name="connsiteX42" fmla="*/ 1060158 w 1208659"/>
              <a:gd name="connsiteY42" fmla="*/ 648979 h 1788761"/>
              <a:gd name="connsiteX43" fmla="*/ 933399 w 1208659"/>
              <a:gd name="connsiteY43" fmla="*/ 730207 h 1788761"/>
              <a:gd name="connsiteX44" fmla="*/ 1015447 w 1208659"/>
              <a:gd name="connsiteY44" fmla="*/ 823719 h 1788761"/>
              <a:gd name="connsiteX0" fmla="*/ 735231 w 1208659"/>
              <a:gd name="connsiteY0" fmla="*/ 778328 h 1710181"/>
              <a:gd name="connsiteX1" fmla="*/ 783739 w 1208659"/>
              <a:gd name="connsiteY1" fmla="*/ 720213 h 1710181"/>
              <a:gd name="connsiteX2" fmla="*/ 776415 w 1208659"/>
              <a:gd name="connsiteY2" fmla="*/ 653587 h 1710181"/>
              <a:gd name="connsiteX3" fmla="*/ 732270 w 1208659"/>
              <a:gd name="connsiteY3" fmla="*/ 581589 h 1710181"/>
              <a:gd name="connsiteX4" fmla="*/ 617452 w 1208659"/>
              <a:gd name="connsiteY4" fmla="*/ 682233 h 1710181"/>
              <a:gd name="connsiteX5" fmla="*/ 617833 w 1208659"/>
              <a:gd name="connsiteY5" fmla="*/ 884540 h 1710181"/>
              <a:gd name="connsiteX6" fmla="*/ 554339 w 1208659"/>
              <a:gd name="connsiteY6" fmla="*/ 951111 h 1710181"/>
              <a:gd name="connsiteX7" fmla="*/ 567196 w 1208659"/>
              <a:gd name="connsiteY7" fmla="*/ 605643 h 1710181"/>
              <a:gd name="connsiteX8" fmla="*/ 680366 w 1208659"/>
              <a:gd name="connsiteY8" fmla="*/ 480995 h 1710181"/>
              <a:gd name="connsiteX9" fmla="*/ 611095 w 1208659"/>
              <a:gd name="connsiteY9" fmla="*/ 170587 h 1710181"/>
              <a:gd name="connsiteX10" fmla="*/ 712050 w 1208659"/>
              <a:gd name="connsiteY10" fmla="*/ 81 h 1710181"/>
              <a:gd name="connsiteX11" fmla="*/ 892618 w 1208659"/>
              <a:gd name="connsiteY11" fmla="*/ 155494 h 1710181"/>
              <a:gd name="connsiteX12" fmla="*/ 986472 w 1208659"/>
              <a:gd name="connsiteY12" fmla="*/ 607876 h 1710181"/>
              <a:gd name="connsiteX13" fmla="*/ 1065311 w 1208659"/>
              <a:gd name="connsiteY13" fmla="*/ 581406 h 1710181"/>
              <a:gd name="connsiteX14" fmla="*/ 1132700 w 1208659"/>
              <a:gd name="connsiteY14" fmla="*/ 585344 h 1710181"/>
              <a:gd name="connsiteX15" fmla="*/ 1185687 w 1208659"/>
              <a:gd name="connsiteY15" fmla="*/ 627187 h 1710181"/>
              <a:gd name="connsiteX16" fmla="*/ 1186526 w 1208659"/>
              <a:gd name="connsiteY16" fmla="*/ 764607 h 1710181"/>
              <a:gd name="connsiteX17" fmla="*/ 1076302 w 1208659"/>
              <a:gd name="connsiteY17" fmla="*/ 881463 h 1710181"/>
              <a:gd name="connsiteX18" fmla="*/ 1046280 w 1208659"/>
              <a:gd name="connsiteY18" fmla="*/ 963365 h 1710181"/>
              <a:gd name="connsiteX19" fmla="*/ 758710 w 1208659"/>
              <a:gd name="connsiteY19" fmla="*/ 1236261 h 1710181"/>
              <a:gd name="connsiteX20" fmla="*/ 342421 w 1208659"/>
              <a:gd name="connsiteY20" fmla="*/ 1594768 h 1710181"/>
              <a:gd name="connsiteX21" fmla="*/ 274396 w 1208659"/>
              <a:gd name="connsiteY21" fmla="*/ 1654027 h 1710181"/>
              <a:gd name="connsiteX22" fmla="*/ 190491 w 1208659"/>
              <a:gd name="connsiteY22" fmla="*/ 1703283 h 1710181"/>
              <a:gd name="connsiteX23" fmla="*/ 3015 w 1208659"/>
              <a:gd name="connsiteY23" fmla="*/ 1494239 h 1710181"/>
              <a:gd name="connsiteX24" fmla="*/ 33850 w 1208659"/>
              <a:gd name="connsiteY24" fmla="*/ 1458324 h 1710181"/>
              <a:gd name="connsiteX25" fmla="*/ 326255 w 1208659"/>
              <a:gd name="connsiteY25" fmla="*/ 1168348 h 1710181"/>
              <a:gd name="connsiteX26" fmla="*/ 735231 w 1208659"/>
              <a:gd name="connsiteY26" fmla="*/ 778328 h 1710181"/>
              <a:gd name="connsiteX27" fmla="*/ 390926 w 1208659"/>
              <a:gd name="connsiteY27" fmla="*/ 1460948 h 1710181"/>
              <a:gd name="connsiteX28" fmla="*/ 982776 w 1208659"/>
              <a:gd name="connsiteY28" fmla="*/ 916124 h 1710181"/>
              <a:gd name="connsiteX29" fmla="*/ 862457 w 1208659"/>
              <a:gd name="connsiteY29" fmla="*/ 754893 h 1710181"/>
              <a:gd name="connsiteX30" fmla="*/ 261347 w 1208659"/>
              <a:gd name="connsiteY30" fmla="*/ 1323267 h 1710181"/>
              <a:gd name="connsiteX31" fmla="*/ 390926 w 1208659"/>
              <a:gd name="connsiteY31" fmla="*/ 1460948 h 1710181"/>
              <a:gd name="connsiteX32" fmla="*/ 213566 w 1208659"/>
              <a:gd name="connsiteY32" fmla="*/ 1370598 h 1710181"/>
              <a:gd name="connsiteX33" fmla="*/ 81605 w 1208659"/>
              <a:gd name="connsiteY33" fmla="*/ 1492617 h 1710181"/>
              <a:gd name="connsiteX34" fmla="*/ 202470 w 1208659"/>
              <a:gd name="connsiteY34" fmla="*/ 1626555 h 1710181"/>
              <a:gd name="connsiteX35" fmla="*/ 324066 w 1208659"/>
              <a:gd name="connsiteY35" fmla="*/ 1515244 h 1710181"/>
              <a:gd name="connsiteX36" fmla="*/ 213566 w 1208659"/>
              <a:gd name="connsiteY36" fmla="*/ 1370598 h 1710181"/>
              <a:gd name="connsiteX37" fmla="*/ 1015447 w 1208659"/>
              <a:gd name="connsiteY37" fmla="*/ 823719 h 1710181"/>
              <a:gd name="connsiteX38" fmla="*/ 1076483 w 1208659"/>
              <a:gd name="connsiteY38" fmla="*/ 777033 h 1710181"/>
              <a:gd name="connsiteX39" fmla="*/ 1127661 w 1208659"/>
              <a:gd name="connsiteY39" fmla="*/ 723065 h 1710181"/>
              <a:gd name="connsiteX40" fmla="*/ 1129900 w 1208659"/>
              <a:gd name="connsiteY40" fmla="*/ 664640 h 1710181"/>
              <a:gd name="connsiteX41" fmla="*/ 1078350 w 1208659"/>
              <a:gd name="connsiteY41" fmla="*/ 645098 h 1710181"/>
              <a:gd name="connsiteX42" fmla="*/ 1060158 w 1208659"/>
              <a:gd name="connsiteY42" fmla="*/ 648979 h 1710181"/>
              <a:gd name="connsiteX43" fmla="*/ 933399 w 1208659"/>
              <a:gd name="connsiteY43" fmla="*/ 730207 h 1710181"/>
              <a:gd name="connsiteX44" fmla="*/ 1015447 w 1208659"/>
              <a:gd name="connsiteY44" fmla="*/ 823719 h 1710181"/>
              <a:gd name="connsiteX0" fmla="*/ 735231 w 1208659"/>
              <a:gd name="connsiteY0" fmla="*/ 778328 h 1699897"/>
              <a:gd name="connsiteX1" fmla="*/ 783739 w 1208659"/>
              <a:gd name="connsiteY1" fmla="*/ 720213 h 1699897"/>
              <a:gd name="connsiteX2" fmla="*/ 776415 w 1208659"/>
              <a:gd name="connsiteY2" fmla="*/ 653587 h 1699897"/>
              <a:gd name="connsiteX3" fmla="*/ 732270 w 1208659"/>
              <a:gd name="connsiteY3" fmla="*/ 581589 h 1699897"/>
              <a:gd name="connsiteX4" fmla="*/ 617452 w 1208659"/>
              <a:gd name="connsiteY4" fmla="*/ 682233 h 1699897"/>
              <a:gd name="connsiteX5" fmla="*/ 617833 w 1208659"/>
              <a:gd name="connsiteY5" fmla="*/ 884540 h 1699897"/>
              <a:gd name="connsiteX6" fmla="*/ 554339 w 1208659"/>
              <a:gd name="connsiteY6" fmla="*/ 951111 h 1699897"/>
              <a:gd name="connsiteX7" fmla="*/ 567196 w 1208659"/>
              <a:gd name="connsiteY7" fmla="*/ 605643 h 1699897"/>
              <a:gd name="connsiteX8" fmla="*/ 680366 w 1208659"/>
              <a:gd name="connsiteY8" fmla="*/ 480995 h 1699897"/>
              <a:gd name="connsiteX9" fmla="*/ 611095 w 1208659"/>
              <a:gd name="connsiteY9" fmla="*/ 170587 h 1699897"/>
              <a:gd name="connsiteX10" fmla="*/ 712050 w 1208659"/>
              <a:gd name="connsiteY10" fmla="*/ 81 h 1699897"/>
              <a:gd name="connsiteX11" fmla="*/ 892618 w 1208659"/>
              <a:gd name="connsiteY11" fmla="*/ 155494 h 1699897"/>
              <a:gd name="connsiteX12" fmla="*/ 986472 w 1208659"/>
              <a:gd name="connsiteY12" fmla="*/ 607876 h 1699897"/>
              <a:gd name="connsiteX13" fmla="*/ 1065311 w 1208659"/>
              <a:gd name="connsiteY13" fmla="*/ 581406 h 1699897"/>
              <a:gd name="connsiteX14" fmla="*/ 1132700 w 1208659"/>
              <a:gd name="connsiteY14" fmla="*/ 585344 h 1699897"/>
              <a:gd name="connsiteX15" fmla="*/ 1185687 w 1208659"/>
              <a:gd name="connsiteY15" fmla="*/ 627187 h 1699897"/>
              <a:gd name="connsiteX16" fmla="*/ 1186526 w 1208659"/>
              <a:gd name="connsiteY16" fmla="*/ 764607 h 1699897"/>
              <a:gd name="connsiteX17" fmla="*/ 1076302 w 1208659"/>
              <a:gd name="connsiteY17" fmla="*/ 881463 h 1699897"/>
              <a:gd name="connsiteX18" fmla="*/ 1046280 w 1208659"/>
              <a:gd name="connsiteY18" fmla="*/ 963365 h 1699897"/>
              <a:gd name="connsiteX19" fmla="*/ 758710 w 1208659"/>
              <a:gd name="connsiteY19" fmla="*/ 1236261 h 1699897"/>
              <a:gd name="connsiteX20" fmla="*/ 342421 w 1208659"/>
              <a:gd name="connsiteY20" fmla="*/ 1594768 h 1699897"/>
              <a:gd name="connsiteX21" fmla="*/ 274396 w 1208659"/>
              <a:gd name="connsiteY21" fmla="*/ 1654027 h 1699897"/>
              <a:gd name="connsiteX22" fmla="*/ 167430 w 1208659"/>
              <a:gd name="connsiteY22" fmla="*/ 1692059 h 1699897"/>
              <a:gd name="connsiteX23" fmla="*/ 3015 w 1208659"/>
              <a:gd name="connsiteY23" fmla="*/ 1494239 h 1699897"/>
              <a:gd name="connsiteX24" fmla="*/ 33850 w 1208659"/>
              <a:gd name="connsiteY24" fmla="*/ 1458324 h 1699897"/>
              <a:gd name="connsiteX25" fmla="*/ 326255 w 1208659"/>
              <a:gd name="connsiteY25" fmla="*/ 1168348 h 1699897"/>
              <a:gd name="connsiteX26" fmla="*/ 735231 w 1208659"/>
              <a:gd name="connsiteY26" fmla="*/ 778328 h 1699897"/>
              <a:gd name="connsiteX27" fmla="*/ 390926 w 1208659"/>
              <a:gd name="connsiteY27" fmla="*/ 1460948 h 1699897"/>
              <a:gd name="connsiteX28" fmla="*/ 982776 w 1208659"/>
              <a:gd name="connsiteY28" fmla="*/ 916124 h 1699897"/>
              <a:gd name="connsiteX29" fmla="*/ 862457 w 1208659"/>
              <a:gd name="connsiteY29" fmla="*/ 754893 h 1699897"/>
              <a:gd name="connsiteX30" fmla="*/ 261347 w 1208659"/>
              <a:gd name="connsiteY30" fmla="*/ 1323267 h 1699897"/>
              <a:gd name="connsiteX31" fmla="*/ 390926 w 1208659"/>
              <a:gd name="connsiteY31" fmla="*/ 1460948 h 1699897"/>
              <a:gd name="connsiteX32" fmla="*/ 213566 w 1208659"/>
              <a:gd name="connsiteY32" fmla="*/ 1370598 h 1699897"/>
              <a:gd name="connsiteX33" fmla="*/ 81605 w 1208659"/>
              <a:gd name="connsiteY33" fmla="*/ 1492617 h 1699897"/>
              <a:gd name="connsiteX34" fmla="*/ 202470 w 1208659"/>
              <a:gd name="connsiteY34" fmla="*/ 1626555 h 1699897"/>
              <a:gd name="connsiteX35" fmla="*/ 324066 w 1208659"/>
              <a:gd name="connsiteY35" fmla="*/ 1515244 h 1699897"/>
              <a:gd name="connsiteX36" fmla="*/ 213566 w 1208659"/>
              <a:gd name="connsiteY36" fmla="*/ 1370598 h 1699897"/>
              <a:gd name="connsiteX37" fmla="*/ 1015447 w 1208659"/>
              <a:gd name="connsiteY37" fmla="*/ 823719 h 1699897"/>
              <a:gd name="connsiteX38" fmla="*/ 1076483 w 1208659"/>
              <a:gd name="connsiteY38" fmla="*/ 777033 h 1699897"/>
              <a:gd name="connsiteX39" fmla="*/ 1127661 w 1208659"/>
              <a:gd name="connsiteY39" fmla="*/ 723065 h 1699897"/>
              <a:gd name="connsiteX40" fmla="*/ 1129900 w 1208659"/>
              <a:gd name="connsiteY40" fmla="*/ 664640 h 1699897"/>
              <a:gd name="connsiteX41" fmla="*/ 1078350 w 1208659"/>
              <a:gd name="connsiteY41" fmla="*/ 645098 h 1699897"/>
              <a:gd name="connsiteX42" fmla="*/ 1060158 w 1208659"/>
              <a:gd name="connsiteY42" fmla="*/ 648979 h 1699897"/>
              <a:gd name="connsiteX43" fmla="*/ 933399 w 1208659"/>
              <a:gd name="connsiteY43" fmla="*/ 730207 h 1699897"/>
              <a:gd name="connsiteX44" fmla="*/ 1015447 w 1208659"/>
              <a:gd name="connsiteY44" fmla="*/ 823719 h 1699897"/>
              <a:gd name="connsiteX0" fmla="*/ 735231 w 1208659"/>
              <a:gd name="connsiteY0" fmla="*/ 778328 h 1692734"/>
              <a:gd name="connsiteX1" fmla="*/ 783739 w 1208659"/>
              <a:gd name="connsiteY1" fmla="*/ 720213 h 1692734"/>
              <a:gd name="connsiteX2" fmla="*/ 776415 w 1208659"/>
              <a:gd name="connsiteY2" fmla="*/ 653587 h 1692734"/>
              <a:gd name="connsiteX3" fmla="*/ 732270 w 1208659"/>
              <a:gd name="connsiteY3" fmla="*/ 581589 h 1692734"/>
              <a:gd name="connsiteX4" fmla="*/ 617452 w 1208659"/>
              <a:gd name="connsiteY4" fmla="*/ 682233 h 1692734"/>
              <a:gd name="connsiteX5" fmla="*/ 617833 w 1208659"/>
              <a:gd name="connsiteY5" fmla="*/ 884540 h 1692734"/>
              <a:gd name="connsiteX6" fmla="*/ 554339 w 1208659"/>
              <a:gd name="connsiteY6" fmla="*/ 951111 h 1692734"/>
              <a:gd name="connsiteX7" fmla="*/ 567196 w 1208659"/>
              <a:gd name="connsiteY7" fmla="*/ 605643 h 1692734"/>
              <a:gd name="connsiteX8" fmla="*/ 680366 w 1208659"/>
              <a:gd name="connsiteY8" fmla="*/ 480995 h 1692734"/>
              <a:gd name="connsiteX9" fmla="*/ 611095 w 1208659"/>
              <a:gd name="connsiteY9" fmla="*/ 170587 h 1692734"/>
              <a:gd name="connsiteX10" fmla="*/ 712050 w 1208659"/>
              <a:gd name="connsiteY10" fmla="*/ 81 h 1692734"/>
              <a:gd name="connsiteX11" fmla="*/ 892618 w 1208659"/>
              <a:gd name="connsiteY11" fmla="*/ 155494 h 1692734"/>
              <a:gd name="connsiteX12" fmla="*/ 986472 w 1208659"/>
              <a:gd name="connsiteY12" fmla="*/ 607876 h 1692734"/>
              <a:gd name="connsiteX13" fmla="*/ 1065311 w 1208659"/>
              <a:gd name="connsiteY13" fmla="*/ 581406 h 1692734"/>
              <a:gd name="connsiteX14" fmla="*/ 1132700 w 1208659"/>
              <a:gd name="connsiteY14" fmla="*/ 585344 h 1692734"/>
              <a:gd name="connsiteX15" fmla="*/ 1185687 w 1208659"/>
              <a:gd name="connsiteY15" fmla="*/ 627187 h 1692734"/>
              <a:gd name="connsiteX16" fmla="*/ 1186526 w 1208659"/>
              <a:gd name="connsiteY16" fmla="*/ 764607 h 1692734"/>
              <a:gd name="connsiteX17" fmla="*/ 1076302 w 1208659"/>
              <a:gd name="connsiteY17" fmla="*/ 881463 h 1692734"/>
              <a:gd name="connsiteX18" fmla="*/ 1046280 w 1208659"/>
              <a:gd name="connsiteY18" fmla="*/ 963365 h 1692734"/>
              <a:gd name="connsiteX19" fmla="*/ 758710 w 1208659"/>
              <a:gd name="connsiteY19" fmla="*/ 1236261 h 1692734"/>
              <a:gd name="connsiteX20" fmla="*/ 342421 w 1208659"/>
              <a:gd name="connsiteY20" fmla="*/ 1594768 h 1692734"/>
              <a:gd name="connsiteX21" fmla="*/ 274396 w 1208659"/>
              <a:gd name="connsiteY21" fmla="*/ 1654027 h 1692734"/>
              <a:gd name="connsiteX22" fmla="*/ 176244 w 1208659"/>
              <a:gd name="connsiteY22" fmla="*/ 1684055 h 1692734"/>
              <a:gd name="connsiteX23" fmla="*/ 3015 w 1208659"/>
              <a:gd name="connsiteY23" fmla="*/ 1494239 h 1692734"/>
              <a:gd name="connsiteX24" fmla="*/ 33850 w 1208659"/>
              <a:gd name="connsiteY24" fmla="*/ 1458324 h 1692734"/>
              <a:gd name="connsiteX25" fmla="*/ 326255 w 1208659"/>
              <a:gd name="connsiteY25" fmla="*/ 1168348 h 1692734"/>
              <a:gd name="connsiteX26" fmla="*/ 735231 w 1208659"/>
              <a:gd name="connsiteY26" fmla="*/ 778328 h 1692734"/>
              <a:gd name="connsiteX27" fmla="*/ 390926 w 1208659"/>
              <a:gd name="connsiteY27" fmla="*/ 1460948 h 1692734"/>
              <a:gd name="connsiteX28" fmla="*/ 982776 w 1208659"/>
              <a:gd name="connsiteY28" fmla="*/ 916124 h 1692734"/>
              <a:gd name="connsiteX29" fmla="*/ 862457 w 1208659"/>
              <a:gd name="connsiteY29" fmla="*/ 754893 h 1692734"/>
              <a:gd name="connsiteX30" fmla="*/ 261347 w 1208659"/>
              <a:gd name="connsiteY30" fmla="*/ 1323267 h 1692734"/>
              <a:gd name="connsiteX31" fmla="*/ 390926 w 1208659"/>
              <a:gd name="connsiteY31" fmla="*/ 1460948 h 1692734"/>
              <a:gd name="connsiteX32" fmla="*/ 213566 w 1208659"/>
              <a:gd name="connsiteY32" fmla="*/ 1370598 h 1692734"/>
              <a:gd name="connsiteX33" fmla="*/ 81605 w 1208659"/>
              <a:gd name="connsiteY33" fmla="*/ 1492617 h 1692734"/>
              <a:gd name="connsiteX34" fmla="*/ 202470 w 1208659"/>
              <a:gd name="connsiteY34" fmla="*/ 1626555 h 1692734"/>
              <a:gd name="connsiteX35" fmla="*/ 324066 w 1208659"/>
              <a:gd name="connsiteY35" fmla="*/ 1515244 h 1692734"/>
              <a:gd name="connsiteX36" fmla="*/ 213566 w 1208659"/>
              <a:gd name="connsiteY36" fmla="*/ 1370598 h 1692734"/>
              <a:gd name="connsiteX37" fmla="*/ 1015447 w 1208659"/>
              <a:gd name="connsiteY37" fmla="*/ 823719 h 1692734"/>
              <a:gd name="connsiteX38" fmla="*/ 1076483 w 1208659"/>
              <a:gd name="connsiteY38" fmla="*/ 777033 h 1692734"/>
              <a:gd name="connsiteX39" fmla="*/ 1127661 w 1208659"/>
              <a:gd name="connsiteY39" fmla="*/ 723065 h 1692734"/>
              <a:gd name="connsiteX40" fmla="*/ 1129900 w 1208659"/>
              <a:gd name="connsiteY40" fmla="*/ 664640 h 1692734"/>
              <a:gd name="connsiteX41" fmla="*/ 1078350 w 1208659"/>
              <a:gd name="connsiteY41" fmla="*/ 645098 h 1692734"/>
              <a:gd name="connsiteX42" fmla="*/ 1060158 w 1208659"/>
              <a:gd name="connsiteY42" fmla="*/ 648979 h 1692734"/>
              <a:gd name="connsiteX43" fmla="*/ 933399 w 1208659"/>
              <a:gd name="connsiteY43" fmla="*/ 730207 h 1692734"/>
              <a:gd name="connsiteX44" fmla="*/ 1015447 w 1208659"/>
              <a:gd name="connsiteY44" fmla="*/ 823719 h 1692734"/>
              <a:gd name="connsiteX0" fmla="*/ 731343 w 1204771"/>
              <a:gd name="connsiteY0" fmla="*/ 778328 h 1693404"/>
              <a:gd name="connsiteX1" fmla="*/ 779851 w 1204771"/>
              <a:gd name="connsiteY1" fmla="*/ 720213 h 1693404"/>
              <a:gd name="connsiteX2" fmla="*/ 772527 w 1204771"/>
              <a:gd name="connsiteY2" fmla="*/ 653587 h 1693404"/>
              <a:gd name="connsiteX3" fmla="*/ 728382 w 1204771"/>
              <a:gd name="connsiteY3" fmla="*/ 581589 h 1693404"/>
              <a:gd name="connsiteX4" fmla="*/ 613564 w 1204771"/>
              <a:gd name="connsiteY4" fmla="*/ 682233 h 1693404"/>
              <a:gd name="connsiteX5" fmla="*/ 613945 w 1204771"/>
              <a:gd name="connsiteY5" fmla="*/ 884540 h 1693404"/>
              <a:gd name="connsiteX6" fmla="*/ 550451 w 1204771"/>
              <a:gd name="connsiteY6" fmla="*/ 951111 h 1693404"/>
              <a:gd name="connsiteX7" fmla="*/ 563308 w 1204771"/>
              <a:gd name="connsiteY7" fmla="*/ 605643 h 1693404"/>
              <a:gd name="connsiteX8" fmla="*/ 676478 w 1204771"/>
              <a:gd name="connsiteY8" fmla="*/ 480995 h 1693404"/>
              <a:gd name="connsiteX9" fmla="*/ 607207 w 1204771"/>
              <a:gd name="connsiteY9" fmla="*/ 170587 h 1693404"/>
              <a:gd name="connsiteX10" fmla="*/ 708162 w 1204771"/>
              <a:gd name="connsiteY10" fmla="*/ 81 h 1693404"/>
              <a:gd name="connsiteX11" fmla="*/ 888730 w 1204771"/>
              <a:gd name="connsiteY11" fmla="*/ 155494 h 1693404"/>
              <a:gd name="connsiteX12" fmla="*/ 982584 w 1204771"/>
              <a:gd name="connsiteY12" fmla="*/ 607876 h 1693404"/>
              <a:gd name="connsiteX13" fmla="*/ 1061423 w 1204771"/>
              <a:gd name="connsiteY13" fmla="*/ 581406 h 1693404"/>
              <a:gd name="connsiteX14" fmla="*/ 1128812 w 1204771"/>
              <a:gd name="connsiteY14" fmla="*/ 585344 h 1693404"/>
              <a:gd name="connsiteX15" fmla="*/ 1181799 w 1204771"/>
              <a:gd name="connsiteY15" fmla="*/ 627187 h 1693404"/>
              <a:gd name="connsiteX16" fmla="*/ 1182638 w 1204771"/>
              <a:gd name="connsiteY16" fmla="*/ 764607 h 1693404"/>
              <a:gd name="connsiteX17" fmla="*/ 1072414 w 1204771"/>
              <a:gd name="connsiteY17" fmla="*/ 881463 h 1693404"/>
              <a:gd name="connsiteX18" fmla="*/ 1042392 w 1204771"/>
              <a:gd name="connsiteY18" fmla="*/ 963365 h 1693404"/>
              <a:gd name="connsiteX19" fmla="*/ 754822 w 1204771"/>
              <a:gd name="connsiteY19" fmla="*/ 1236261 h 1693404"/>
              <a:gd name="connsiteX20" fmla="*/ 338533 w 1204771"/>
              <a:gd name="connsiteY20" fmla="*/ 1594768 h 1693404"/>
              <a:gd name="connsiteX21" fmla="*/ 270508 w 1204771"/>
              <a:gd name="connsiteY21" fmla="*/ 1654027 h 1693404"/>
              <a:gd name="connsiteX22" fmla="*/ 172356 w 1204771"/>
              <a:gd name="connsiteY22" fmla="*/ 1684055 h 1693404"/>
              <a:gd name="connsiteX23" fmla="*/ 6340 w 1204771"/>
              <a:gd name="connsiteY23" fmla="*/ 1484472 h 1693404"/>
              <a:gd name="connsiteX24" fmla="*/ 29962 w 1204771"/>
              <a:gd name="connsiteY24" fmla="*/ 1458324 h 1693404"/>
              <a:gd name="connsiteX25" fmla="*/ 322367 w 1204771"/>
              <a:gd name="connsiteY25" fmla="*/ 1168348 h 1693404"/>
              <a:gd name="connsiteX26" fmla="*/ 731343 w 1204771"/>
              <a:gd name="connsiteY26" fmla="*/ 778328 h 1693404"/>
              <a:gd name="connsiteX27" fmla="*/ 387038 w 1204771"/>
              <a:gd name="connsiteY27" fmla="*/ 1460948 h 1693404"/>
              <a:gd name="connsiteX28" fmla="*/ 978888 w 1204771"/>
              <a:gd name="connsiteY28" fmla="*/ 916124 h 1693404"/>
              <a:gd name="connsiteX29" fmla="*/ 858569 w 1204771"/>
              <a:gd name="connsiteY29" fmla="*/ 754893 h 1693404"/>
              <a:gd name="connsiteX30" fmla="*/ 257459 w 1204771"/>
              <a:gd name="connsiteY30" fmla="*/ 1323267 h 1693404"/>
              <a:gd name="connsiteX31" fmla="*/ 387038 w 1204771"/>
              <a:gd name="connsiteY31" fmla="*/ 1460948 h 1693404"/>
              <a:gd name="connsiteX32" fmla="*/ 209678 w 1204771"/>
              <a:gd name="connsiteY32" fmla="*/ 1370598 h 1693404"/>
              <a:gd name="connsiteX33" fmla="*/ 77717 w 1204771"/>
              <a:gd name="connsiteY33" fmla="*/ 1492617 h 1693404"/>
              <a:gd name="connsiteX34" fmla="*/ 198582 w 1204771"/>
              <a:gd name="connsiteY34" fmla="*/ 1626555 h 1693404"/>
              <a:gd name="connsiteX35" fmla="*/ 320178 w 1204771"/>
              <a:gd name="connsiteY35" fmla="*/ 1515244 h 1693404"/>
              <a:gd name="connsiteX36" fmla="*/ 209678 w 1204771"/>
              <a:gd name="connsiteY36" fmla="*/ 1370598 h 1693404"/>
              <a:gd name="connsiteX37" fmla="*/ 1011559 w 1204771"/>
              <a:gd name="connsiteY37" fmla="*/ 823719 h 1693404"/>
              <a:gd name="connsiteX38" fmla="*/ 1072595 w 1204771"/>
              <a:gd name="connsiteY38" fmla="*/ 777033 h 1693404"/>
              <a:gd name="connsiteX39" fmla="*/ 1123773 w 1204771"/>
              <a:gd name="connsiteY39" fmla="*/ 723065 h 1693404"/>
              <a:gd name="connsiteX40" fmla="*/ 1126012 w 1204771"/>
              <a:gd name="connsiteY40" fmla="*/ 664640 h 1693404"/>
              <a:gd name="connsiteX41" fmla="*/ 1074462 w 1204771"/>
              <a:gd name="connsiteY41" fmla="*/ 645098 h 1693404"/>
              <a:gd name="connsiteX42" fmla="*/ 1056270 w 1204771"/>
              <a:gd name="connsiteY42" fmla="*/ 648979 h 1693404"/>
              <a:gd name="connsiteX43" fmla="*/ 929511 w 1204771"/>
              <a:gd name="connsiteY43" fmla="*/ 730207 h 1693404"/>
              <a:gd name="connsiteX44" fmla="*/ 1011559 w 1204771"/>
              <a:gd name="connsiteY44" fmla="*/ 823719 h 1693404"/>
              <a:gd name="connsiteX0" fmla="*/ 725003 w 1198431"/>
              <a:gd name="connsiteY0" fmla="*/ 778328 h 1693404"/>
              <a:gd name="connsiteX1" fmla="*/ 773511 w 1198431"/>
              <a:gd name="connsiteY1" fmla="*/ 720213 h 1693404"/>
              <a:gd name="connsiteX2" fmla="*/ 766187 w 1198431"/>
              <a:gd name="connsiteY2" fmla="*/ 653587 h 1693404"/>
              <a:gd name="connsiteX3" fmla="*/ 722042 w 1198431"/>
              <a:gd name="connsiteY3" fmla="*/ 581589 h 1693404"/>
              <a:gd name="connsiteX4" fmla="*/ 607224 w 1198431"/>
              <a:gd name="connsiteY4" fmla="*/ 682233 h 1693404"/>
              <a:gd name="connsiteX5" fmla="*/ 607605 w 1198431"/>
              <a:gd name="connsiteY5" fmla="*/ 884540 h 1693404"/>
              <a:gd name="connsiteX6" fmla="*/ 544111 w 1198431"/>
              <a:gd name="connsiteY6" fmla="*/ 951111 h 1693404"/>
              <a:gd name="connsiteX7" fmla="*/ 556968 w 1198431"/>
              <a:gd name="connsiteY7" fmla="*/ 605643 h 1693404"/>
              <a:gd name="connsiteX8" fmla="*/ 670138 w 1198431"/>
              <a:gd name="connsiteY8" fmla="*/ 480995 h 1693404"/>
              <a:gd name="connsiteX9" fmla="*/ 600867 w 1198431"/>
              <a:gd name="connsiteY9" fmla="*/ 170587 h 1693404"/>
              <a:gd name="connsiteX10" fmla="*/ 701822 w 1198431"/>
              <a:gd name="connsiteY10" fmla="*/ 81 h 1693404"/>
              <a:gd name="connsiteX11" fmla="*/ 882390 w 1198431"/>
              <a:gd name="connsiteY11" fmla="*/ 155494 h 1693404"/>
              <a:gd name="connsiteX12" fmla="*/ 976244 w 1198431"/>
              <a:gd name="connsiteY12" fmla="*/ 607876 h 1693404"/>
              <a:gd name="connsiteX13" fmla="*/ 1055083 w 1198431"/>
              <a:gd name="connsiteY13" fmla="*/ 581406 h 1693404"/>
              <a:gd name="connsiteX14" fmla="*/ 1122472 w 1198431"/>
              <a:gd name="connsiteY14" fmla="*/ 585344 h 1693404"/>
              <a:gd name="connsiteX15" fmla="*/ 1175459 w 1198431"/>
              <a:gd name="connsiteY15" fmla="*/ 627187 h 1693404"/>
              <a:gd name="connsiteX16" fmla="*/ 1176298 w 1198431"/>
              <a:gd name="connsiteY16" fmla="*/ 764607 h 1693404"/>
              <a:gd name="connsiteX17" fmla="*/ 1066074 w 1198431"/>
              <a:gd name="connsiteY17" fmla="*/ 881463 h 1693404"/>
              <a:gd name="connsiteX18" fmla="*/ 1036052 w 1198431"/>
              <a:gd name="connsiteY18" fmla="*/ 963365 h 1693404"/>
              <a:gd name="connsiteX19" fmla="*/ 748482 w 1198431"/>
              <a:gd name="connsiteY19" fmla="*/ 1236261 h 1693404"/>
              <a:gd name="connsiteX20" fmla="*/ 332193 w 1198431"/>
              <a:gd name="connsiteY20" fmla="*/ 1594768 h 1693404"/>
              <a:gd name="connsiteX21" fmla="*/ 264168 w 1198431"/>
              <a:gd name="connsiteY21" fmla="*/ 1654027 h 1693404"/>
              <a:gd name="connsiteX22" fmla="*/ 166016 w 1198431"/>
              <a:gd name="connsiteY22" fmla="*/ 1684055 h 1693404"/>
              <a:gd name="connsiteX23" fmla="*/ 0 w 1198431"/>
              <a:gd name="connsiteY23" fmla="*/ 1484472 h 1693404"/>
              <a:gd name="connsiteX24" fmla="*/ 42852 w 1198431"/>
              <a:gd name="connsiteY24" fmla="*/ 1444077 h 1693404"/>
              <a:gd name="connsiteX25" fmla="*/ 316027 w 1198431"/>
              <a:gd name="connsiteY25" fmla="*/ 1168348 h 1693404"/>
              <a:gd name="connsiteX26" fmla="*/ 725003 w 1198431"/>
              <a:gd name="connsiteY26" fmla="*/ 778328 h 1693404"/>
              <a:gd name="connsiteX27" fmla="*/ 380698 w 1198431"/>
              <a:gd name="connsiteY27" fmla="*/ 1460948 h 1693404"/>
              <a:gd name="connsiteX28" fmla="*/ 972548 w 1198431"/>
              <a:gd name="connsiteY28" fmla="*/ 916124 h 1693404"/>
              <a:gd name="connsiteX29" fmla="*/ 852229 w 1198431"/>
              <a:gd name="connsiteY29" fmla="*/ 754893 h 1693404"/>
              <a:gd name="connsiteX30" fmla="*/ 251119 w 1198431"/>
              <a:gd name="connsiteY30" fmla="*/ 1323267 h 1693404"/>
              <a:gd name="connsiteX31" fmla="*/ 380698 w 1198431"/>
              <a:gd name="connsiteY31" fmla="*/ 1460948 h 1693404"/>
              <a:gd name="connsiteX32" fmla="*/ 203338 w 1198431"/>
              <a:gd name="connsiteY32" fmla="*/ 1370598 h 1693404"/>
              <a:gd name="connsiteX33" fmla="*/ 71377 w 1198431"/>
              <a:gd name="connsiteY33" fmla="*/ 1492617 h 1693404"/>
              <a:gd name="connsiteX34" fmla="*/ 192242 w 1198431"/>
              <a:gd name="connsiteY34" fmla="*/ 1626555 h 1693404"/>
              <a:gd name="connsiteX35" fmla="*/ 313838 w 1198431"/>
              <a:gd name="connsiteY35" fmla="*/ 1515244 h 1693404"/>
              <a:gd name="connsiteX36" fmla="*/ 203338 w 1198431"/>
              <a:gd name="connsiteY36" fmla="*/ 1370598 h 1693404"/>
              <a:gd name="connsiteX37" fmla="*/ 1005219 w 1198431"/>
              <a:gd name="connsiteY37" fmla="*/ 823719 h 1693404"/>
              <a:gd name="connsiteX38" fmla="*/ 1066255 w 1198431"/>
              <a:gd name="connsiteY38" fmla="*/ 777033 h 1693404"/>
              <a:gd name="connsiteX39" fmla="*/ 1117433 w 1198431"/>
              <a:gd name="connsiteY39" fmla="*/ 723065 h 1693404"/>
              <a:gd name="connsiteX40" fmla="*/ 1119672 w 1198431"/>
              <a:gd name="connsiteY40" fmla="*/ 664640 h 1693404"/>
              <a:gd name="connsiteX41" fmla="*/ 1068122 w 1198431"/>
              <a:gd name="connsiteY41" fmla="*/ 645098 h 1693404"/>
              <a:gd name="connsiteX42" fmla="*/ 1049930 w 1198431"/>
              <a:gd name="connsiteY42" fmla="*/ 648979 h 1693404"/>
              <a:gd name="connsiteX43" fmla="*/ 923171 w 1198431"/>
              <a:gd name="connsiteY43" fmla="*/ 730207 h 1693404"/>
              <a:gd name="connsiteX44" fmla="*/ 1005219 w 1198431"/>
              <a:gd name="connsiteY44" fmla="*/ 823719 h 1693404"/>
              <a:gd name="connsiteX0" fmla="*/ 725003 w 1198431"/>
              <a:gd name="connsiteY0" fmla="*/ 704401 h 1619477"/>
              <a:gd name="connsiteX1" fmla="*/ 773511 w 1198431"/>
              <a:gd name="connsiteY1" fmla="*/ 646286 h 1619477"/>
              <a:gd name="connsiteX2" fmla="*/ 766187 w 1198431"/>
              <a:gd name="connsiteY2" fmla="*/ 579660 h 1619477"/>
              <a:gd name="connsiteX3" fmla="*/ 722042 w 1198431"/>
              <a:gd name="connsiteY3" fmla="*/ 507662 h 1619477"/>
              <a:gd name="connsiteX4" fmla="*/ 607224 w 1198431"/>
              <a:gd name="connsiteY4" fmla="*/ 608306 h 1619477"/>
              <a:gd name="connsiteX5" fmla="*/ 607605 w 1198431"/>
              <a:gd name="connsiteY5" fmla="*/ 810613 h 1619477"/>
              <a:gd name="connsiteX6" fmla="*/ 544111 w 1198431"/>
              <a:gd name="connsiteY6" fmla="*/ 877184 h 1619477"/>
              <a:gd name="connsiteX7" fmla="*/ 556968 w 1198431"/>
              <a:gd name="connsiteY7" fmla="*/ 531716 h 1619477"/>
              <a:gd name="connsiteX8" fmla="*/ 670138 w 1198431"/>
              <a:gd name="connsiteY8" fmla="*/ 407068 h 1619477"/>
              <a:gd name="connsiteX9" fmla="*/ 600867 w 1198431"/>
              <a:gd name="connsiteY9" fmla="*/ 96660 h 1619477"/>
              <a:gd name="connsiteX10" fmla="*/ 718444 w 1198431"/>
              <a:gd name="connsiteY10" fmla="*/ 1126 h 1619477"/>
              <a:gd name="connsiteX11" fmla="*/ 882390 w 1198431"/>
              <a:gd name="connsiteY11" fmla="*/ 81567 h 1619477"/>
              <a:gd name="connsiteX12" fmla="*/ 976244 w 1198431"/>
              <a:gd name="connsiteY12" fmla="*/ 533949 h 1619477"/>
              <a:gd name="connsiteX13" fmla="*/ 1055083 w 1198431"/>
              <a:gd name="connsiteY13" fmla="*/ 507479 h 1619477"/>
              <a:gd name="connsiteX14" fmla="*/ 1122472 w 1198431"/>
              <a:gd name="connsiteY14" fmla="*/ 511417 h 1619477"/>
              <a:gd name="connsiteX15" fmla="*/ 1175459 w 1198431"/>
              <a:gd name="connsiteY15" fmla="*/ 553260 h 1619477"/>
              <a:gd name="connsiteX16" fmla="*/ 1176298 w 1198431"/>
              <a:gd name="connsiteY16" fmla="*/ 690680 h 1619477"/>
              <a:gd name="connsiteX17" fmla="*/ 1066074 w 1198431"/>
              <a:gd name="connsiteY17" fmla="*/ 807536 h 1619477"/>
              <a:gd name="connsiteX18" fmla="*/ 1036052 w 1198431"/>
              <a:gd name="connsiteY18" fmla="*/ 889438 h 1619477"/>
              <a:gd name="connsiteX19" fmla="*/ 748482 w 1198431"/>
              <a:gd name="connsiteY19" fmla="*/ 1162334 h 1619477"/>
              <a:gd name="connsiteX20" fmla="*/ 332193 w 1198431"/>
              <a:gd name="connsiteY20" fmla="*/ 1520841 h 1619477"/>
              <a:gd name="connsiteX21" fmla="*/ 264168 w 1198431"/>
              <a:gd name="connsiteY21" fmla="*/ 1580100 h 1619477"/>
              <a:gd name="connsiteX22" fmla="*/ 166016 w 1198431"/>
              <a:gd name="connsiteY22" fmla="*/ 1610128 h 1619477"/>
              <a:gd name="connsiteX23" fmla="*/ 0 w 1198431"/>
              <a:gd name="connsiteY23" fmla="*/ 1410545 h 1619477"/>
              <a:gd name="connsiteX24" fmla="*/ 42852 w 1198431"/>
              <a:gd name="connsiteY24" fmla="*/ 1370150 h 1619477"/>
              <a:gd name="connsiteX25" fmla="*/ 316027 w 1198431"/>
              <a:gd name="connsiteY25" fmla="*/ 1094421 h 1619477"/>
              <a:gd name="connsiteX26" fmla="*/ 725003 w 1198431"/>
              <a:gd name="connsiteY26" fmla="*/ 704401 h 1619477"/>
              <a:gd name="connsiteX27" fmla="*/ 380698 w 1198431"/>
              <a:gd name="connsiteY27" fmla="*/ 1387021 h 1619477"/>
              <a:gd name="connsiteX28" fmla="*/ 972548 w 1198431"/>
              <a:gd name="connsiteY28" fmla="*/ 842197 h 1619477"/>
              <a:gd name="connsiteX29" fmla="*/ 852229 w 1198431"/>
              <a:gd name="connsiteY29" fmla="*/ 680966 h 1619477"/>
              <a:gd name="connsiteX30" fmla="*/ 251119 w 1198431"/>
              <a:gd name="connsiteY30" fmla="*/ 1249340 h 1619477"/>
              <a:gd name="connsiteX31" fmla="*/ 380698 w 1198431"/>
              <a:gd name="connsiteY31" fmla="*/ 1387021 h 1619477"/>
              <a:gd name="connsiteX32" fmla="*/ 203338 w 1198431"/>
              <a:gd name="connsiteY32" fmla="*/ 1296671 h 1619477"/>
              <a:gd name="connsiteX33" fmla="*/ 71377 w 1198431"/>
              <a:gd name="connsiteY33" fmla="*/ 1418690 h 1619477"/>
              <a:gd name="connsiteX34" fmla="*/ 192242 w 1198431"/>
              <a:gd name="connsiteY34" fmla="*/ 1552628 h 1619477"/>
              <a:gd name="connsiteX35" fmla="*/ 313838 w 1198431"/>
              <a:gd name="connsiteY35" fmla="*/ 1441317 h 1619477"/>
              <a:gd name="connsiteX36" fmla="*/ 203338 w 1198431"/>
              <a:gd name="connsiteY36" fmla="*/ 1296671 h 1619477"/>
              <a:gd name="connsiteX37" fmla="*/ 1005219 w 1198431"/>
              <a:gd name="connsiteY37" fmla="*/ 749792 h 1619477"/>
              <a:gd name="connsiteX38" fmla="*/ 1066255 w 1198431"/>
              <a:gd name="connsiteY38" fmla="*/ 703106 h 1619477"/>
              <a:gd name="connsiteX39" fmla="*/ 1117433 w 1198431"/>
              <a:gd name="connsiteY39" fmla="*/ 649138 h 1619477"/>
              <a:gd name="connsiteX40" fmla="*/ 1119672 w 1198431"/>
              <a:gd name="connsiteY40" fmla="*/ 590713 h 1619477"/>
              <a:gd name="connsiteX41" fmla="*/ 1068122 w 1198431"/>
              <a:gd name="connsiteY41" fmla="*/ 571171 h 1619477"/>
              <a:gd name="connsiteX42" fmla="*/ 1049930 w 1198431"/>
              <a:gd name="connsiteY42" fmla="*/ 575052 h 1619477"/>
              <a:gd name="connsiteX43" fmla="*/ 923171 w 1198431"/>
              <a:gd name="connsiteY43" fmla="*/ 656280 h 1619477"/>
              <a:gd name="connsiteX44" fmla="*/ 1005219 w 1198431"/>
              <a:gd name="connsiteY44" fmla="*/ 749792 h 1619477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7605 w 1198431"/>
              <a:gd name="connsiteY5" fmla="*/ 820876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7605 w 1198431"/>
              <a:gd name="connsiteY5" fmla="*/ 820876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6652 w 1198431"/>
              <a:gd name="connsiteY5" fmla="*/ 805659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6652 w 1198431"/>
              <a:gd name="connsiteY5" fmla="*/ 805659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26483 w 1198431"/>
              <a:gd name="connsiteY6" fmla="*/ 903456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2600 w 1198431"/>
              <a:gd name="connsiteY6" fmla="*/ 88617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89026 w 1198431"/>
              <a:gd name="connsiteY8" fmla="*/ 445212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89026 w 1198431"/>
              <a:gd name="connsiteY8" fmla="*/ 445212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81345 w 1198431"/>
              <a:gd name="connsiteY8" fmla="*/ 429670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6576 w 1198431"/>
              <a:gd name="connsiteY4" fmla="*/ 632026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6576 w 1198431"/>
              <a:gd name="connsiteY4" fmla="*/ 632026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884347 w 1198431"/>
              <a:gd name="connsiteY10" fmla="*/ 571357 h 1651416"/>
              <a:gd name="connsiteX11" fmla="*/ 718444 w 1198431"/>
              <a:gd name="connsiteY11" fmla="*/ 33065 h 1651416"/>
              <a:gd name="connsiteX12" fmla="*/ 882390 w 1198431"/>
              <a:gd name="connsiteY12" fmla="*/ 113506 h 1651416"/>
              <a:gd name="connsiteX13" fmla="*/ 976244 w 1198431"/>
              <a:gd name="connsiteY13" fmla="*/ 565888 h 1651416"/>
              <a:gd name="connsiteX14" fmla="*/ 1055083 w 1198431"/>
              <a:gd name="connsiteY14" fmla="*/ 539418 h 1651416"/>
              <a:gd name="connsiteX15" fmla="*/ 1122472 w 1198431"/>
              <a:gd name="connsiteY15" fmla="*/ 543356 h 1651416"/>
              <a:gd name="connsiteX16" fmla="*/ 1175459 w 1198431"/>
              <a:gd name="connsiteY16" fmla="*/ 585199 h 1651416"/>
              <a:gd name="connsiteX17" fmla="*/ 1176298 w 1198431"/>
              <a:gd name="connsiteY17" fmla="*/ 722619 h 1651416"/>
              <a:gd name="connsiteX18" fmla="*/ 1066074 w 1198431"/>
              <a:gd name="connsiteY18" fmla="*/ 839475 h 1651416"/>
              <a:gd name="connsiteX19" fmla="*/ 1036052 w 1198431"/>
              <a:gd name="connsiteY19" fmla="*/ 921377 h 1651416"/>
              <a:gd name="connsiteX20" fmla="*/ 748482 w 1198431"/>
              <a:gd name="connsiteY20" fmla="*/ 1194273 h 1651416"/>
              <a:gd name="connsiteX21" fmla="*/ 332193 w 1198431"/>
              <a:gd name="connsiteY21" fmla="*/ 1552780 h 1651416"/>
              <a:gd name="connsiteX22" fmla="*/ 264168 w 1198431"/>
              <a:gd name="connsiteY22" fmla="*/ 1612039 h 1651416"/>
              <a:gd name="connsiteX23" fmla="*/ 166016 w 1198431"/>
              <a:gd name="connsiteY23" fmla="*/ 1642067 h 1651416"/>
              <a:gd name="connsiteX24" fmla="*/ 0 w 1198431"/>
              <a:gd name="connsiteY24" fmla="*/ 1442484 h 1651416"/>
              <a:gd name="connsiteX25" fmla="*/ 42852 w 1198431"/>
              <a:gd name="connsiteY25" fmla="*/ 1402089 h 1651416"/>
              <a:gd name="connsiteX26" fmla="*/ 316027 w 1198431"/>
              <a:gd name="connsiteY26" fmla="*/ 1126360 h 1651416"/>
              <a:gd name="connsiteX27" fmla="*/ 725003 w 1198431"/>
              <a:gd name="connsiteY27" fmla="*/ 736340 h 1651416"/>
              <a:gd name="connsiteX28" fmla="*/ 380698 w 1198431"/>
              <a:gd name="connsiteY28" fmla="*/ 1418960 h 1651416"/>
              <a:gd name="connsiteX29" fmla="*/ 972548 w 1198431"/>
              <a:gd name="connsiteY29" fmla="*/ 874136 h 1651416"/>
              <a:gd name="connsiteX30" fmla="*/ 852229 w 1198431"/>
              <a:gd name="connsiteY30" fmla="*/ 712905 h 1651416"/>
              <a:gd name="connsiteX31" fmla="*/ 251119 w 1198431"/>
              <a:gd name="connsiteY31" fmla="*/ 1281279 h 1651416"/>
              <a:gd name="connsiteX32" fmla="*/ 380698 w 1198431"/>
              <a:gd name="connsiteY32" fmla="*/ 1418960 h 1651416"/>
              <a:gd name="connsiteX33" fmla="*/ 203338 w 1198431"/>
              <a:gd name="connsiteY33" fmla="*/ 1328610 h 1651416"/>
              <a:gd name="connsiteX34" fmla="*/ 71377 w 1198431"/>
              <a:gd name="connsiteY34" fmla="*/ 1450629 h 1651416"/>
              <a:gd name="connsiteX35" fmla="*/ 192242 w 1198431"/>
              <a:gd name="connsiteY35" fmla="*/ 1584567 h 1651416"/>
              <a:gd name="connsiteX36" fmla="*/ 313838 w 1198431"/>
              <a:gd name="connsiteY36" fmla="*/ 1473256 h 1651416"/>
              <a:gd name="connsiteX37" fmla="*/ 203338 w 1198431"/>
              <a:gd name="connsiteY37" fmla="*/ 1328610 h 1651416"/>
              <a:gd name="connsiteX38" fmla="*/ 1005219 w 1198431"/>
              <a:gd name="connsiteY38" fmla="*/ 781731 h 1651416"/>
              <a:gd name="connsiteX39" fmla="*/ 1066255 w 1198431"/>
              <a:gd name="connsiteY39" fmla="*/ 735045 h 1651416"/>
              <a:gd name="connsiteX40" fmla="*/ 1117433 w 1198431"/>
              <a:gd name="connsiteY40" fmla="*/ 681077 h 1651416"/>
              <a:gd name="connsiteX41" fmla="*/ 1119672 w 1198431"/>
              <a:gd name="connsiteY41" fmla="*/ 622652 h 1651416"/>
              <a:gd name="connsiteX42" fmla="*/ 1068122 w 1198431"/>
              <a:gd name="connsiteY42" fmla="*/ 603110 h 1651416"/>
              <a:gd name="connsiteX43" fmla="*/ 1049930 w 1198431"/>
              <a:gd name="connsiteY43" fmla="*/ 606991 h 1651416"/>
              <a:gd name="connsiteX44" fmla="*/ 923171 w 1198431"/>
              <a:gd name="connsiteY44" fmla="*/ 688219 h 1651416"/>
              <a:gd name="connsiteX45" fmla="*/ 1005219 w 1198431"/>
              <a:gd name="connsiteY45" fmla="*/ 781731 h 1651416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696233 w 1198431"/>
              <a:gd name="connsiteY10" fmla="*/ 50076 h 1651416"/>
              <a:gd name="connsiteX11" fmla="*/ 884347 w 1198431"/>
              <a:gd name="connsiteY11" fmla="*/ 571357 h 1651416"/>
              <a:gd name="connsiteX12" fmla="*/ 718444 w 1198431"/>
              <a:gd name="connsiteY12" fmla="*/ 33065 h 1651416"/>
              <a:gd name="connsiteX13" fmla="*/ 882390 w 1198431"/>
              <a:gd name="connsiteY13" fmla="*/ 113506 h 1651416"/>
              <a:gd name="connsiteX14" fmla="*/ 976244 w 1198431"/>
              <a:gd name="connsiteY14" fmla="*/ 565888 h 1651416"/>
              <a:gd name="connsiteX15" fmla="*/ 1055083 w 1198431"/>
              <a:gd name="connsiteY15" fmla="*/ 539418 h 1651416"/>
              <a:gd name="connsiteX16" fmla="*/ 1122472 w 1198431"/>
              <a:gd name="connsiteY16" fmla="*/ 543356 h 1651416"/>
              <a:gd name="connsiteX17" fmla="*/ 1175459 w 1198431"/>
              <a:gd name="connsiteY17" fmla="*/ 585199 h 1651416"/>
              <a:gd name="connsiteX18" fmla="*/ 1176298 w 1198431"/>
              <a:gd name="connsiteY18" fmla="*/ 722619 h 1651416"/>
              <a:gd name="connsiteX19" fmla="*/ 1066074 w 1198431"/>
              <a:gd name="connsiteY19" fmla="*/ 839475 h 1651416"/>
              <a:gd name="connsiteX20" fmla="*/ 1036052 w 1198431"/>
              <a:gd name="connsiteY20" fmla="*/ 921377 h 1651416"/>
              <a:gd name="connsiteX21" fmla="*/ 748482 w 1198431"/>
              <a:gd name="connsiteY21" fmla="*/ 1194273 h 1651416"/>
              <a:gd name="connsiteX22" fmla="*/ 332193 w 1198431"/>
              <a:gd name="connsiteY22" fmla="*/ 1552780 h 1651416"/>
              <a:gd name="connsiteX23" fmla="*/ 264168 w 1198431"/>
              <a:gd name="connsiteY23" fmla="*/ 1612039 h 1651416"/>
              <a:gd name="connsiteX24" fmla="*/ 166016 w 1198431"/>
              <a:gd name="connsiteY24" fmla="*/ 1642067 h 1651416"/>
              <a:gd name="connsiteX25" fmla="*/ 0 w 1198431"/>
              <a:gd name="connsiteY25" fmla="*/ 1442484 h 1651416"/>
              <a:gd name="connsiteX26" fmla="*/ 42852 w 1198431"/>
              <a:gd name="connsiteY26" fmla="*/ 1402089 h 1651416"/>
              <a:gd name="connsiteX27" fmla="*/ 316027 w 1198431"/>
              <a:gd name="connsiteY27" fmla="*/ 1126360 h 1651416"/>
              <a:gd name="connsiteX28" fmla="*/ 725003 w 1198431"/>
              <a:gd name="connsiteY28" fmla="*/ 736340 h 1651416"/>
              <a:gd name="connsiteX29" fmla="*/ 380698 w 1198431"/>
              <a:gd name="connsiteY29" fmla="*/ 1418960 h 1651416"/>
              <a:gd name="connsiteX30" fmla="*/ 972548 w 1198431"/>
              <a:gd name="connsiteY30" fmla="*/ 874136 h 1651416"/>
              <a:gd name="connsiteX31" fmla="*/ 852229 w 1198431"/>
              <a:gd name="connsiteY31" fmla="*/ 712905 h 1651416"/>
              <a:gd name="connsiteX32" fmla="*/ 251119 w 1198431"/>
              <a:gd name="connsiteY32" fmla="*/ 1281279 h 1651416"/>
              <a:gd name="connsiteX33" fmla="*/ 380698 w 1198431"/>
              <a:gd name="connsiteY33" fmla="*/ 1418960 h 1651416"/>
              <a:gd name="connsiteX34" fmla="*/ 203338 w 1198431"/>
              <a:gd name="connsiteY34" fmla="*/ 1328610 h 1651416"/>
              <a:gd name="connsiteX35" fmla="*/ 71377 w 1198431"/>
              <a:gd name="connsiteY35" fmla="*/ 1450629 h 1651416"/>
              <a:gd name="connsiteX36" fmla="*/ 192242 w 1198431"/>
              <a:gd name="connsiteY36" fmla="*/ 1584567 h 1651416"/>
              <a:gd name="connsiteX37" fmla="*/ 313838 w 1198431"/>
              <a:gd name="connsiteY37" fmla="*/ 1473256 h 1651416"/>
              <a:gd name="connsiteX38" fmla="*/ 203338 w 1198431"/>
              <a:gd name="connsiteY38" fmla="*/ 1328610 h 1651416"/>
              <a:gd name="connsiteX39" fmla="*/ 1005219 w 1198431"/>
              <a:gd name="connsiteY39" fmla="*/ 781731 h 1651416"/>
              <a:gd name="connsiteX40" fmla="*/ 1066255 w 1198431"/>
              <a:gd name="connsiteY40" fmla="*/ 735045 h 1651416"/>
              <a:gd name="connsiteX41" fmla="*/ 1117433 w 1198431"/>
              <a:gd name="connsiteY41" fmla="*/ 681077 h 1651416"/>
              <a:gd name="connsiteX42" fmla="*/ 1119672 w 1198431"/>
              <a:gd name="connsiteY42" fmla="*/ 622652 h 1651416"/>
              <a:gd name="connsiteX43" fmla="*/ 1068122 w 1198431"/>
              <a:gd name="connsiteY43" fmla="*/ 603110 h 1651416"/>
              <a:gd name="connsiteX44" fmla="*/ 1049930 w 1198431"/>
              <a:gd name="connsiteY44" fmla="*/ 606991 h 1651416"/>
              <a:gd name="connsiteX45" fmla="*/ 923171 w 1198431"/>
              <a:gd name="connsiteY45" fmla="*/ 688219 h 1651416"/>
              <a:gd name="connsiteX46" fmla="*/ 1005219 w 1198431"/>
              <a:gd name="connsiteY46" fmla="*/ 781731 h 1651416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696233 w 1198431"/>
              <a:gd name="connsiteY10" fmla="*/ 50076 h 1651416"/>
              <a:gd name="connsiteX11" fmla="*/ 716621 w 1198431"/>
              <a:gd name="connsiteY11" fmla="*/ 316862 h 1651416"/>
              <a:gd name="connsiteX12" fmla="*/ 884347 w 1198431"/>
              <a:gd name="connsiteY12" fmla="*/ 571357 h 1651416"/>
              <a:gd name="connsiteX13" fmla="*/ 718444 w 1198431"/>
              <a:gd name="connsiteY13" fmla="*/ 33065 h 1651416"/>
              <a:gd name="connsiteX14" fmla="*/ 882390 w 1198431"/>
              <a:gd name="connsiteY14" fmla="*/ 113506 h 1651416"/>
              <a:gd name="connsiteX15" fmla="*/ 976244 w 1198431"/>
              <a:gd name="connsiteY15" fmla="*/ 565888 h 1651416"/>
              <a:gd name="connsiteX16" fmla="*/ 1055083 w 1198431"/>
              <a:gd name="connsiteY16" fmla="*/ 539418 h 1651416"/>
              <a:gd name="connsiteX17" fmla="*/ 1122472 w 1198431"/>
              <a:gd name="connsiteY17" fmla="*/ 543356 h 1651416"/>
              <a:gd name="connsiteX18" fmla="*/ 1175459 w 1198431"/>
              <a:gd name="connsiteY18" fmla="*/ 585199 h 1651416"/>
              <a:gd name="connsiteX19" fmla="*/ 1176298 w 1198431"/>
              <a:gd name="connsiteY19" fmla="*/ 722619 h 1651416"/>
              <a:gd name="connsiteX20" fmla="*/ 1066074 w 1198431"/>
              <a:gd name="connsiteY20" fmla="*/ 839475 h 1651416"/>
              <a:gd name="connsiteX21" fmla="*/ 1036052 w 1198431"/>
              <a:gd name="connsiteY21" fmla="*/ 921377 h 1651416"/>
              <a:gd name="connsiteX22" fmla="*/ 748482 w 1198431"/>
              <a:gd name="connsiteY22" fmla="*/ 1194273 h 1651416"/>
              <a:gd name="connsiteX23" fmla="*/ 332193 w 1198431"/>
              <a:gd name="connsiteY23" fmla="*/ 1552780 h 1651416"/>
              <a:gd name="connsiteX24" fmla="*/ 264168 w 1198431"/>
              <a:gd name="connsiteY24" fmla="*/ 1612039 h 1651416"/>
              <a:gd name="connsiteX25" fmla="*/ 166016 w 1198431"/>
              <a:gd name="connsiteY25" fmla="*/ 1642067 h 1651416"/>
              <a:gd name="connsiteX26" fmla="*/ 0 w 1198431"/>
              <a:gd name="connsiteY26" fmla="*/ 1442484 h 1651416"/>
              <a:gd name="connsiteX27" fmla="*/ 42852 w 1198431"/>
              <a:gd name="connsiteY27" fmla="*/ 1402089 h 1651416"/>
              <a:gd name="connsiteX28" fmla="*/ 316027 w 1198431"/>
              <a:gd name="connsiteY28" fmla="*/ 1126360 h 1651416"/>
              <a:gd name="connsiteX29" fmla="*/ 725003 w 1198431"/>
              <a:gd name="connsiteY29" fmla="*/ 736340 h 1651416"/>
              <a:gd name="connsiteX30" fmla="*/ 380698 w 1198431"/>
              <a:gd name="connsiteY30" fmla="*/ 1418960 h 1651416"/>
              <a:gd name="connsiteX31" fmla="*/ 972548 w 1198431"/>
              <a:gd name="connsiteY31" fmla="*/ 874136 h 1651416"/>
              <a:gd name="connsiteX32" fmla="*/ 852229 w 1198431"/>
              <a:gd name="connsiteY32" fmla="*/ 712905 h 1651416"/>
              <a:gd name="connsiteX33" fmla="*/ 251119 w 1198431"/>
              <a:gd name="connsiteY33" fmla="*/ 1281279 h 1651416"/>
              <a:gd name="connsiteX34" fmla="*/ 380698 w 1198431"/>
              <a:gd name="connsiteY34" fmla="*/ 1418960 h 1651416"/>
              <a:gd name="connsiteX35" fmla="*/ 203338 w 1198431"/>
              <a:gd name="connsiteY35" fmla="*/ 1328610 h 1651416"/>
              <a:gd name="connsiteX36" fmla="*/ 71377 w 1198431"/>
              <a:gd name="connsiteY36" fmla="*/ 1450629 h 1651416"/>
              <a:gd name="connsiteX37" fmla="*/ 192242 w 1198431"/>
              <a:gd name="connsiteY37" fmla="*/ 1584567 h 1651416"/>
              <a:gd name="connsiteX38" fmla="*/ 313838 w 1198431"/>
              <a:gd name="connsiteY38" fmla="*/ 1473256 h 1651416"/>
              <a:gd name="connsiteX39" fmla="*/ 203338 w 1198431"/>
              <a:gd name="connsiteY39" fmla="*/ 1328610 h 1651416"/>
              <a:gd name="connsiteX40" fmla="*/ 1005219 w 1198431"/>
              <a:gd name="connsiteY40" fmla="*/ 781731 h 1651416"/>
              <a:gd name="connsiteX41" fmla="*/ 1066255 w 1198431"/>
              <a:gd name="connsiteY41" fmla="*/ 735045 h 1651416"/>
              <a:gd name="connsiteX42" fmla="*/ 1117433 w 1198431"/>
              <a:gd name="connsiteY42" fmla="*/ 681077 h 1651416"/>
              <a:gd name="connsiteX43" fmla="*/ 1119672 w 1198431"/>
              <a:gd name="connsiteY43" fmla="*/ 622652 h 1651416"/>
              <a:gd name="connsiteX44" fmla="*/ 1068122 w 1198431"/>
              <a:gd name="connsiteY44" fmla="*/ 603110 h 1651416"/>
              <a:gd name="connsiteX45" fmla="*/ 1049930 w 1198431"/>
              <a:gd name="connsiteY45" fmla="*/ 606991 h 1651416"/>
              <a:gd name="connsiteX46" fmla="*/ 923171 w 1198431"/>
              <a:gd name="connsiteY46" fmla="*/ 688219 h 1651416"/>
              <a:gd name="connsiteX47" fmla="*/ 1005219 w 1198431"/>
              <a:gd name="connsiteY47" fmla="*/ 781731 h 1651416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696233 w 1198431"/>
              <a:gd name="connsiteY10" fmla="*/ 43149 h 1644489"/>
              <a:gd name="connsiteX11" fmla="*/ 716621 w 1198431"/>
              <a:gd name="connsiteY11" fmla="*/ 309935 h 1644489"/>
              <a:gd name="connsiteX12" fmla="*/ 854270 w 1198431"/>
              <a:gd name="connsiteY12" fmla="*/ 470228 h 1644489"/>
              <a:gd name="connsiteX13" fmla="*/ 718444 w 1198431"/>
              <a:gd name="connsiteY13" fmla="*/ 26138 h 1644489"/>
              <a:gd name="connsiteX14" fmla="*/ 882390 w 1198431"/>
              <a:gd name="connsiteY14" fmla="*/ 106579 h 1644489"/>
              <a:gd name="connsiteX15" fmla="*/ 976244 w 1198431"/>
              <a:gd name="connsiteY15" fmla="*/ 558961 h 1644489"/>
              <a:gd name="connsiteX16" fmla="*/ 1055083 w 1198431"/>
              <a:gd name="connsiteY16" fmla="*/ 532491 h 1644489"/>
              <a:gd name="connsiteX17" fmla="*/ 1122472 w 1198431"/>
              <a:gd name="connsiteY17" fmla="*/ 536429 h 1644489"/>
              <a:gd name="connsiteX18" fmla="*/ 1175459 w 1198431"/>
              <a:gd name="connsiteY18" fmla="*/ 578272 h 1644489"/>
              <a:gd name="connsiteX19" fmla="*/ 1176298 w 1198431"/>
              <a:gd name="connsiteY19" fmla="*/ 715692 h 1644489"/>
              <a:gd name="connsiteX20" fmla="*/ 1066074 w 1198431"/>
              <a:gd name="connsiteY20" fmla="*/ 832548 h 1644489"/>
              <a:gd name="connsiteX21" fmla="*/ 1036052 w 1198431"/>
              <a:gd name="connsiteY21" fmla="*/ 914450 h 1644489"/>
              <a:gd name="connsiteX22" fmla="*/ 748482 w 1198431"/>
              <a:gd name="connsiteY22" fmla="*/ 1187346 h 1644489"/>
              <a:gd name="connsiteX23" fmla="*/ 332193 w 1198431"/>
              <a:gd name="connsiteY23" fmla="*/ 1545853 h 1644489"/>
              <a:gd name="connsiteX24" fmla="*/ 264168 w 1198431"/>
              <a:gd name="connsiteY24" fmla="*/ 1605112 h 1644489"/>
              <a:gd name="connsiteX25" fmla="*/ 166016 w 1198431"/>
              <a:gd name="connsiteY25" fmla="*/ 1635140 h 1644489"/>
              <a:gd name="connsiteX26" fmla="*/ 0 w 1198431"/>
              <a:gd name="connsiteY26" fmla="*/ 1435557 h 1644489"/>
              <a:gd name="connsiteX27" fmla="*/ 42852 w 1198431"/>
              <a:gd name="connsiteY27" fmla="*/ 1395162 h 1644489"/>
              <a:gd name="connsiteX28" fmla="*/ 316027 w 1198431"/>
              <a:gd name="connsiteY28" fmla="*/ 1119433 h 1644489"/>
              <a:gd name="connsiteX29" fmla="*/ 725003 w 1198431"/>
              <a:gd name="connsiteY29" fmla="*/ 729413 h 1644489"/>
              <a:gd name="connsiteX30" fmla="*/ 380698 w 1198431"/>
              <a:gd name="connsiteY30" fmla="*/ 1412033 h 1644489"/>
              <a:gd name="connsiteX31" fmla="*/ 972548 w 1198431"/>
              <a:gd name="connsiteY31" fmla="*/ 867209 h 1644489"/>
              <a:gd name="connsiteX32" fmla="*/ 852229 w 1198431"/>
              <a:gd name="connsiteY32" fmla="*/ 705978 h 1644489"/>
              <a:gd name="connsiteX33" fmla="*/ 251119 w 1198431"/>
              <a:gd name="connsiteY33" fmla="*/ 1274352 h 1644489"/>
              <a:gd name="connsiteX34" fmla="*/ 380698 w 1198431"/>
              <a:gd name="connsiteY34" fmla="*/ 1412033 h 1644489"/>
              <a:gd name="connsiteX35" fmla="*/ 203338 w 1198431"/>
              <a:gd name="connsiteY35" fmla="*/ 1321683 h 1644489"/>
              <a:gd name="connsiteX36" fmla="*/ 71377 w 1198431"/>
              <a:gd name="connsiteY36" fmla="*/ 1443702 h 1644489"/>
              <a:gd name="connsiteX37" fmla="*/ 192242 w 1198431"/>
              <a:gd name="connsiteY37" fmla="*/ 1577640 h 1644489"/>
              <a:gd name="connsiteX38" fmla="*/ 313838 w 1198431"/>
              <a:gd name="connsiteY38" fmla="*/ 1466329 h 1644489"/>
              <a:gd name="connsiteX39" fmla="*/ 203338 w 1198431"/>
              <a:gd name="connsiteY39" fmla="*/ 1321683 h 1644489"/>
              <a:gd name="connsiteX40" fmla="*/ 1005219 w 1198431"/>
              <a:gd name="connsiteY40" fmla="*/ 774804 h 1644489"/>
              <a:gd name="connsiteX41" fmla="*/ 1066255 w 1198431"/>
              <a:gd name="connsiteY41" fmla="*/ 728118 h 1644489"/>
              <a:gd name="connsiteX42" fmla="*/ 1117433 w 1198431"/>
              <a:gd name="connsiteY42" fmla="*/ 674150 h 1644489"/>
              <a:gd name="connsiteX43" fmla="*/ 1119672 w 1198431"/>
              <a:gd name="connsiteY43" fmla="*/ 615725 h 1644489"/>
              <a:gd name="connsiteX44" fmla="*/ 1068122 w 1198431"/>
              <a:gd name="connsiteY44" fmla="*/ 596183 h 1644489"/>
              <a:gd name="connsiteX45" fmla="*/ 1049930 w 1198431"/>
              <a:gd name="connsiteY45" fmla="*/ 600064 h 1644489"/>
              <a:gd name="connsiteX46" fmla="*/ 923171 w 1198431"/>
              <a:gd name="connsiteY46" fmla="*/ 681292 h 1644489"/>
              <a:gd name="connsiteX47" fmla="*/ 1005219 w 1198431"/>
              <a:gd name="connsiteY47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696233 w 1198431"/>
              <a:gd name="connsiteY10" fmla="*/ 43149 h 1644489"/>
              <a:gd name="connsiteX11" fmla="*/ 716621 w 1198431"/>
              <a:gd name="connsiteY11" fmla="*/ 309935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16621 w 1198431"/>
              <a:gd name="connsiteY11" fmla="*/ 309935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03469 w 1198431"/>
              <a:gd name="connsiteY12" fmla="*/ 519006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22023 w 1198431"/>
              <a:gd name="connsiteY12" fmla="*/ 507439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22023 w 1198431"/>
              <a:gd name="connsiteY12" fmla="*/ 501823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47284 w 1198431"/>
              <a:gd name="connsiteY12" fmla="*/ 494732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51627 w 1198431"/>
              <a:gd name="connsiteY12" fmla="*/ 490788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46239 w 1198431"/>
              <a:gd name="connsiteY11" fmla="*/ 264212 h 1638873"/>
              <a:gd name="connsiteX12" fmla="*/ 851627 w 1198431"/>
              <a:gd name="connsiteY12" fmla="*/ 490788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4056 h 1639132"/>
              <a:gd name="connsiteX1" fmla="*/ 773511 w 1198431"/>
              <a:gd name="connsiteY1" fmla="*/ 665941 h 1639132"/>
              <a:gd name="connsiteX2" fmla="*/ 766187 w 1198431"/>
              <a:gd name="connsiteY2" fmla="*/ 599315 h 1639132"/>
              <a:gd name="connsiteX3" fmla="*/ 722042 w 1198431"/>
              <a:gd name="connsiteY3" fmla="*/ 527317 h 1639132"/>
              <a:gd name="connsiteX4" fmla="*/ 606576 w 1198431"/>
              <a:gd name="connsiteY4" fmla="*/ 641418 h 1639132"/>
              <a:gd name="connsiteX5" fmla="*/ 605519 w 1198431"/>
              <a:gd name="connsiteY5" fmla="*/ 838596 h 1639132"/>
              <a:gd name="connsiteX6" fmla="*/ 549560 w 1198431"/>
              <a:gd name="connsiteY6" fmla="*/ 888672 h 1639132"/>
              <a:gd name="connsiteX7" fmla="*/ 559341 w 1198431"/>
              <a:gd name="connsiteY7" fmla="*/ 607116 h 1639132"/>
              <a:gd name="connsiteX8" fmla="*/ 671901 w 1198431"/>
              <a:gd name="connsiteY8" fmla="*/ 425121 h 1639132"/>
              <a:gd name="connsiteX9" fmla="*/ 600867 w 1198431"/>
              <a:gd name="connsiteY9" fmla="*/ 116315 h 1639132"/>
              <a:gd name="connsiteX10" fmla="*/ 721759 w 1198431"/>
              <a:gd name="connsiteY10" fmla="*/ 25176 h 1639132"/>
              <a:gd name="connsiteX11" fmla="*/ 746239 w 1198431"/>
              <a:gd name="connsiteY11" fmla="*/ 264471 h 1639132"/>
              <a:gd name="connsiteX12" fmla="*/ 851627 w 1198431"/>
              <a:gd name="connsiteY12" fmla="*/ 491047 h 1639132"/>
              <a:gd name="connsiteX13" fmla="*/ 832865 w 1198431"/>
              <a:gd name="connsiteY13" fmla="*/ 391851 h 1639132"/>
              <a:gd name="connsiteX14" fmla="*/ 718444 w 1198431"/>
              <a:gd name="connsiteY14" fmla="*/ 20781 h 1639132"/>
              <a:gd name="connsiteX15" fmla="*/ 882390 w 1198431"/>
              <a:gd name="connsiteY15" fmla="*/ 101222 h 1639132"/>
              <a:gd name="connsiteX16" fmla="*/ 976244 w 1198431"/>
              <a:gd name="connsiteY16" fmla="*/ 553604 h 1639132"/>
              <a:gd name="connsiteX17" fmla="*/ 1055083 w 1198431"/>
              <a:gd name="connsiteY17" fmla="*/ 527134 h 1639132"/>
              <a:gd name="connsiteX18" fmla="*/ 1122472 w 1198431"/>
              <a:gd name="connsiteY18" fmla="*/ 531072 h 1639132"/>
              <a:gd name="connsiteX19" fmla="*/ 1175459 w 1198431"/>
              <a:gd name="connsiteY19" fmla="*/ 572915 h 1639132"/>
              <a:gd name="connsiteX20" fmla="*/ 1176298 w 1198431"/>
              <a:gd name="connsiteY20" fmla="*/ 710335 h 1639132"/>
              <a:gd name="connsiteX21" fmla="*/ 1066074 w 1198431"/>
              <a:gd name="connsiteY21" fmla="*/ 827191 h 1639132"/>
              <a:gd name="connsiteX22" fmla="*/ 1036052 w 1198431"/>
              <a:gd name="connsiteY22" fmla="*/ 909093 h 1639132"/>
              <a:gd name="connsiteX23" fmla="*/ 748482 w 1198431"/>
              <a:gd name="connsiteY23" fmla="*/ 1181989 h 1639132"/>
              <a:gd name="connsiteX24" fmla="*/ 332193 w 1198431"/>
              <a:gd name="connsiteY24" fmla="*/ 1540496 h 1639132"/>
              <a:gd name="connsiteX25" fmla="*/ 264168 w 1198431"/>
              <a:gd name="connsiteY25" fmla="*/ 1599755 h 1639132"/>
              <a:gd name="connsiteX26" fmla="*/ 166016 w 1198431"/>
              <a:gd name="connsiteY26" fmla="*/ 1629783 h 1639132"/>
              <a:gd name="connsiteX27" fmla="*/ 0 w 1198431"/>
              <a:gd name="connsiteY27" fmla="*/ 1430200 h 1639132"/>
              <a:gd name="connsiteX28" fmla="*/ 42852 w 1198431"/>
              <a:gd name="connsiteY28" fmla="*/ 1389805 h 1639132"/>
              <a:gd name="connsiteX29" fmla="*/ 316027 w 1198431"/>
              <a:gd name="connsiteY29" fmla="*/ 1114076 h 1639132"/>
              <a:gd name="connsiteX30" fmla="*/ 725003 w 1198431"/>
              <a:gd name="connsiteY30" fmla="*/ 724056 h 1639132"/>
              <a:gd name="connsiteX31" fmla="*/ 380698 w 1198431"/>
              <a:gd name="connsiteY31" fmla="*/ 1406676 h 1639132"/>
              <a:gd name="connsiteX32" fmla="*/ 972548 w 1198431"/>
              <a:gd name="connsiteY32" fmla="*/ 861852 h 1639132"/>
              <a:gd name="connsiteX33" fmla="*/ 852229 w 1198431"/>
              <a:gd name="connsiteY33" fmla="*/ 700621 h 1639132"/>
              <a:gd name="connsiteX34" fmla="*/ 251119 w 1198431"/>
              <a:gd name="connsiteY34" fmla="*/ 1268995 h 1639132"/>
              <a:gd name="connsiteX35" fmla="*/ 380698 w 1198431"/>
              <a:gd name="connsiteY35" fmla="*/ 1406676 h 1639132"/>
              <a:gd name="connsiteX36" fmla="*/ 203338 w 1198431"/>
              <a:gd name="connsiteY36" fmla="*/ 1316326 h 1639132"/>
              <a:gd name="connsiteX37" fmla="*/ 71377 w 1198431"/>
              <a:gd name="connsiteY37" fmla="*/ 1438345 h 1639132"/>
              <a:gd name="connsiteX38" fmla="*/ 192242 w 1198431"/>
              <a:gd name="connsiteY38" fmla="*/ 1572283 h 1639132"/>
              <a:gd name="connsiteX39" fmla="*/ 313838 w 1198431"/>
              <a:gd name="connsiteY39" fmla="*/ 1460972 h 1639132"/>
              <a:gd name="connsiteX40" fmla="*/ 203338 w 1198431"/>
              <a:gd name="connsiteY40" fmla="*/ 1316326 h 1639132"/>
              <a:gd name="connsiteX41" fmla="*/ 1005219 w 1198431"/>
              <a:gd name="connsiteY41" fmla="*/ 769447 h 1639132"/>
              <a:gd name="connsiteX42" fmla="*/ 1066255 w 1198431"/>
              <a:gd name="connsiteY42" fmla="*/ 722761 h 1639132"/>
              <a:gd name="connsiteX43" fmla="*/ 1117433 w 1198431"/>
              <a:gd name="connsiteY43" fmla="*/ 668793 h 1639132"/>
              <a:gd name="connsiteX44" fmla="*/ 1119672 w 1198431"/>
              <a:gd name="connsiteY44" fmla="*/ 610368 h 1639132"/>
              <a:gd name="connsiteX45" fmla="*/ 1068122 w 1198431"/>
              <a:gd name="connsiteY45" fmla="*/ 590826 h 1639132"/>
              <a:gd name="connsiteX46" fmla="*/ 1049930 w 1198431"/>
              <a:gd name="connsiteY46" fmla="*/ 594707 h 1639132"/>
              <a:gd name="connsiteX47" fmla="*/ 923171 w 1198431"/>
              <a:gd name="connsiteY47" fmla="*/ 675935 h 1639132"/>
              <a:gd name="connsiteX48" fmla="*/ 1005219 w 1198431"/>
              <a:gd name="connsiteY48" fmla="*/ 769447 h 1639132"/>
              <a:gd name="connsiteX0" fmla="*/ 725003 w 1198431"/>
              <a:gd name="connsiteY0" fmla="*/ 706098 h 1621174"/>
              <a:gd name="connsiteX1" fmla="*/ 773511 w 1198431"/>
              <a:gd name="connsiteY1" fmla="*/ 647983 h 1621174"/>
              <a:gd name="connsiteX2" fmla="*/ 766187 w 1198431"/>
              <a:gd name="connsiteY2" fmla="*/ 581357 h 1621174"/>
              <a:gd name="connsiteX3" fmla="*/ 722042 w 1198431"/>
              <a:gd name="connsiteY3" fmla="*/ 509359 h 1621174"/>
              <a:gd name="connsiteX4" fmla="*/ 606576 w 1198431"/>
              <a:gd name="connsiteY4" fmla="*/ 623460 h 1621174"/>
              <a:gd name="connsiteX5" fmla="*/ 605519 w 1198431"/>
              <a:gd name="connsiteY5" fmla="*/ 820638 h 1621174"/>
              <a:gd name="connsiteX6" fmla="*/ 549560 w 1198431"/>
              <a:gd name="connsiteY6" fmla="*/ 870714 h 1621174"/>
              <a:gd name="connsiteX7" fmla="*/ 559341 w 1198431"/>
              <a:gd name="connsiteY7" fmla="*/ 589158 h 1621174"/>
              <a:gd name="connsiteX8" fmla="*/ 671901 w 1198431"/>
              <a:gd name="connsiteY8" fmla="*/ 407163 h 1621174"/>
              <a:gd name="connsiteX9" fmla="*/ 600867 w 1198431"/>
              <a:gd name="connsiteY9" fmla="*/ 98357 h 1621174"/>
              <a:gd name="connsiteX10" fmla="*/ 721759 w 1198431"/>
              <a:gd name="connsiteY10" fmla="*/ 7218 h 1621174"/>
              <a:gd name="connsiteX11" fmla="*/ 746239 w 1198431"/>
              <a:gd name="connsiteY11" fmla="*/ 246513 h 1621174"/>
              <a:gd name="connsiteX12" fmla="*/ 851627 w 1198431"/>
              <a:gd name="connsiteY12" fmla="*/ 473089 h 1621174"/>
              <a:gd name="connsiteX13" fmla="*/ 832865 w 1198431"/>
              <a:gd name="connsiteY13" fmla="*/ 373893 h 1621174"/>
              <a:gd name="connsiteX14" fmla="*/ 772118 w 1198431"/>
              <a:gd name="connsiteY14" fmla="*/ 53942 h 1621174"/>
              <a:gd name="connsiteX15" fmla="*/ 718444 w 1198431"/>
              <a:gd name="connsiteY15" fmla="*/ 2823 h 1621174"/>
              <a:gd name="connsiteX16" fmla="*/ 882390 w 1198431"/>
              <a:gd name="connsiteY16" fmla="*/ 83264 h 1621174"/>
              <a:gd name="connsiteX17" fmla="*/ 976244 w 1198431"/>
              <a:gd name="connsiteY17" fmla="*/ 535646 h 1621174"/>
              <a:gd name="connsiteX18" fmla="*/ 1055083 w 1198431"/>
              <a:gd name="connsiteY18" fmla="*/ 509176 h 1621174"/>
              <a:gd name="connsiteX19" fmla="*/ 1122472 w 1198431"/>
              <a:gd name="connsiteY19" fmla="*/ 513114 h 1621174"/>
              <a:gd name="connsiteX20" fmla="*/ 1175459 w 1198431"/>
              <a:gd name="connsiteY20" fmla="*/ 554957 h 1621174"/>
              <a:gd name="connsiteX21" fmla="*/ 1176298 w 1198431"/>
              <a:gd name="connsiteY21" fmla="*/ 692377 h 1621174"/>
              <a:gd name="connsiteX22" fmla="*/ 1066074 w 1198431"/>
              <a:gd name="connsiteY22" fmla="*/ 809233 h 1621174"/>
              <a:gd name="connsiteX23" fmla="*/ 1036052 w 1198431"/>
              <a:gd name="connsiteY23" fmla="*/ 891135 h 1621174"/>
              <a:gd name="connsiteX24" fmla="*/ 748482 w 1198431"/>
              <a:gd name="connsiteY24" fmla="*/ 1164031 h 1621174"/>
              <a:gd name="connsiteX25" fmla="*/ 332193 w 1198431"/>
              <a:gd name="connsiteY25" fmla="*/ 1522538 h 1621174"/>
              <a:gd name="connsiteX26" fmla="*/ 264168 w 1198431"/>
              <a:gd name="connsiteY26" fmla="*/ 1581797 h 1621174"/>
              <a:gd name="connsiteX27" fmla="*/ 166016 w 1198431"/>
              <a:gd name="connsiteY27" fmla="*/ 1611825 h 1621174"/>
              <a:gd name="connsiteX28" fmla="*/ 0 w 1198431"/>
              <a:gd name="connsiteY28" fmla="*/ 1412242 h 1621174"/>
              <a:gd name="connsiteX29" fmla="*/ 42852 w 1198431"/>
              <a:gd name="connsiteY29" fmla="*/ 1371847 h 1621174"/>
              <a:gd name="connsiteX30" fmla="*/ 316027 w 1198431"/>
              <a:gd name="connsiteY30" fmla="*/ 1096118 h 1621174"/>
              <a:gd name="connsiteX31" fmla="*/ 725003 w 1198431"/>
              <a:gd name="connsiteY31" fmla="*/ 706098 h 1621174"/>
              <a:gd name="connsiteX32" fmla="*/ 380698 w 1198431"/>
              <a:gd name="connsiteY32" fmla="*/ 1388718 h 1621174"/>
              <a:gd name="connsiteX33" fmla="*/ 972548 w 1198431"/>
              <a:gd name="connsiteY33" fmla="*/ 843894 h 1621174"/>
              <a:gd name="connsiteX34" fmla="*/ 852229 w 1198431"/>
              <a:gd name="connsiteY34" fmla="*/ 682663 h 1621174"/>
              <a:gd name="connsiteX35" fmla="*/ 251119 w 1198431"/>
              <a:gd name="connsiteY35" fmla="*/ 1251037 h 1621174"/>
              <a:gd name="connsiteX36" fmla="*/ 380698 w 1198431"/>
              <a:gd name="connsiteY36" fmla="*/ 1388718 h 1621174"/>
              <a:gd name="connsiteX37" fmla="*/ 203338 w 1198431"/>
              <a:gd name="connsiteY37" fmla="*/ 1298368 h 1621174"/>
              <a:gd name="connsiteX38" fmla="*/ 71377 w 1198431"/>
              <a:gd name="connsiteY38" fmla="*/ 1420387 h 1621174"/>
              <a:gd name="connsiteX39" fmla="*/ 192242 w 1198431"/>
              <a:gd name="connsiteY39" fmla="*/ 1554325 h 1621174"/>
              <a:gd name="connsiteX40" fmla="*/ 313838 w 1198431"/>
              <a:gd name="connsiteY40" fmla="*/ 1443014 h 1621174"/>
              <a:gd name="connsiteX41" fmla="*/ 203338 w 1198431"/>
              <a:gd name="connsiteY41" fmla="*/ 1298368 h 1621174"/>
              <a:gd name="connsiteX42" fmla="*/ 1005219 w 1198431"/>
              <a:gd name="connsiteY42" fmla="*/ 751489 h 1621174"/>
              <a:gd name="connsiteX43" fmla="*/ 1066255 w 1198431"/>
              <a:gd name="connsiteY43" fmla="*/ 704803 h 1621174"/>
              <a:gd name="connsiteX44" fmla="*/ 1117433 w 1198431"/>
              <a:gd name="connsiteY44" fmla="*/ 650835 h 1621174"/>
              <a:gd name="connsiteX45" fmla="*/ 1119672 w 1198431"/>
              <a:gd name="connsiteY45" fmla="*/ 592410 h 1621174"/>
              <a:gd name="connsiteX46" fmla="*/ 1068122 w 1198431"/>
              <a:gd name="connsiteY46" fmla="*/ 572868 h 1621174"/>
              <a:gd name="connsiteX47" fmla="*/ 1049930 w 1198431"/>
              <a:gd name="connsiteY47" fmla="*/ 576749 h 1621174"/>
              <a:gd name="connsiteX48" fmla="*/ 923171 w 1198431"/>
              <a:gd name="connsiteY48" fmla="*/ 657977 h 1621174"/>
              <a:gd name="connsiteX49" fmla="*/ 1005219 w 1198431"/>
              <a:gd name="connsiteY49" fmla="*/ 751489 h 1621174"/>
              <a:gd name="connsiteX0" fmla="*/ 725003 w 1198431"/>
              <a:gd name="connsiteY0" fmla="*/ 706062 h 1621138"/>
              <a:gd name="connsiteX1" fmla="*/ 773511 w 1198431"/>
              <a:gd name="connsiteY1" fmla="*/ 647947 h 1621138"/>
              <a:gd name="connsiteX2" fmla="*/ 766187 w 1198431"/>
              <a:gd name="connsiteY2" fmla="*/ 581321 h 1621138"/>
              <a:gd name="connsiteX3" fmla="*/ 722042 w 1198431"/>
              <a:gd name="connsiteY3" fmla="*/ 509323 h 1621138"/>
              <a:gd name="connsiteX4" fmla="*/ 606576 w 1198431"/>
              <a:gd name="connsiteY4" fmla="*/ 623424 h 1621138"/>
              <a:gd name="connsiteX5" fmla="*/ 605519 w 1198431"/>
              <a:gd name="connsiteY5" fmla="*/ 820602 h 1621138"/>
              <a:gd name="connsiteX6" fmla="*/ 549560 w 1198431"/>
              <a:gd name="connsiteY6" fmla="*/ 870678 h 1621138"/>
              <a:gd name="connsiteX7" fmla="*/ 559341 w 1198431"/>
              <a:gd name="connsiteY7" fmla="*/ 589122 h 1621138"/>
              <a:gd name="connsiteX8" fmla="*/ 671901 w 1198431"/>
              <a:gd name="connsiteY8" fmla="*/ 407127 h 1621138"/>
              <a:gd name="connsiteX9" fmla="*/ 600867 w 1198431"/>
              <a:gd name="connsiteY9" fmla="*/ 98321 h 1621138"/>
              <a:gd name="connsiteX10" fmla="*/ 721759 w 1198431"/>
              <a:gd name="connsiteY10" fmla="*/ 7182 h 1621138"/>
              <a:gd name="connsiteX11" fmla="*/ 746239 w 1198431"/>
              <a:gd name="connsiteY11" fmla="*/ 246477 h 1621138"/>
              <a:gd name="connsiteX12" fmla="*/ 851627 w 1198431"/>
              <a:gd name="connsiteY12" fmla="*/ 473053 h 1621138"/>
              <a:gd name="connsiteX13" fmla="*/ 832865 w 1198431"/>
              <a:gd name="connsiteY13" fmla="*/ 373857 h 1621138"/>
              <a:gd name="connsiteX14" fmla="*/ 772118 w 1198431"/>
              <a:gd name="connsiteY14" fmla="*/ 53906 h 1621138"/>
              <a:gd name="connsiteX15" fmla="*/ 718444 w 1198431"/>
              <a:gd name="connsiteY15" fmla="*/ 2787 h 1621138"/>
              <a:gd name="connsiteX16" fmla="*/ 882390 w 1198431"/>
              <a:gd name="connsiteY16" fmla="*/ 83228 h 1621138"/>
              <a:gd name="connsiteX17" fmla="*/ 976244 w 1198431"/>
              <a:gd name="connsiteY17" fmla="*/ 535610 h 1621138"/>
              <a:gd name="connsiteX18" fmla="*/ 1055083 w 1198431"/>
              <a:gd name="connsiteY18" fmla="*/ 509140 h 1621138"/>
              <a:gd name="connsiteX19" fmla="*/ 1122472 w 1198431"/>
              <a:gd name="connsiteY19" fmla="*/ 513078 h 1621138"/>
              <a:gd name="connsiteX20" fmla="*/ 1175459 w 1198431"/>
              <a:gd name="connsiteY20" fmla="*/ 554921 h 1621138"/>
              <a:gd name="connsiteX21" fmla="*/ 1176298 w 1198431"/>
              <a:gd name="connsiteY21" fmla="*/ 692341 h 1621138"/>
              <a:gd name="connsiteX22" fmla="*/ 1066074 w 1198431"/>
              <a:gd name="connsiteY22" fmla="*/ 809197 h 1621138"/>
              <a:gd name="connsiteX23" fmla="*/ 1036052 w 1198431"/>
              <a:gd name="connsiteY23" fmla="*/ 891099 h 1621138"/>
              <a:gd name="connsiteX24" fmla="*/ 748482 w 1198431"/>
              <a:gd name="connsiteY24" fmla="*/ 1163995 h 1621138"/>
              <a:gd name="connsiteX25" fmla="*/ 332193 w 1198431"/>
              <a:gd name="connsiteY25" fmla="*/ 1522502 h 1621138"/>
              <a:gd name="connsiteX26" fmla="*/ 264168 w 1198431"/>
              <a:gd name="connsiteY26" fmla="*/ 1581761 h 1621138"/>
              <a:gd name="connsiteX27" fmla="*/ 166016 w 1198431"/>
              <a:gd name="connsiteY27" fmla="*/ 1611789 h 1621138"/>
              <a:gd name="connsiteX28" fmla="*/ 0 w 1198431"/>
              <a:gd name="connsiteY28" fmla="*/ 1412206 h 1621138"/>
              <a:gd name="connsiteX29" fmla="*/ 42852 w 1198431"/>
              <a:gd name="connsiteY29" fmla="*/ 1371811 h 1621138"/>
              <a:gd name="connsiteX30" fmla="*/ 316027 w 1198431"/>
              <a:gd name="connsiteY30" fmla="*/ 1096082 h 1621138"/>
              <a:gd name="connsiteX31" fmla="*/ 725003 w 1198431"/>
              <a:gd name="connsiteY31" fmla="*/ 706062 h 1621138"/>
              <a:gd name="connsiteX32" fmla="*/ 380698 w 1198431"/>
              <a:gd name="connsiteY32" fmla="*/ 1388682 h 1621138"/>
              <a:gd name="connsiteX33" fmla="*/ 972548 w 1198431"/>
              <a:gd name="connsiteY33" fmla="*/ 843858 h 1621138"/>
              <a:gd name="connsiteX34" fmla="*/ 852229 w 1198431"/>
              <a:gd name="connsiteY34" fmla="*/ 682627 h 1621138"/>
              <a:gd name="connsiteX35" fmla="*/ 251119 w 1198431"/>
              <a:gd name="connsiteY35" fmla="*/ 1251001 h 1621138"/>
              <a:gd name="connsiteX36" fmla="*/ 380698 w 1198431"/>
              <a:gd name="connsiteY36" fmla="*/ 1388682 h 1621138"/>
              <a:gd name="connsiteX37" fmla="*/ 203338 w 1198431"/>
              <a:gd name="connsiteY37" fmla="*/ 1298332 h 1621138"/>
              <a:gd name="connsiteX38" fmla="*/ 71377 w 1198431"/>
              <a:gd name="connsiteY38" fmla="*/ 1420351 h 1621138"/>
              <a:gd name="connsiteX39" fmla="*/ 192242 w 1198431"/>
              <a:gd name="connsiteY39" fmla="*/ 1554289 h 1621138"/>
              <a:gd name="connsiteX40" fmla="*/ 313838 w 1198431"/>
              <a:gd name="connsiteY40" fmla="*/ 1442978 h 1621138"/>
              <a:gd name="connsiteX41" fmla="*/ 203338 w 1198431"/>
              <a:gd name="connsiteY41" fmla="*/ 1298332 h 1621138"/>
              <a:gd name="connsiteX42" fmla="*/ 1005219 w 1198431"/>
              <a:gd name="connsiteY42" fmla="*/ 751453 h 1621138"/>
              <a:gd name="connsiteX43" fmla="*/ 1066255 w 1198431"/>
              <a:gd name="connsiteY43" fmla="*/ 704767 h 1621138"/>
              <a:gd name="connsiteX44" fmla="*/ 1117433 w 1198431"/>
              <a:gd name="connsiteY44" fmla="*/ 650799 h 1621138"/>
              <a:gd name="connsiteX45" fmla="*/ 1119672 w 1198431"/>
              <a:gd name="connsiteY45" fmla="*/ 592374 h 1621138"/>
              <a:gd name="connsiteX46" fmla="*/ 1068122 w 1198431"/>
              <a:gd name="connsiteY46" fmla="*/ 572832 h 1621138"/>
              <a:gd name="connsiteX47" fmla="*/ 1049930 w 1198431"/>
              <a:gd name="connsiteY47" fmla="*/ 576713 h 1621138"/>
              <a:gd name="connsiteX48" fmla="*/ 923171 w 1198431"/>
              <a:gd name="connsiteY48" fmla="*/ 657941 h 1621138"/>
              <a:gd name="connsiteX49" fmla="*/ 1005219 w 1198431"/>
              <a:gd name="connsiteY49" fmla="*/ 751453 h 1621138"/>
              <a:gd name="connsiteX0" fmla="*/ 725003 w 1198431"/>
              <a:gd name="connsiteY0" fmla="*/ 706062 h 1621138"/>
              <a:gd name="connsiteX1" fmla="*/ 773511 w 1198431"/>
              <a:gd name="connsiteY1" fmla="*/ 647947 h 1621138"/>
              <a:gd name="connsiteX2" fmla="*/ 766187 w 1198431"/>
              <a:gd name="connsiteY2" fmla="*/ 581321 h 1621138"/>
              <a:gd name="connsiteX3" fmla="*/ 722042 w 1198431"/>
              <a:gd name="connsiteY3" fmla="*/ 509323 h 1621138"/>
              <a:gd name="connsiteX4" fmla="*/ 606576 w 1198431"/>
              <a:gd name="connsiteY4" fmla="*/ 623424 h 1621138"/>
              <a:gd name="connsiteX5" fmla="*/ 605519 w 1198431"/>
              <a:gd name="connsiteY5" fmla="*/ 820602 h 1621138"/>
              <a:gd name="connsiteX6" fmla="*/ 549560 w 1198431"/>
              <a:gd name="connsiteY6" fmla="*/ 870678 h 1621138"/>
              <a:gd name="connsiteX7" fmla="*/ 559341 w 1198431"/>
              <a:gd name="connsiteY7" fmla="*/ 589122 h 1621138"/>
              <a:gd name="connsiteX8" fmla="*/ 671901 w 1198431"/>
              <a:gd name="connsiteY8" fmla="*/ 407127 h 1621138"/>
              <a:gd name="connsiteX9" fmla="*/ 600867 w 1198431"/>
              <a:gd name="connsiteY9" fmla="*/ 98321 h 1621138"/>
              <a:gd name="connsiteX10" fmla="*/ 721759 w 1198431"/>
              <a:gd name="connsiteY10" fmla="*/ 7182 h 1621138"/>
              <a:gd name="connsiteX11" fmla="*/ 746239 w 1198431"/>
              <a:gd name="connsiteY11" fmla="*/ 246477 h 1621138"/>
              <a:gd name="connsiteX12" fmla="*/ 851627 w 1198431"/>
              <a:gd name="connsiteY12" fmla="*/ 473053 h 1621138"/>
              <a:gd name="connsiteX13" fmla="*/ 832865 w 1198431"/>
              <a:gd name="connsiteY13" fmla="*/ 373857 h 1621138"/>
              <a:gd name="connsiteX14" fmla="*/ 772118 w 1198431"/>
              <a:gd name="connsiteY14" fmla="*/ 53906 h 1621138"/>
              <a:gd name="connsiteX15" fmla="*/ 753691 w 1198431"/>
              <a:gd name="connsiteY15" fmla="*/ 18327 h 1621138"/>
              <a:gd name="connsiteX16" fmla="*/ 882390 w 1198431"/>
              <a:gd name="connsiteY16" fmla="*/ 83228 h 1621138"/>
              <a:gd name="connsiteX17" fmla="*/ 976244 w 1198431"/>
              <a:gd name="connsiteY17" fmla="*/ 535610 h 1621138"/>
              <a:gd name="connsiteX18" fmla="*/ 1055083 w 1198431"/>
              <a:gd name="connsiteY18" fmla="*/ 509140 h 1621138"/>
              <a:gd name="connsiteX19" fmla="*/ 1122472 w 1198431"/>
              <a:gd name="connsiteY19" fmla="*/ 513078 h 1621138"/>
              <a:gd name="connsiteX20" fmla="*/ 1175459 w 1198431"/>
              <a:gd name="connsiteY20" fmla="*/ 554921 h 1621138"/>
              <a:gd name="connsiteX21" fmla="*/ 1176298 w 1198431"/>
              <a:gd name="connsiteY21" fmla="*/ 692341 h 1621138"/>
              <a:gd name="connsiteX22" fmla="*/ 1066074 w 1198431"/>
              <a:gd name="connsiteY22" fmla="*/ 809197 h 1621138"/>
              <a:gd name="connsiteX23" fmla="*/ 1036052 w 1198431"/>
              <a:gd name="connsiteY23" fmla="*/ 891099 h 1621138"/>
              <a:gd name="connsiteX24" fmla="*/ 748482 w 1198431"/>
              <a:gd name="connsiteY24" fmla="*/ 1163995 h 1621138"/>
              <a:gd name="connsiteX25" fmla="*/ 332193 w 1198431"/>
              <a:gd name="connsiteY25" fmla="*/ 1522502 h 1621138"/>
              <a:gd name="connsiteX26" fmla="*/ 264168 w 1198431"/>
              <a:gd name="connsiteY26" fmla="*/ 1581761 h 1621138"/>
              <a:gd name="connsiteX27" fmla="*/ 166016 w 1198431"/>
              <a:gd name="connsiteY27" fmla="*/ 1611789 h 1621138"/>
              <a:gd name="connsiteX28" fmla="*/ 0 w 1198431"/>
              <a:gd name="connsiteY28" fmla="*/ 1412206 h 1621138"/>
              <a:gd name="connsiteX29" fmla="*/ 42852 w 1198431"/>
              <a:gd name="connsiteY29" fmla="*/ 1371811 h 1621138"/>
              <a:gd name="connsiteX30" fmla="*/ 316027 w 1198431"/>
              <a:gd name="connsiteY30" fmla="*/ 1096082 h 1621138"/>
              <a:gd name="connsiteX31" fmla="*/ 725003 w 1198431"/>
              <a:gd name="connsiteY31" fmla="*/ 706062 h 1621138"/>
              <a:gd name="connsiteX32" fmla="*/ 380698 w 1198431"/>
              <a:gd name="connsiteY32" fmla="*/ 1388682 h 1621138"/>
              <a:gd name="connsiteX33" fmla="*/ 972548 w 1198431"/>
              <a:gd name="connsiteY33" fmla="*/ 843858 h 1621138"/>
              <a:gd name="connsiteX34" fmla="*/ 852229 w 1198431"/>
              <a:gd name="connsiteY34" fmla="*/ 682627 h 1621138"/>
              <a:gd name="connsiteX35" fmla="*/ 251119 w 1198431"/>
              <a:gd name="connsiteY35" fmla="*/ 1251001 h 1621138"/>
              <a:gd name="connsiteX36" fmla="*/ 380698 w 1198431"/>
              <a:gd name="connsiteY36" fmla="*/ 1388682 h 1621138"/>
              <a:gd name="connsiteX37" fmla="*/ 203338 w 1198431"/>
              <a:gd name="connsiteY37" fmla="*/ 1298332 h 1621138"/>
              <a:gd name="connsiteX38" fmla="*/ 71377 w 1198431"/>
              <a:gd name="connsiteY38" fmla="*/ 1420351 h 1621138"/>
              <a:gd name="connsiteX39" fmla="*/ 192242 w 1198431"/>
              <a:gd name="connsiteY39" fmla="*/ 1554289 h 1621138"/>
              <a:gd name="connsiteX40" fmla="*/ 313838 w 1198431"/>
              <a:gd name="connsiteY40" fmla="*/ 1442978 h 1621138"/>
              <a:gd name="connsiteX41" fmla="*/ 203338 w 1198431"/>
              <a:gd name="connsiteY41" fmla="*/ 1298332 h 1621138"/>
              <a:gd name="connsiteX42" fmla="*/ 1005219 w 1198431"/>
              <a:gd name="connsiteY42" fmla="*/ 751453 h 1621138"/>
              <a:gd name="connsiteX43" fmla="*/ 1066255 w 1198431"/>
              <a:gd name="connsiteY43" fmla="*/ 704767 h 1621138"/>
              <a:gd name="connsiteX44" fmla="*/ 1117433 w 1198431"/>
              <a:gd name="connsiteY44" fmla="*/ 650799 h 1621138"/>
              <a:gd name="connsiteX45" fmla="*/ 1119672 w 1198431"/>
              <a:gd name="connsiteY45" fmla="*/ 592374 h 1621138"/>
              <a:gd name="connsiteX46" fmla="*/ 1068122 w 1198431"/>
              <a:gd name="connsiteY46" fmla="*/ 572832 h 1621138"/>
              <a:gd name="connsiteX47" fmla="*/ 1049930 w 1198431"/>
              <a:gd name="connsiteY47" fmla="*/ 576713 h 1621138"/>
              <a:gd name="connsiteX48" fmla="*/ 923171 w 1198431"/>
              <a:gd name="connsiteY48" fmla="*/ 657941 h 1621138"/>
              <a:gd name="connsiteX49" fmla="*/ 1005219 w 1198431"/>
              <a:gd name="connsiteY49" fmla="*/ 751453 h 1621138"/>
              <a:gd name="connsiteX0" fmla="*/ 725003 w 1198431"/>
              <a:gd name="connsiteY0" fmla="*/ 743581 h 1658657"/>
              <a:gd name="connsiteX1" fmla="*/ 773511 w 1198431"/>
              <a:gd name="connsiteY1" fmla="*/ 685466 h 1658657"/>
              <a:gd name="connsiteX2" fmla="*/ 766187 w 1198431"/>
              <a:gd name="connsiteY2" fmla="*/ 618840 h 1658657"/>
              <a:gd name="connsiteX3" fmla="*/ 722042 w 1198431"/>
              <a:gd name="connsiteY3" fmla="*/ 546842 h 1658657"/>
              <a:gd name="connsiteX4" fmla="*/ 606576 w 1198431"/>
              <a:gd name="connsiteY4" fmla="*/ 660943 h 1658657"/>
              <a:gd name="connsiteX5" fmla="*/ 605519 w 1198431"/>
              <a:gd name="connsiteY5" fmla="*/ 858121 h 1658657"/>
              <a:gd name="connsiteX6" fmla="*/ 549560 w 1198431"/>
              <a:gd name="connsiteY6" fmla="*/ 908197 h 1658657"/>
              <a:gd name="connsiteX7" fmla="*/ 559341 w 1198431"/>
              <a:gd name="connsiteY7" fmla="*/ 626641 h 1658657"/>
              <a:gd name="connsiteX8" fmla="*/ 671901 w 1198431"/>
              <a:gd name="connsiteY8" fmla="*/ 444646 h 1658657"/>
              <a:gd name="connsiteX9" fmla="*/ 600867 w 1198431"/>
              <a:gd name="connsiteY9" fmla="*/ 135840 h 1658657"/>
              <a:gd name="connsiteX10" fmla="*/ 721759 w 1198431"/>
              <a:gd name="connsiteY10" fmla="*/ 44701 h 1658657"/>
              <a:gd name="connsiteX11" fmla="*/ 746239 w 1198431"/>
              <a:gd name="connsiteY11" fmla="*/ 283996 h 1658657"/>
              <a:gd name="connsiteX12" fmla="*/ 851627 w 1198431"/>
              <a:gd name="connsiteY12" fmla="*/ 510572 h 1658657"/>
              <a:gd name="connsiteX13" fmla="*/ 832865 w 1198431"/>
              <a:gd name="connsiteY13" fmla="*/ 411376 h 1658657"/>
              <a:gd name="connsiteX14" fmla="*/ 772118 w 1198431"/>
              <a:gd name="connsiteY14" fmla="*/ 91425 h 1658657"/>
              <a:gd name="connsiteX15" fmla="*/ 761217 w 1198431"/>
              <a:gd name="connsiteY15" fmla="*/ 140 h 1658657"/>
              <a:gd name="connsiteX16" fmla="*/ 882390 w 1198431"/>
              <a:gd name="connsiteY16" fmla="*/ 120747 h 1658657"/>
              <a:gd name="connsiteX17" fmla="*/ 976244 w 1198431"/>
              <a:gd name="connsiteY17" fmla="*/ 573129 h 1658657"/>
              <a:gd name="connsiteX18" fmla="*/ 1055083 w 1198431"/>
              <a:gd name="connsiteY18" fmla="*/ 546659 h 1658657"/>
              <a:gd name="connsiteX19" fmla="*/ 1122472 w 1198431"/>
              <a:gd name="connsiteY19" fmla="*/ 550597 h 1658657"/>
              <a:gd name="connsiteX20" fmla="*/ 1175459 w 1198431"/>
              <a:gd name="connsiteY20" fmla="*/ 592440 h 1658657"/>
              <a:gd name="connsiteX21" fmla="*/ 1176298 w 1198431"/>
              <a:gd name="connsiteY21" fmla="*/ 729860 h 1658657"/>
              <a:gd name="connsiteX22" fmla="*/ 1066074 w 1198431"/>
              <a:gd name="connsiteY22" fmla="*/ 846716 h 1658657"/>
              <a:gd name="connsiteX23" fmla="*/ 1036052 w 1198431"/>
              <a:gd name="connsiteY23" fmla="*/ 928618 h 1658657"/>
              <a:gd name="connsiteX24" fmla="*/ 748482 w 1198431"/>
              <a:gd name="connsiteY24" fmla="*/ 1201514 h 1658657"/>
              <a:gd name="connsiteX25" fmla="*/ 332193 w 1198431"/>
              <a:gd name="connsiteY25" fmla="*/ 1560021 h 1658657"/>
              <a:gd name="connsiteX26" fmla="*/ 264168 w 1198431"/>
              <a:gd name="connsiteY26" fmla="*/ 1619280 h 1658657"/>
              <a:gd name="connsiteX27" fmla="*/ 166016 w 1198431"/>
              <a:gd name="connsiteY27" fmla="*/ 1649308 h 1658657"/>
              <a:gd name="connsiteX28" fmla="*/ 0 w 1198431"/>
              <a:gd name="connsiteY28" fmla="*/ 1449725 h 1658657"/>
              <a:gd name="connsiteX29" fmla="*/ 42852 w 1198431"/>
              <a:gd name="connsiteY29" fmla="*/ 1409330 h 1658657"/>
              <a:gd name="connsiteX30" fmla="*/ 316027 w 1198431"/>
              <a:gd name="connsiteY30" fmla="*/ 1133601 h 1658657"/>
              <a:gd name="connsiteX31" fmla="*/ 725003 w 1198431"/>
              <a:gd name="connsiteY31" fmla="*/ 743581 h 1658657"/>
              <a:gd name="connsiteX32" fmla="*/ 380698 w 1198431"/>
              <a:gd name="connsiteY32" fmla="*/ 1426201 h 1658657"/>
              <a:gd name="connsiteX33" fmla="*/ 972548 w 1198431"/>
              <a:gd name="connsiteY33" fmla="*/ 881377 h 1658657"/>
              <a:gd name="connsiteX34" fmla="*/ 852229 w 1198431"/>
              <a:gd name="connsiteY34" fmla="*/ 720146 h 1658657"/>
              <a:gd name="connsiteX35" fmla="*/ 251119 w 1198431"/>
              <a:gd name="connsiteY35" fmla="*/ 1288520 h 1658657"/>
              <a:gd name="connsiteX36" fmla="*/ 380698 w 1198431"/>
              <a:gd name="connsiteY36" fmla="*/ 1426201 h 1658657"/>
              <a:gd name="connsiteX37" fmla="*/ 203338 w 1198431"/>
              <a:gd name="connsiteY37" fmla="*/ 1335851 h 1658657"/>
              <a:gd name="connsiteX38" fmla="*/ 71377 w 1198431"/>
              <a:gd name="connsiteY38" fmla="*/ 1457870 h 1658657"/>
              <a:gd name="connsiteX39" fmla="*/ 192242 w 1198431"/>
              <a:gd name="connsiteY39" fmla="*/ 1591808 h 1658657"/>
              <a:gd name="connsiteX40" fmla="*/ 313838 w 1198431"/>
              <a:gd name="connsiteY40" fmla="*/ 1480497 h 1658657"/>
              <a:gd name="connsiteX41" fmla="*/ 203338 w 1198431"/>
              <a:gd name="connsiteY41" fmla="*/ 1335851 h 1658657"/>
              <a:gd name="connsiteX42" fmla="*/ 1005219 w 1198431"/>
              <a:gd name="connsiteY42" fmla="*/ 788972 h 1658657"/>
              <a:gd name="connsiteX43" fmla="*/ 1066255 w 1198431"/>
              <a:gd name="connsiteY43" fmla="*/ 742286 h 1658657"/>
              <a:gd name="connsiteX44" fmla="*/ 1117433 w 1198431"/>
              <a:gd name="connsiteY44" fmla="*/ 688318 h 1658657"/>
              <a:gd name="connsiteX45" fmla="*/ 1119672 w 1198431"/>
              <a:gd name="connsiteY45" fmla="*/ 629893 h 1658657"/>
              <a:gd name="connsiteX46" fmla="*/ 1068122 w 1198431"/>
              <a:gd name="connsiteY46" fmla="*/ 610351 h 1658657"/>
              <a:gd name="connsiteX47" fmla="*/ 1049930 w 1198431"/>
              <a:gd name="connsiteY47" fmla="*/ 614232 h 1658657"/>
              <a:gd name="connsiteX48" fmla="*/ 923171 w 1198431"/>
              <a:gd name="connsiteY48" fmla="*/ 695460 h 1658657"/>
              <a:gd name="connsiteX49" fmla="*/ 1005219 w 1198431"/>
              <a:gd name="connsiteY49" fmla="*/ 788972 h 1658657"/>
              <a:gd name="connsiteX0" fmla="*/ 725003 w 1198431"/>
              <a:gd name="connsiteY0" fmla="*/ 727095 h 1642171"/>
              <a:gd name="connsiteX1" fmla="*/ 773511 w 1198431"/>
              <a:gd name="connsiteY1" fmla="*/ 668980 h 1642171"/>
              <a:gd name="connsiteX2" fmla="*/ 766187 w 1198431"/>
              <a:gd name="connsiteY2" fmla="*/ 602354 h 1642171"/>
              <a:gd name="connsiteX3" fmla="*/ 722042 w 1198431"/>
              <a:gd name="connsiteY3" fmla="*/ 530356 h 1642171"/>
              <a:gd name="connsiteX4" fmla="*/ 606576 w 1198431"/>
              <a:gd name="connsiteY4" fmla="*/ 644457 h 1642171"/>
              <a:gd name="connsiteX5" fmla="*/ 605519 w 1198431"/>
              <a:gd name="connsiteY5" fmla="*/ 841635 h 1642171"/>
              <a:gd name="connsiteX6" fmla="*/ 549560 w 1198431"/>
              <a:gd name="connsiteY6" fmla="*/ 891711 h 1642171"/>
              <a:gd name="connsiteX7" fmla="*/ 559341 w 1198431"/>
              <a:gd name="connsiteY7" fmla="*/ 610155 h 1642171"/>
              <a:gd name="connsiteX8" fmla="*/ 671901 w 1198431"/>
              <a:gd name="connsiteY8" fmla="*/ 428160 h 1642171"/>
              <a:gd name="connsiteX9" fmla="*/ 600867 w 1198431"/>
              <a:gd name="connsiteY9" fmla="*/ 119354 h 1642171"/>
              <a:gd name="connsiteX10" fmla="*/ 721759 w 1198431"/>
              <a:gd name="connsiteY10" fmla="*/ 28215 h 1642171"/>
              <a:gd name="connsiteX11" fmla="*/ 746239 w 1198431"/>
              <a:gd name="connsiteY11" fmla="*/ 267510 h 1642171"/>
              <a:gd name="connsiteX12" fmla="*/ 851627 w 1198431"/>
              <a:gd name="connsiteY12" fmla="*/ 494086 h 1642171"/>
              <a:gd name="connsiteX13" fmla="*/ 832865 w 1198431"/>
              <a:gd name="connsiteY13" fmla="*/ 394890 h 1642171"/>
              <a:gd name="connsiteX14" fmla="*/ 772118 w 1198431"/>
              <a:gd name="connsiteY14" fmla="*/ 74939 h 1642171"/>
              <a:gd name="connsiteX15" fmla="*/ 759038 w 1198431"/>
              <a:gd name="connsiteY15" fmla="*/ 162 h 1642171"/>
              <a:gd name="connsiteX16" fmla="*/ 882390 w 1198431"/>
              <a:gd name="connsiteY16" fmla="*/ 104261 h 1642171"/>
              <a:gd name="connsiteX17" fmla="*/ 976244 w 1198431"/>
              <a:gd name="connsiteY17" fmla="*/ 556643 h 1642171"/>
              <a:gd name="connsiteX18" fmla="*/ 1055083 w 1198431"/>
              <a:gd name="connsiteY18" fmla="*/ 530173 h 1642171"/>
              <a:gd name="connsiteX19" fmla="*/ 1122472 w 1198431"/>
              <a:gd name="connsiteY19" fmla="*/ 534111 h 1642171"/>
              <a:gd name="connsiteX20" fmla="*/ 1175459 w 1198431"/>
              <a:gd name="connsiteY20" fmla="*/ 575954 h 1642171"/>
              <a:gd name="connsiteX21" fmla="*/ 1176298 w 1198431"/>
              <a:gd name="connsiteY21" fmla="*/ 713374 h 1642171"/>
              <a:gd name="connsiteX22" fmla="*/ 1066074 w 1198431"/>
              <a:gd name="connsiteY22" fmla="*/ 830230 h 1642171"/>
              <a:gd name="connsiteX23" fmla="*/ 1036052 w 1198431"/>
              <a:gd name="connsiteY23" fmla="*/ 912132 h 1642171"/>
              <a:gd name="connsiteX24" fmla="*/ 748482 w 1198431"/>
              <a:gd name="connsiteY24" fmla="*/ 1185028 h 1642171"/>
              <a:gd name="connsiteX25" fmla="*/ 332193 w 1198431"/>
              <a:gd name="connsiteY25" fmla="*/ 1543535 h 1642171"/>
              <a:gd name="connsiteX26" fmla="*/ 264168 w 1198431"/>
              <a:gd name="connsiteY26" fmla="*/ 1602794 h 1642171"/>
              <a:gd name="connsiteX27" fmla="*/ 166016 w 1198431"/>
              <a:gd name="connsiteY27" fmla="*/ 1632822 h 1642171"/>
              <a:gd name="connsiteX28" fmla="*/ 0 w 1198431"/>
              <a:gd name="connsiteY28" fmla="*/ 1433239 h 1642171"/>
              <a:gd name="connsiteX29" fmla="*/ 42852 w 1198431"/>
              <a:gd name="connsiteY29" fmla="*/ 1392844 h 1642171"/>
              <a:gd name="connsiteX30" fmla="*/ 316027 w 1198431"/>
              <a:gd name="connsiteY30" fmla="*/ 1117115 h 1642171"/>
              <a:gd name="connsiteX31" fmla="*/ 725003 w 1198431"/>
              <a:gd name="connsiteY31" fmla="*/ 727095 h 1642171"/>
              <a:gd name="connsiteX32" fmla="*/ 380698 w 1198431"/>
              <a:gd name="connsiteY32" fmla="*/ 1409715 h 1642171"/>
              <a:gd name="connsiteX33" fmla="*/ 972548 w 1198431"/>
              <a:gd name="connsiteY33" fmla="*/ 864891 h 1642171"/>
              <a:gd name="connsiteX34" fmla="*/ 852229 w 1198431"/>
              <a:gd name="connsiteY34" fmla="*/ 703660 h 1642171"/>
              <a:gd name="connsiteX35" fmla="*/ 251119 w 1198431"/>
              <a:gd name="connsiteY35" fmla="*/ 1272034 h 1642171"/>
              <a:gd name="connsiteX36" fmla="*/ 380698 w 1198431"/>
              <a:gd name="connsiteY36" fmla="*/ 1409715 h 1642171"/>
              <a:gd name="connsiteX37" fmla="*/ 203338 w 1198431"/>
              <a:gd name="connsiteY37" fmla="*/ 1319365 h 1642171"/>
              <a:gd name="connsiteX38" fmla="*/ 71377 w 1198431"/>
              <a:gd name="connsiteY38" fmla="*/ 1441384 h 1642171"/>
              <a:gd name="connsiteX39" fmla="*/ 192242 w 1198431"/>
              <a:gd name="connsiteY39" fmla="*/ 1575322 h 1642171"/>
              <a:gd name="connsiteX40" fmla="*/ 313838 w 1198431"/>
              <a:gd name="connsiteY40" fmla="*/ 1464011 h 1642171"/>
              <a:gd name="connsiteX41" fmla="*/ 203338 w 1198431"/>
              <a:gd name="connsiteY41" fmla="*/ 1319365 h 1642171"/>
              <a:gd name="connsiteX42" fmla="*/ 1005219 w 1198431"/>
              <a:gd name="connsiteY42" fmla="*/ 772486 h 1642171"/>
              <a:gd name="connsiteX43" fmla="*/ 1066255 w 1198431"/>
              <a:gd name="connsiteY43" fmla="*/ 725800 h 1642171"/>
              <a:gd name="connsiteX44" fmla="*/ 1117433 w 1198431"/>
              <a:gd name="connsiteY44" fmla="*/ 671832 h 1642171"/>
              <a:gd name="connsiteX45" fmla="*/ 1119672 w 1198431"/>
              <a:gd name="connsiteY45" fmla="*/ 613407 h 1642171"/>
              <a:gd name="connsiteX46" fmla="*/ 1068122 w 1198431"/>
              <a:gd name="connsiteY46" fmla="*/ 593865 h 1642171"/>
              <a:gd name="connsiteX47" fmla="*/ 1049930 w 1198431"/>
              <a:gd name="connsiteY47" fmla="*/ 597746 h 1642171"/>
              <a:gd name="connsiteX48" fmla="*/ 923171 w 1198431"/>
              <a:gd name="connsiteY48" fmla="*/ 678974 h 1642171"/>
              <a:gd name="connsiteX49" fmla="*/ 1005219 w 1198431"/>
              <a:gd name="connsiteY49" fmla="*/ 772486 h 1642171"/>
              <a:gd name="connsiteX0" fmla="*/ 725003 w 1198431"/>
              <a:gd name="connsiteY0" fmla="*/ 727095 h 1642171"/>
              <a:gd name="connsiteX1" fmla="*/ 773511 w 1198431"/>
              <a:gd name="connsiteY1" fmla="*/ 668980 h 1642171"/>
              <a:gd name="connsiteX2" fmla="*/ 766187 w 1198431"/>
              <a:gd name="connsiteY2" fmla="*/ 602354 h 1642171"/>
              <a:gd name="connsiteX3" fmla="*/ 722042 w 1198431"/>
              <a:gd name="connsiteY3" fmla="*/ 530356 h 1642171"/>
              <a:gd name="connsiteX4" fmla="*/ 606576 w 1198431"/>
              <a:gd name="connsiteY4" fmla="*/ 644457 h 1642171"/>
              <a:gd name="connsiteX5" fmla="*/ 605519 w 1198431"/>
              <a:gd name="connsiteY5" fmla="*/ 841635 h 1642171"/>
              <a:gd name="connsiteX6" fmla="*/ 549560 w 1198431"/>
              <a:gd name="connsiteY6" fmla="*/ 891711 h 1642171"/>
              <a:gd name="connsiteX7" fmla="*/ 559341 w 1198431"/>
              <a:gd name="connsiteY7" fmla="*/ 610155 h 1642171"/>
              <a:gd name="connsiteX8" fmla="*/ 671901 w 1198431"/>
              <a:gd name="connsiteY8" fmla="*/ 428160 h 1642171"/>
              <a:gd name="connsiteX9" fmla="*/ 600867 w 1198431"/>
              <a:gd name="connsiteY9" fmla="*/ 119354 h 1642171"/>
              <a:gd name="connsiteX10" fmla="*/ 726301 w 1198431"/>
              <a:gd name="connsiteY10" fmla="*/ 20127 h 1642171"/>
              <a:gd name="connsiteX11" fmla="*/ 746239 w 1198431"/>
              <a:gd name="connsiteY11" fmla="*/ 267510 h 1642171"/>
              <a:gd name="connsiteX12" fmla="*/ 851627 w 1198431"/>
              <a:gd name="connsiteY12" fmla="*/ 494086 h 1642171"/>
              <a:gd name="connsiteX13" fmla="*/ 832865 w 1198431"/>
              <a:gd name="connsiteY13" fmla="*/ 394890 h 1642171"/>
              <a:gd name="connsiteX14" fmla="*/ 772118 w 1198431"/>
              <a:gd name="connsiteY14" fmla="*/ 74939 h 1642171"/>
              <a:gd name="connsiteX15" fmla="*/ 759038 w 1198431"/>
              <a:gd name="connsiteY15" fmla="*/ 162 h 1642171"/>
              <a:gd name="connsiteX16" fmla="*/ 882390 w 1198431"/>
              <a:gd name="connsiteY16" fmla="*/ 104261 h 1642171"/>
              <a:gd name="connsiteX17" fmla="*/ 976244 w 1198431"/>
              <a:gd name="connsiteY17" fmla="*/ 556643 h 1642171"/>
              <a:gd name="connsiteX18" fmla="*/ 1055083 w 1198431"/>
              <a:gd name="connsiteY18" fmla="*/ 530173 h 1642171"/>
              <a:gd name="connsiteX19" fmla="*/ 1122472 w 1198431"/>
              <a:gd name="connsiteY19" fmla="*/ 534111 h 1642171"/>
              <a:gd name="connsiteX20" fmla="*/ 1175459 w 1198431"/>
              <a:gd name="connsiteY20" fmla="*/ 575954 h 1642171"/>
              <a:gd name="connsiteX21" fmla="*/ 1176298 w 1198431"/>
              <a:gd name="connsiteY21" fmla="*/ 713374 h 1642171"/>
              <a:gd name="connsiteX22" fmla="*/ 1066074 w 1198431"/>
              <a:gd name="connsiteY22" fmla="*/ 830230 h 1642171"/>
              <a:gd name="connsiteX23" fmla="*/ 1036052 w 1198431"/>
              <a:gd name="connsiteY23" fmla="*/ 912132 h 1642171"/>
              <a:gd name="connsiteX24" fmla="*/ 748482 w 1198431"/>
              <a:gd name="connsiteY24" fmla="*/ 1185028 h 1642171"/>
              <a:gd name="connsiteX25" fmla="*/ 332193 w 1198431"/>
              <a:gd name="connsiteY25" fmla="*/ 1543535 h 1642171"/>
              <a:gd name="connsiteX26" fmla="*/ 264168 w 1198431"/>
              <a:gd name="connsiteY26" fmla="*/ 1602794 h 1642171"/>
              <a:gd name="connsiteX27" fmla="*/ 166016 w 1198431"/>
              <a:gd name="connsiteY27" fmla="*/ 1632822 h 1642171"/>
              <a:gd name="connsiteX28" fmla="*/ 0 w 1198431"/>
              <a:gd name="connsiteY28" fmla="*/ 1433239 h 1642171"/>
              <a:gd name="connsiteX29" fmla="*/ 42852 w 1198431"/>
              <a:gd name="connsiteY29" fmla="*/ 1392844 h 1642171"/>
              <a:gd name="connsiteX30" fmla="*/ 316027 w 1198431"/>
              <a:gd name="connsiteY30" fmla="*/ 1117115 h 1642171"/>
              <a:gd name="connsiteX31" fmla="*/ 725003 w 1198431"/>
              <a:gd name="connsiteY31" fmla="*/ 727095 h 1642171"/>
              <a:gd name="connsiteX32" fmla="*/ 380698 w 1198431"/>
              <a:gd name="connsiteY32" fmla="*/ 1409715 h 1642171"/>
              <a:gd name="connsiteX33" fmla="*/ 972548 w 1198431"/>
              <a:gd name="connsiteY33" fmla="*/ 864891 h 1642171"/>
              <a:gd name="connsiteX34" fmla="*/ 852229 w 1198431"/>
              <a:gd name="connsiteY34" fmla="*/ 703660 h 1642171"/>
              <a:gd name="connsiteX35" fmla="*/ 251119 w 1198431"/>
              <a:gd name="connsiteY35" fmla="*/ 1272034 h 1642171"/>
              <a:gd name="connsiteX36" fmla="*/ 380698 w 1198431"/>
              <a:gd name="connsiteY36" fmla="*/ 1409715 h 1642171"/>
              <a:gd name="connsiteX37" fmla="*/ 203338 w 1198431"/>
              <a:gd name="connsiteY37" fmla="*/ 1319365 h 1642171"/>
              <a:gd name="connsiteX38" fmla="*/ 71377 w 1198431"/>
              <a:gd name="connsiteY38" fmla="*/ 1441384 h 1642171"/>
              <a:gd name="connsiteX39" fmla="*/ 192242 w 1198431"/>
              <a:gd name="connsiteY39" fmla="*/ 1575322 h 1642171"/>
              <a:gd name="connsiteX40" fmla="*/ 313838 w 1198431"/>
              <a:gd name="connsiteY40" fmla="*/ 1464011 h 1642171"/>
              <a:gd name="connsiteX41" fmla="*/ 203338 w 1198431"/>
              <a:gd name="connsiteY41" fmla="*/ 1319365 h 1642171"/>
              <a:gd name="connsiteX42" fmla="*/ 1005219 w 1198431"/>
              <a:gd name="connsiteY42" fmla="*/ 772486 h 1642171"/>
              <a:gd name="connsiteX43" fmla="*/ 1066255 w 1198431"/>
              <a:gd name="connsiteY43" fmla="*/ 725800 h 1642171"/>
              <a:gd name="connsiteX44" fmla="*/ 1117433 w 1198431"/>
              <a:gd name="connsiteY44" fmla="*/ 671832 h 1642171"/>
              <a:gd name="connsiteX45" fmla="*/ 1119672 w 1198431"/>
              <a:gd name="connsiteY45" fmla="*/ 613407 h 1642171"/>
              <a:gd name="connsiteX46" fmla="*/ 1068122 w 1198431"/>
              <a:gd name="connsiteY46" fmla="*/ 593865 h 1642171"/>
              <a:gd name="connsiteX47" fmla="*/ 1049930 w 1198431"/>
              <a:gd name="connsiteY47" fmla="*/ 597746 h 1642171"/>
              <a:gd name="connsiteX48" fmla="*/ 923171 w 1198431"/>
              <a:gd name="connsiteY48" fmla="*/ 678974 h 1642171"/>
              <a:gd name="connsiteX49" fmla="*/ 1005219 w 1198431"/>
              <a:gd name="connsiteY49" fmla="*/ 772486 h 1642171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6239 w 1198431"/>
              <a:gd name="connsiteY11" fmla="*/ 267418 h 1642079"/>
              <a:gd name="connsiteX12" fmla="*/ 851627 w 1198431"/>
              <a:gd name="connsiteY12" fmla="*/ 493994 h 1642079"/>
              <a:gd name="connsiteX13" fmla="*/ 832865 w 1198431"/>
              <a:gd name="connsiteY13" fmla="*/ 394798 h 1642079"/>
              <a:gd name="connsiteX14" fmla="*/ 750987 w 1198431"/>
              <a:gd name="connsiteY14" fmla="*/ 111209 h 1642079"/>
              <a:gd name="connsiteX15" fmla="*/ 759038 w 1198431"/>
              <a:gd name="connsiteY15" fmla="*/ 70 h 1642079"/>
              <a:gd name="connsiteX16" fmla="*/ 882390 w 1198431"/>
              <a:gd name="connsiteY16" fmla="*/ 104169 h 1642079"/>
              <a:gd name="connsiteX17" fmla="*/ 976244 w 1198431"/>
              <a:gd name="connsiteY17" fmla="*/ 556551 h 1642079"/>
              <a:gd name="connsiteX18" fmla="*/ 1055083 w 1198431"/>
              <a:gd name="connsiteY18" fmla="*/ 530081 h 1642079"/>
              <a:gd name="connsiteX19" fmla="*/ 1122472 w 1198431"/>
              <a:gd name="connsiteY19" fmla="*/ 534019 h 1642079"/>
              <a:gd name="connsiteX20" fmla="*/ 1175459 w 1198431"/>
              <a:gd name="connsiteY20" fmla="*/ 575862 h 1642079"/>
              <a:gd name="connsiteX21" fmla="*/ 1176298 w 1198431"/>
              <a:gd name="connsiteY21" fmla="*/ 713282 h 1642079"/>
              <a:gd name="connsiteX22" fmla="*/ 1066074 w 1198431"/>
              <a:gd name="connsiteY22" fmla="*/ 830138 h 1642079"/>
              <a:gd name="connsiteX23" fmla="*/ 1036052 w 1198431"/>
              <a:gd name="connsiteY23" fmla="*/ 912040 h 1642079"/>
              <a:gd name="connsiteX24" fmla="*/ 748482 w 1198431"/>
              <a:gd name="connsiteY24" fmla="*/ 1184936 h 1642079"/>
              <a:gd name="connsiteX25" fmla="*/ 332193 w 1198431"/>
              <a:gd name="connsiteY25" fmla="*/ 1543443 h 1642079"/>
              <a:gd name="connsiteX26" fmla="*/ 264168 w 1198431"/>
              <a:gd name="connsiteY26" fmla="*/ 1602702 h 1642079"/>
              <a:gd name="connsiteX27" fmla="*/ 166016 w 1198431"/>
              <a:gd name="connsiteY27" fmla="*/ 1632730 h 1642079"/>
              <a:gd name="connsiteX28" fmla="*/ 0 w 1198431"/>
              <a:gd name="connsiteY28" fmla="*/ 1433147 h 1642079"/>
              <a:gd name="connsiteX29" fmla="*/ 42852 w 1198431"/>
              <a:gd name="connsiteY29" fmla="*/ 1392752 h 1642079"/>
              <a:gd name="connsiteX30" fmla="*/ 316027 w 1198431"/>
              <a:gd name="connsiteY30" fmla="*/ 1117023 h 1642079"/>
              <a:gd name="connsiteX31" fmla="*/ 725003 w 1198431"/>
              <a:gd name="connsiteY31" fmla="*/ 727003 h 1642079"/>
              <a:gd name="connsiteX32" fmla="*/ 380698 w 1198431"/>
              <a:gd name="connsiteY32" fmla="*/ 1409623 h 1642079"/>
              <a:gd name="connsiteX33" fmla="*/ 972548 w 1198431"/>
              <a:gd name="connsiteY33" fmla="*/ 864799 h 1642079"/>
              <a:gd name="connsiteX34" fmla="*/ 852229 w 1198431"/>
              <a:gd name="connsiteY34" fmla="*/ 703568 h 1642079"/>
              <a:gd name="connsiteX35" fmla="*/ 251119 w 1198431"/>
              <a:gd name="connsiteY35" fmla="*/ 1271942 h 1642079"/>
              <a:gd name="connsiteX36" fmla="*/ 380698 w 1198431"/>
              <a:gd name="connsiteY36" fmla="*/ 1409623 h 1642079"/>
              <a:gd name="connsiteX37" fmla="*/ 203338 w 1198431"/>
              <a:gd name="connsiteY37" fmla="*/ 1319273 h 1642079"/>
              <a:gd name="connsiteX38" fmla="*/ 71377 w 1198431"/>
              <a:gd name="connsiteY38" fmla="*/ 1441292 h 1642079"/>
              <a:gd name="connsiteX39" fmla="*/ 192242 w 1198431"/>
              <a:gd name="connsiteY39" fmla="*/ 1575230 h 1642079"/>
              <a:gd name="connsiteX40" fmla="*/ 313838 w 1198431"/>
              <a:gd name="connsiteY40" fmla="*/ 1463919 h 1642079"/>
              <a:gd name="connsiteX41" fmla="*/ 203338 w 1198431"/>
              <a:gd name="connsiteY41" fmla="*/ 1319273 h 1642079"/>
              <a:gd name="connsiteX42" fmla="*/ 1005219 w 1198431"/>
              <a:gd name="connsiteY42" fmla="*/ 772394 h 1642079"/>
              <a:gd name="connsiteX43" fmla="*/ 1066255 w 1198431"/>
              <a:gd name="connsiteY43" fmla="*/ 725708 h 1642079"/>
              <a:gd name="connsiteX44" fmla="*/ 1117433 w 1198431"/>
              <a:gd name="connsiteY44" fmla="*/ 671740 h 1642079"/>
              <a:gd name="connsiteX45" fmla="*/ 1119672 w 1198431"/>
              <a:gd name="connsiteY45" fmla="*/ 613315 h 1642079"/>
              <a:gd name="connsiteX46" fmla="*/ 1068122 w 1198431"/>
              <a:gd name="connsiteY46" fmla="*/ 593773 h 1642079"/>
              <a:gd name="connsiteX47" fmla="*/ 1049930 w 1198431"/>
              <a:gd name="connsiteY47" fmla="*/ 597654 h 1642079"/>
              <a:gd name="connsiteX48" fmla="*/ 923171 w 1198431"/>
              <a:gd name="connsiteY48" fmla="*/ 678882 h 1642079"/>
              <a:gd name="connsiteX49" fmla="*/ 1005219 w 1198431"/>
              <a:gd name="connsiteY49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6239 w 1198431"/>
              <a:gd name="connsiteY11" fmla="*/ 267418 h 1642079"/>
              <a:gd name="connsiteX12" fmla="*/ 851627 w 1198431"/>
              <a:gd name="connsiteY12" fmla="*/ 493994 h 1642079"/>
              <a:gd name="connsiteX13" fmla="*/ 832865 w 1198431"/>
              <a:gd name="connsiteY13" fmla="*/ 394798 h 1642079"/>
              <a:gd name="connsiteX14" fmla="*/ 750987 w 1198431"/>
              <a:gd name="connsiteY14" fmla="*/ 111209 h 1642079"/>
              <a:gd name="connsiteX15" fmla="*/ 759038 w 1198431"/>
              <a:gd name="connsiteY15" fmla="*/ 70 h 1642079"/>
              <a:gd name="connsiteX16" fmla="*/ 882390 w 1198431"/>
              <a:gd name="connsiteY16" fmla="*/ 104169 h 1642079"/>
              <a:gd name="connsiteX17" fmla="*/ 976244 w 1198431"/>
              <a:gd name="connsiteY17" fmla="*/ 556551 h 1642079"/>
              <a:gd name="connsiteX18" fmla="*/ 1055083 w 1198431"/>
              <a:gd name="connsiteY18" fmla="*/ 530081 h 1642079"/>
              <a:gd name="connsiteX19" fmla="*/ 1122472 w 1198431"/>
              <a:gd name="connsiteY19" fmla="*/ 534019 h 1642079"/>
              <a:gd name="connsiteX20" fmla="*/ 1175459 w 1198431"/>
              <a:gd name="connsiteY20" fmla="*/ 575862 h 1642079"/>
              <a:gd name="connsiteX21" fmla="*/ 1176298 w 1198431"/>
              <a:gd name="connsiteY21" fmla="*/ 713282 h 1642079"/>
              <a:gd name="connsiteX22" fmla="*/ 1066074 w 1198431"/>
              <a:gd name="connsiteY22" fmla="*/ 830138 h 1642079"/>
              <a:gd name="connsiteX23" fmla="*/ 1036052 w 1198431"/>
              <a:gd name="connsiteY23" fmla="*/ 912040 h 1642079"/>
              <a:gd name="connsiteX24" fmla="*/ 748482 w 1198431"/>
              <a:gd name="connsiteY24" fmla="*/ 1184936 h 1642079"/>
              <a:gd name="connsiteX25" fmla="*/ 332193 w 1198431"/>
              <a:gd name="connsiteY25" fmla="*/ 1543443 h 1642079"/>
              <a:gd name="connsiteX26" fmla="*/ 264168 w 1198431"/>
              <a:gd name="connsiteY26" fmla="*/ 1602702 h 1642079"/>
              <a:gd name="connsiteX27" fmla="*/ 166016 w 1198431"/>
              <a:gd name="connsiteY27" fmla="*/ 1632730 h 1642079"/>
              <a:gd name="connsiteX28" fmla="*/ 0 w 1198431"/>
              <a:gd name="connsiteY28" fmla="*/ 1433147 h 1642079"/>
              <a:gd name="connsiteX29" fmla="*/ 42852 w 1198431"/>
              <a:gd name="connsiteY29" fmla="*/ 1392752 h 1642079"/>
              <a:gd name="connsiteX30" fmla="*/ 316027 w 1198431"/>
              <a:gd name="connsiteY30" fmla="*/ 1117023 h 1642079"/>
              <a:gd name="connsiteX31" fmla="*/ 725003 w 1198431"/>
              <a:gd name="connsiteY31" fmla="*/ 727003 h 1642079"/>
              <a:gd name="connsiteX32" fmla="*/ 380698 w 1198431"/>
              <a:gd name="connsiteY32" fmla="*/ 1409623 h 1642079"/>
              <a:gd name="connsiteX33" fmla="*/ 972548 w 1198431"/>
              <a:gd name="connsiteY33" fmla="*/ 864799 h 1642079"/>
              <a:gd name="connsiteX34" fmla="*/ 852229 w 1198431"/>
              <a:gd name="connsiteY34" fmla="*/ 703568 h 1642079"/>
              <a:gd name="connsiteX35" fmla="*/ 251119 w 1198431"/>
              <a:gd name="connsiteY35" fmla="*/ 1271942 h 1642079"/>
              <a:gd name="connsiteX36" fmla="*/ 380698 w 1198431"/>
              <a:gd name="connsiteY36" fmla="*/ 1409623 h 1642079"/>
              <a:gd name="connsiteX37" fmla="*/ 203338 w 1198431"/>
              <a:gd name="connsiteY37" fmla="*/ 1319273 h 1642079"/>
              <a:gd name="connsiteX38" fmla="*/ 71377 w 1198431"/>
              <a:gd name="connsiteY38" fmla="*/ 1441292 h 1642079"/>
              <a:gd name="connsiteX39" fmla="*/ 192242 w 1198431"/>
              <a:gd name="connsiteY39" fmla="*/ 1575230 h 1642079"/>
              <a:gd name="connsiteX40" fmla="*/ 313838 w 1198431"/>
              <a:gd name="connsiteY40" fmla="*/ 1463919 h 1642079"/>
              <a:gd name="connsiteX41" fmla="*/ 203338 w 1198431"/>
              <a:gd name="connsiteY41" fmla="*/ 1319273 h 1642079"/>
              <a:gd name="connsiteX42" fmla="*/ 1005219 w 1198431"/>
              <a:gd name="connsiteY42" fmla="*/ 772394 h 1642079"/>
              <a:gd name="connsiteX43" fmla="*/ 1066255 w 1198431"/>
              <a:gd name="connsiteY43" fmla="*/ 725708 h 1642079"/>
              <a:gd name="connsiteX44" fmla="*/ 1117433 w 1198431"/>
              <a:gd name="connsiteY44" fmla="*/ 671740 h 1642079"/>
              <a:gd name="connsiteX45" fmla="*/ 1119672 w 1198431"/>
              <a:gd name="connsiteY45" fmla="*/ 613315 h 1642079"/>
              <a:gd name="connsiteX46" fmla="*/ 1068122 w 1198431"/>
              <a:gd name="connsiteY46" fmla="*/ 593773 h 1642079"/>
              <a:gd name="connsiteX47" fmla="*/ 1049930 w 1198431"/>
              <a:gd name="connsiteY47" fmla="*/ 597654 h 1642079"/>
              <a:gd name="connsiteX48" fmla="*/ 923171 w 1198431"/>
              <a:gd name="connsiteY48" fmla="*/ 678882 h 1642079"/>
              <a:gd name="connsiteX49" fmla="*/ 1005219 w 1198431"/>
              <a:gd name="connsiteY49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1969 w 1198431"/>
              <a:gd name="connsiteY11" fmla="*/ 126004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1969 w 1198431"/>
              <a:gd name="connsiteY11" fmla="*/ 126004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40778 w 1198431"/>
              <a:gd name="connsiteY10" fmla="*/ 6888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1383 h 1636459"/>
              <a:gd name="connsiteX1" fmla="*/ 773511 w 1198431"/>
              <a:gd name="connsiteY1" fmla="*/ 663268 h 1636459"/>
              <a:gd name="connsiteX2" fmla="*/ 766187 w 1198431"/>
              <a:gd name="connsiteY2" fmla="*/ 596642 h 1636459"/>
              <a:gd name="connsiteX3" fmla="*/ 722042 w 1198431"/>
              <a:gd name="connsiteY3" fmla="*/ 524644 h 1636459"/>
              <a:gd name="connsiteX4" fmla="*/ 606576 w 1198431"/>
              <a:gd name="connsiteY4" fmla="*/ 638745 h 1636459"/>
              <a:gd name="connsiteX5" fmla="*/ 605519 w 1198431"/>
              <a:gd name="connsiteY5" fmla="*/ 835923 h 1636459"/>
              <a:gd name="connsiteX6" fmla="*/ 549560 w 1198431"/>
              <a:gd name="connsiteY6" fmla="*/ 885999 h 1636459"/>
              <a:gd name="connsiteX7" fmla="*/ 559341 w 1198431"/>
              <a:gd name="connsiteY7" fmla="*/ 604443 h 1636459"/>
              <a:gd name="connsiteX8" fmla="*/ 671901 w 1198431"/>
              <a:gd name="connsiteY8" fmla="*/ 422448 h 1636459"/>
              <a:gd name="connsiteX9" fmla="*/ 600867 w 1198431"/>
              <a:gd name="connsiteY9" fmla="*/ 113642 h 1636459"/>
              <a:gd name="connsiteX10" fmla="*/ 740778 w 1198431"/>
              <a:gd name="connsiteY10" fmla="*/ 1268 h 1636459"/>
              <a:gd name="connsiteX11" fmla="*/ 750854 w 1198431"/>
              <a:gd name="connsiteY11" fmla="*/ 108352 h 1636459"/>
              <a:gd name="connsiteX12" fmla="*/ 746239 w 1198431"/>
              <a:gd name="connsiteY12" fmla="*/ 261798 h 1636459"/>
              <a:gd name="connsiteX13" fmla="*/ 825214 w 1198431"/>
              <a:gd name="connsiteY13" fmla="*/ 433111 h 1636459"/>
              <a:gd name="connsiteX14" fmla="*/ 831255 w 1198431"/>
              <a:gd name="connsiteY14" fmla="*/ 321957 h 1636459"/>
              <a:gd name="connsiteX15" fmla="*/ 750987 w 1198431"/>
              <a:gd name="connsiteY15" fmla="*/ 105589 h 1636459"/>
              <a:gd name="connsiteX16" fmla="*/ 746999 w 1198431"/>
              <a:gd name="connsiteY16" fmla="*/ 100 h 1636459"/>
              <a:gd name="connsiteX17" fmla="*/ 882390 w 1198431"/>
              <a:gd name="connsiteY17" fmla="*/ 98549 h 1636459"/>
              <a:gd name="connsiteX18" fmla="*/ 976244 w 1198431"/>
              <a:gd name="connsiteY18" fmla="*/ 550931 h 1636459"/>
              <a:gd name="connsiteX19" fmla="*/ 1055083 w 1198431"/>
              <a:gd name="connsiteY19" fmla="*/ 524461 h 1636459"/>
              <a:gd name="connsiteX20" fmla="*/ 1122472 w 1198431"/>
              <a:gd name="connsiteY20" fmla="*/ 528399 h 1636459"/>
              <a:gd name="connsiteX21" fmla="*/ 1175459 w 1198431"/>
              <a:gd name="connsiteY21" fmla="*/ 570242 h 1636459"/>
              <a:gd name="connsiteX22" fmla="*/ 1176298 w 1198431"/>
              <a:gd name="connsiteY22" fmla="*/ 707662 h 1636459"/>
              <a:gd name="connsiteX23" fmla="*/ 1066074 w 1198431"/>
              <a:gd name="connsiteY23" fmla="*/ 824518 h 1636459"/>
              <a:gd name="connsiteX24" fmla="*/ 1036052 w 1198431"/>
              <a:gd name="connsiteY24" fmla="*/ 906420 h 1636459"/>
              <a:gd name="connsiteX25" fmla="*/ 748482 w 1198431"/>
              <a:gd name="connsiteY25" fmla="*/ 1179316 h 1636459"/>
              <a:gd name="connsiteX26" fmla="*/ 332193 w 1198431"/>
              <a:gd name="connsiteY26" fmla="*/ 1537823 h 1636459"/>
              <a:gd name="connsiteX27" fmla="*/ 264168 w 1198431"/>
              <a:gd name="connsiteY27" fmla="*/ 1597082 h 1636459"/>
              <a:gd name="connsiteX28" fmla="*/ 166016 w 1198431"/>
              <a:gd name="connsiteY28" fmla="*/ 1627110 h 1636459"/>
              <a:gd name="connsiteX29" fmla="*/ 0 w 1198431"/>
              <a:gd name="connsiteY29" fmla="*/ 1427527 h 1636459"/>
              <a:gd name="connsiteX30" fmla="*/ 42852 w 1198431"/>
              <a:gd name="connsiteY30" fmla="*/ 1387132 h 1636459"/>
              <a:gd name="connsiteX31" fmla="*/ 316027 w 1198431"/>
              <a:gd name="connsiteY31" fmla="*/ 1111403 h 1636459"/>
              <a:gd name="connsiteX32" fmla="*/ 725003 w 1198431"/>
              <a:gd name="connsiteY32" fmla="*/ 721383 h 1636459"/>
              <a:gd name="connsiteX33" fmla="*/ 380698 w 1198431"/>
              <a:gd name="connsiteY33" fmla="*/ 1404003 h 1636459"/>
              <a:gd name="connsiteX34" fmla="*/ 972548 w 1198431"/>
              <a:gd name="connsiteY34" fmla="*/ 859179 h 1636459"/>
              <a:gd name="connsiteX35" fmla="*/ 852229 w 1198431"/>
              <a:gd name="connsiteY35" fmla="*/ 697948 h 1636459"/>
              <a:gd name="connsiteX36" fmla="*/ 251119 w 1198431"/>
              <a:gd name="connsiteY36" fmla="*/ 1266322 h 1636459"/>
              <a:gd name="connsiteX37" fmla="*/ 380698 w 1198431"/>
              <a:gd name="connsiteY37" fmla="*/ 1404003 h 1636459"/>
              <a:gd name="connsiteX38" fmla="*/ 203338 w 1198431"/>
              <a:gd name="connsiteY38" fmla="*/ 1313653 h 1636459"/>
              <a:gd name="connsiteX39" fmla="*/ 71377 w 1198431"/>
              <a:gd name="connsiteY39" fmla="*/ 1435672 h 1636459"/>
              <a:gd name="connsiteX40" fmla="*/ 192242 w 1198431"/>
              <a:gd name="connsiteY40" fmla="*/ 1569610 h 1636459"/>
              <a:gd name="connsiteX41" fmla="*/ 313838 w 1198431"/>
              <a:gd name="connsiteY41" fmla="*/ 1458299 h 1636459"/>
              <a:gd name="connsiteX42" fmla="*/ 203338 w 1198431"/>
              <a:gd name="connsiteY42" fmla="*/ 1313653 h 1636459"/>
              <a:gd name="connsiteX43" fmla="*/ 1005219 w 1198431"/>
              <a:gd name="connsiteY43" fmla="*/ 766774 h 1636459"/>
              <a:gd name="connsiteX44" fmla="*/ 1066255 w 1198431"/>
              <a:gd name="connsiteY44" fmla="*/ 720088 h 1636459"/>
              <a:gd name="connsiteX45" fmla="*/ 1117433 w 1198431"/>
              <a:gd name="connsiteY45" fmla="*/ 666120 h 1636459"/>
              <a:gd name="connsiteX46" fmla="*/ 1119672 w 1198431"/>
              <a:gd name="connsiteY46" fmla="*/ 607695 h 1636459"/>
              <a:gd name="connsiteX47" fmla="*/ 1068122 w 1198431"/>
              <a:gd name="connsiteY47" fmla="*/ 588153 h 1636459"/>
              <a:gd name="connsiteX48" fmla="*/ 1049930 w 1198431"/>
              <a:gd name="connsiteY48" fmla="*/ 592034 h 1636459"/>
              <a:gd name="connsiteX49" fmla="*/ 923171 w 1198431"/>
              <a:gd name="connsiteY49" fmla="*/ 673262 h 1636459"/>
              <a:gd name="connsiteX50" fmla="*/ 1005219 w 1198431"/>
              <a:gd name="connsiteY50" fmla="*/ 766774 h 1636459"/>
              <a:gd name="connsiteX0" fmla="*/ 725003 w 1198431"/>
              <a:gd name="connsiteY0" fmla="*/ 721383 h 1636459"/>
              <a:gd name="connsiteX1" fmla="*/ 773511 w 1198431"/>
              <a:gd name="connsiteY1" fmla="*/ 663268 h 1636459"/>
              <a:gd name="connsiteX2" fmla="*/ 766187 w 1198431"/>
              <a:gd name="connsiteY2" fmla="*/ 596642 h 1636459"/>
              <a:gd name="connsiteX3" fmla="*/ 722042 w 1198431"/>
              <a:gd name="connsiteY3" fmla="*/ 524644 h 1636459"/>
              <a:gd name="connsiteX4" fmla="*/ 606576 w 1198431"/>
              <a:gd name="connsiteY4" fmla="*/ 638745 h 1636459"/>
              <a:gd name="connsiteX5" fmla="*/ 605519 w 1198431"/>
              <a:gd name="connsiteY5" fmla="*/ 835923 h 1636459"/>
              <a:gd name="connsiteX6" fmla="*/ 549560 w 1198431"/>
              <a:gd name="connsiteY6" fmla="*/ 885999 h 1636459"/>
              <a:gd name="connsiteX7" fmla="*/ 559341 w 1198431"/>
              <a:gd name="connsiteY7" fmla="*/ 604443 h 1636459"/>
              <a:gd name="connsiteX8" fmla="*/ 671901 w 1198431"/>
              <a:gd name="connsiteY8" fmla="*/ 422448 h 1636459"/>
              <a:gd name="connsiteX9" fmla="*/ 600867 w 1198431"/>
              <a:gd name="connsiteY9" fmla="*/ 113642 h 1636459"/>
              <a:gd name="connsiteX10" fmla="*/ 740778 w 1198431"/>
              <a:gd name="connsiteY10" fmla="*/ 1268 h 1636459"/>
              <a:gd name="connsiteX11" fmla="*/ 750854 w 1198431"/>
              <a:gd name="connsiteY11" fmla="*/ 108352 h 1636459"/>
              <a:gd name="connsiteX12" fmla="*/ 746239 w 1198431"/>
              <a:gd name="connsiteY12" fmla="*/ 261798 h 1636459"/>
              <a:gd name="connsiteX13" fmla="*/ 825214 w 1198431"/>
              <a:gd name="connsiteY13" fmla="*/ 433111 h 1636459"/>
              <a:gd name="connsiteX14" fmla="*/ 831255 w 1198431"/>
              <a:gd name="connsiteY14" fmla="*/ 321957 h 1636459"/>
              <a:gd name="connsiteX15" fmla="*/ 750987 w 1198431"/>
              <a:gd name="connsiteY15" fmla="*/ 105589 h 1636459"/>
              <a:gd name="connsiteX16" fmla="*/ 746999 w 1198431"/>
              <a:gd name="connsiteY16" fmla="*/ 100 h 1636459"/>
              <a:gd name="connsiteX17" fmla="*/ 882390 w 1198431"/>
              <a:gd name="connsiteY17" fmla="*/ 98549 h 1636459"/>
              <a:gd name="connsiteX18" fmla="*/ 976244 w 1198431"/>
              <a:gd name="connsiteY18" fmla="*/ 550931 h 1636459"/>
              <a:gd name="connsiteX19" fmla="*/ 1055083 w 1198431"/>
              <a:gd name="connsiteY19" fmla="*/ 524461 h 1636459"/>
              <a:gd name="connsiteX20" fmla="*/ 1122472 w 1198431"/>
              <a:gd name="connsiteY20" fmla="*/ 528399 h 1636459"/>
              <a:gd name="connsiteX21" fmla="*/ 1175459 w 1198431"/>
              <a:gd name="connsiteY21" fmla="*/ 570242 h 1636459"/>
              <a:gd name="connsiteX22" fmla="*/ 1176298 w 1198431"/>
              <a:gd name="connsiteY22" fmla="*/ 707662 h 1636459"/>
              <a:gd name="connsiteX23" fmla="*/ 1066074 w 1198431"/>
              <a:gd name="connsiteY23" fmla="*/ 824518 h 1636459"/>
              <a:gd name="connsiteX24" fmla="*/ 1036052 w 1198431"/>
              <a:gd name="connsiteY24" fmla="*/ 906420 h 1636459"/>
              <a:gd name="connsiteX25" fmla="*/ 748482 w 1198431"/>
              <a:gd name="connsiteY25" fmla="*/ 1179316 h 1636459"/>
              <a:gd name="connsiteX26" fmla="*/ 332193 w 1198431"/>
              <a:gd name="connsiteY26" fmla="*/ 1537823 h 1636459"/>
              <a:gd name="connsiteX27" fmla="*/ 264168 w 1198431"/>
              <a:gd name="connsiteY27" fmla="*/ 1597082 h 1636459"/>
              <a:gd name="connsiteX28" fmla="*/ 166016 w 1198431"/>
              <a:gd name="connsiteY28" fmla="*/ 1627110 h 1636459"/>
              <a:gd name="connsiteX29" fmla="*/ 0 w 1198431"/>
              <a:gd name="connsiteY29" fmla="*/ 1427527 h 1636459"/>
              <a:gd name="connsiteX30" fmla="*/ 42852 w 1198431"/>
              <a:gd name="connsiteY30" fmla="*/ 1387132 h 1636459"/>
              <a:gd name="connsiteX31" fmla="*/ 316027 w 1198431"/>
              <a:gd name="connsiteY31" fmla="*/ 1111403 h 1636459"/>
              <a:gd name="connsiteX32" fmla="*/ 725003 w 1198431"/>
              <a:gd name="connsiteY32" fmla="*/ 721383 h 1636459"/>
              <a:gd name="connsiteX33" fmla="*/ 380698 w 1198431"/>
              <a:gd name="connsiteY33" fmla="*/ 1404003 h 1636459"/>
              <a:gd name="connsiteX34" fmla="*/ 972548 w 1198431"/>
              <a:gd name="connsiteY34" fmla="*/ 859179 h 1636459"/>
              <a:gd name="connsiteX35" fmla="*/ 852229 w 1198431"/>
              <a:gd name="connsiteY35" fmla="*/ 697948 h 1636459"/>
              <a:gd name="connsiteX36" fmla="*/ 251119 w 1198431"/>
              <a:gd name="connsiteY36" fmla="*/ 1266322 h 1636459"/>
              <a:gd name="connsiteX37" fmla="*/ 380698 w 1198431"/>
              <a:gd name="connsiteY37" fmla="*/ 1404003 h 1636459"/>
              <a:gd name="connsiteX38" fmla="*/ 203338 w 1198431"/>
              <a:gd name="connsiteY38" fmla="*/ 1313653 h 1636459"/>
              <a:gd name="connsiteX39" fmla="*/ 71377 w 1198431"/>
              <a:gd name="connsiteY39" fmla="*/ 1435672 h 1636459"/>
              <a:gd name="connsiteX40" fmla="*/ 192242 w 1198431"/>
              <a:gd name="connsiteY40" fmla="*/ 1569610 h 1636459"/>
              <a:gd name="connsiteX41" fmla="*/ 313838 w 1198431"/>
              <a:gd name="connsiteY41" fmla="*/ 1458299 h 1636459"/>
              <a:gd name="connsiteX42" fmla="*/ 203338 w 1198431"/>
              <a:gd name="connsiteY42" fmla="*/ 1313653 h 1636459"/>
              <a:gd name="connsiteX43" fmla="*/ 1005219 w 1198431"/>
              <a:gd name="connsiteY43" fmla="*/ 766774 h 1636459"/>
              <a:gd name="connsiteX44" fmla="*/ 1066255 w 1198431"/>
              <a:gd name="connsiteY44" fmla="*/ 720088 h 1636459"/>
              <a:gd name="connsiteX45" fmla="*/ 1117433 w 1198431"/>
              <a:gd name="connsiteY45" fmla="*/ 666120 h 1636459"/>
              <a:gd name="connsiteX46" fmla="*/ 1119672 w 1198431"/>
              <a:gd name="connsiteY46" fmla="*/ 607695 h 1636459"/>
              <a:gd name="connsiteX47" fmla="*/ 1068122 w 1198431"/>
              <a:gd name="connsiteY47" fmla="*/ 588153 h 1636459"/>
              <a:gd name="connsiteX48" fmla="*/ 1049930 w 1198431"/>
              <a:gd name="connsiteY48" fmla="*/ 592034 h 1636459"/>
              <a:gd name="connsiteX49" fmla="*/ 923171 w 1198431"/>
              <a:gd name="connsiteY49" fmla="*/ 673262 h 1636459"/>
              <a:gd name="connsiteX50" fmla="*/ 1005219 w 1198431"/>
              <a:gd name="connsiteY50" fmla="*/ 766774 h 1636459"/>
              <a:gd name="connsiteX0" fmla="*/ 725003 w 1198431"/>
              <a:gd name="connsiteY0" fmla="*/ 720928 h 1636004"/>
              <a:gd name="connsiteX1" fmla="*/ 773511 w 1198431"/>
              <a:gd name="connsiteY1" fmla="*/ 662813 h 1636004"/>
              <a:gd name="connsiteX2" fmla="*/ 766187 w 1198431"/>
              <a:gd name="connsiteY2" fmla="*/ 596187 h 1636004"/>
              <a:gd name="connsiteX3" fmla="*/ 722042 w 1198431"/>
              <a:gd name="connsiteY3" fmla="*/ 524189 h 1636004"/>
              <a:gd name="connsiteX4" fmla="*/ 606576 w 1198431"/>
              <a:gd name="connsiteY4" fmla="*/ 638290 h 1636004"/>
              <a:gd name="connsiteX5" fmla="*/ 605519 w 1198431"/>
              <a:gd name="connsiteY5" fmla="*/ 835468 h 1636004"/>
              <a:gd name="connsiteX6" fmla="*/ 549560 w 1198431"/>
              <a:gd name="connsiteY6" fmla="*/ 885544 h 1636004"/>
              <a:gd name="connsiteX7" fmla="*/ 559341 w 1198431"/>
              <a:gd name="connsiteY7" fmla="*/ 603988 h 1636004"/>
              <a:gd name="connsiteX8" fmla="*/ 671901 w 1198431"/>
              <a:gd name="connsiteY8" fmla="*/ 421993 h 1636004"/>
              <a:gd name="connsiteX9" fmla="*/ 600867 w 1198431"/>
              <a:gd name="connsiteY9" fmla="*/ 113187 h 1636004"/>
              <a:gd name="connsiteX10" fmla="*/ 740778 w 1198431"/>
              <a:gd name="connsiteY10" fmla="*/ 813 h 1636004"/>
              <a:gd name="connsiteX11" fmla="*/ 750854 w 1198431"/>
              <a:gd name="connsiteY11" fmla="*/ 107897 h 1636004"/>
              <a:gd name="connsiteX12" fmla="*/ 746239 w 1198431"/>
              <a:gd name="connsiteY12" fmla="*/ 261343 h 1636004"/>
              <a:gd name="connsiteX13" fmla="*/ 825214 w 1198431"/>
              <a:gd name="connsiteY13" fmla="*/ 432656 h 1636004"/>
              <a:gd name="connsiteX14" fmla="*/ 831255 w 1198431"/>
              <a:gd name="connsiteY14" fmla="*/ 321502 h 1636004"/>
              <a:gd name="connsiteX15" fmla="*/ 750987 w 1198431"/>
              <a:gd name="connsiteY15" fmla="*/ 105134 h 1636004"/>
              <a:gd name="connsiteX16" fmla="*/ 742132 w 1198431"/>
              <a:gd name="connsiteY16" fmla="*/ 103 h 1636004"/>
              <a:gd name="connsiteX17" fmla="*/ 882390 w 1198431"/>
              <a:gd name="connsiteY17" fmla="*/ 98094 h 1636004"/>
              <a:gd name="connsiteX18" fmla="*/ 976244 w 1198431"/>
              <a:gd name="connsiteY18" fmla="*/ 550476 h 1636004"/>
              <a:gd name="connsiteX19" fmla="*/ 1055083 w 1198431"/>
              <a:gd name="connsiteY19" fmla="*/ 524006 h 1636004"/>
              <a:gd name="connsiteX20" fmla="*/ 1122472 w 1198431"/>
              <a:gd name="connsiteY20" fmla="*/ 527944 h 1636004"/>
              <a:gd name="connsiteX21" fmla="*/ 1175459 w 1198431"/>
              <a:gd name="connsiteY21" fmla="*/ 569787 h 1636004"/>
              <a:gd name="connsiteX22" fmla="*/ 1176298 w 1198431"/>
              <a:gd name="connsiteY22" fmla="*/ 707207 h 1636004"/>
              <a:gd name="connsiteX23" fmla="*/ 1066074 w 1198431"/>
              <a:gd name="connsiteY23" fmla="*/ 824063 h 1636004"/>
              <a:gd name="connsiteX24" fmla="*/ 1036052 w 1198431"/>
              <a:gd name="connsiteY24" fmla="*/ 905965 h 1636004"/>
              <a:gd name="connsiteX25" fmla="*/ 748482 w 1198431"/>
              <a:gd name="connsiteY25" fmla="*/ 1178861 h 1636004"/>
              <a:gd name="connsiteX26" fmla="*/ 332193 w 1198431"/>
              <a:gd name="connsiteY26" fmla="*/ 1537368 h 1636004"/>
              <a:gd name="connsiteX27" fmla="*/ 264168 w 1198431"/>
              <a:gd name="connsiteY27" fmla="*/ 1596627 h 1636004"/>
              <a:gd name="connsiteX28" fmla="*/ 166016 w 1198431"/>
              <a:gd name="connsiteY28" fmla="*/ 1626655 h 1636004"/>
              <a:gd name="connsiteX29" fmla="*/ 0 w 1198431"/>
              <a:gd name="connsiteY29" fmla="*/ 1427072 h 1636004"/>
              <a:gd name="connsiteX30" fmla="*/ 42852 w 1198431"/>
              <a:gd name="connsiteY30" fmla="*/ 1386677 h 1636004"/>
              <a:gd name="connsiteX31" fmla="*/ 316027 w 1198431"/>
              <a:gd name="connsiteY31" fmla="*/ 1110948 h 1636004"/>
              <a:gd name="connsiteX32" fmla="*/ 725003 w 1198431"/>
              <a:gd name="connsiteY32" fmla="*/ 720928 h 1636004"/>
              <a:gd name="connsiteX33" fmla="*/ 380698 w 1198431"/>
              <a:gd name="connsiteY33" fmla="*/ 1403548 h 1636004"/>
              <a:gd name="connsiteX34" fmla="*/ 972548 w 1198431"/>
              <a:gd name="connsiteY34" fmla="*/ 858724 h 1636004"/>
              <a:gd name="connsiteX35" fmla="*/ 852229 w 1198431"/>
              <a:gd name="connsiteY35" fmla="*/ 697493 h 1636004"/>
              <a:gd name="connsiteX36" fmla="*/ 251119 w 1198431"/>
              <a:gd name="connsiteY36" fmla="*/ 1265867 h 1636004"/>
              <a:gd name="connsiteX37" fmla="*/ 380698 w 1198431"/>
              <a:gd name="connsiteY37" fmla="*/ 1403548 h 1636004"/>
              <a:gd name="connsiteX38" fmla="*/ 203338 w 1198431"/>
              <a:gd name="connsiteY38" fmla="*/ 1313198 h 1636004"/>
              <a:gd name="connsiteX39" fmla="*/ 71377 w 1198431"/>
              <a:gd name="connsiteY39" fmla="*/ 1435217 h 1636004"/>
              <a:gd name="connsiteX40" fmla="*/ 192242 w 1198431"/>
              <a:gd name="connsiteY40" fmla="*/ 1569155 h 1636004"/>
              <a:gd name="connsiteX41" fmla="*/ 313838 w 1198431"/>
              <a:gd name="connsiteY41" fmla="*/ 1457844 h 1636004"/>
              <a:gd name="connsiteX42" fmla="*/ 203338 w 1198431"/>
              <a:gd name="connsiteY42" fmla="*/ 1313198 h 1636004"/>
              <a:gd name="connsiteX43" fmla="*/ 1005219 w 1198431"/>
              <a:gd name="connsiteY43" fmla="*/ 766319 h 1636004"/>
              <a:gd name="connsiteX44" fmla="*/ 1066255 w 1198431"/>
              <a:gd name="connsiteY44" fmla="*/ 719633 h 1636004"/>
              <a:gd name="connsiteX45" fmla="*/ 1117433 w 1198431"/>
              <a:gd name="connsiteY45" fmla="*/ 665665 h 1636004"/>
              <a:gd name="connsiteX46" fmla="*/ 1119672 w 1198431"/>
              <a:gd name="connsiteY46" fmla="*/ 607240 h 1636004"/>
              <a:gd name="connsiteX47" fmla="*/ 1068122 w 1198431"/>
              <a:gd name="connsiteY47" fmla="*/ 587698 h 1636004"/>
              <a:gd name="connsiteX48" fmla="*/ 1049930 w 1198431"/>
              <a:gd name="connsiteY48" fmla="*/ 591579 h 1636004"/>
              <a:gd name="connsiteX49" fmla="*/ 923171 w 1198431"/>
              <a:gd name="connsiteY49" fmla="*/ 672807 h 1636004"/>
              <a:gd name="connsiteX50" fmla="*/ 1005219 w 1198431"/>
              <a:gd name="connsiteY50" fmla="*/ 766319 h 1636004"/>
              <a:gd name="connsiteX0" fmla="*/ 725003 w 1198431"/>
              <a:gd name="connsiteY0" fmla="*/ 720137 h 1635213"/>
              <a:gd name="connsiteX1" fmla="*/ 773511 w 1198431"/>
              <a:gd name="connsiteY1" fmla="*/ 662022 h 1635213"/>
              <a:gd name="connsiteX2" fmla="*/ 766187 w 1198431"/>
              <a:gd name="connsiteY2" fmla="*/ 595396 h 1635213"/>
              <a:gd name="connsiteX3" fmla="*/ 722042 w 1198431"/>
              <a:gd name="connsiteY3" fmla="*/ 523398 h 1635213"/>
              <a:gd name="connsiteX4" fmla="*/ 606576 w 1198431"/>
              <a:gd name="connsiteY4" fmla="*/ 637499 h 1635213"/>
              <a:gd name="connsiteX5" fmla="*/ 605519 w 1198431"/>
              <a:gd name="connsiteY5" fmla="*/ 834677 h 1635213"/>
              <a:gd name="connsiteX6" fmla="*/ 549560 w 1198431"/>
              <a:gd name="connsiteY6" fmla="*/ 884753 h 1635213"/>
              <a:gd name="connsiteX7" fmla="*/ 559341 w 1198431"/>
              <a:gd name="connsiteY7" fmla="*/ 603197 h 1635213"/>
              <a:gd name="connsiteX8" fmla="*/ 671901 w 1198431"/>
              <a:gd name="connsiteY8" fmla="*/ 421202 h 1635213"/>
              <a:gd name="connsiteX9" fmla="*/ 600867 w 1198431"/>
              <a:gd name="connsiteY9" fmla="*/ 112396 h 1635213"/>
              <a:gd name="connsiteX10" fmla="*/ 740778 w 1198431"/>
              <a:gd name="connsiteY10" fmla="*/ 22 h 1635213"/>
              <a:gd name="connsiteX11" fmla="*/ 750854 w 1198431"/>
              <a:gd name="connsiteY11" fmla="*/ 107106 h 1635213"/>
              <a:gd name="connsiteX12" fmla="*/ 746239 w 1198431"/>
              <a:gd name="connsiteY12" fmla="*/ 260552 h 1635213"/>
              <a:gd name="connsiteX13" fmla="*/ 825214 w 1198431"/>
              <a:gd name="connsiteY13" fmla="*/ 431865 h 1635213"/>
              <a:gd name="connsiteX14" fmla="*/ 831255 w 1198431"/>
              <a:gd name="connsiteY14" fmla="*/ 320711 h 1635213"/>
              <a:gd name="connsiteX15" fmla="*/ 750987 w 1198431"/>
              <a:gd name="connsiteY15" fmla="*/ 104343 h 1635213"/>
              <a:gd name="connsiteX16" fmla="*/ 735324 w 1198431"/>
              <a:gd name="connsiteY16" fmla="*/ 542 h 1635213"/>
              <a:gd name="connsiteX17" fmla="*/ 882390 w 1198431"/>
              <a:gd name="connsiteY17" fmla="*/ 97303 h 1635213"/>
              <a:gd name="connsiteX18" fmla="*/ 976244 w 1198431"/>
              <a:gd name="connsiteY18" fmla="*/ 549685 h 1635213"/>
              <a:gd name="connsiteX19" fmla="*/ 1055083 w 1198431"/>
              <a:gd name="connsiteY19" fmla="*/ 523215 h 1635213"/>
              <a:gd name="connsiteX20" fmla="*/ 1122472 w 1198431"/>
              <a:gd name="connsiteY20" fmla="*/ 527153 h 1635213"/>
              <a:gd name="connsiteX21" fmla="*/ 1175459 w 1198431"/>
              <a:gd name="connsiteY21" fmla="*/ 568996 h 1635213"/>
              <a:gd name="connsiteX22" fmla="*/ 1176298 w 1198431"/>
              <a:gd name="connsiteY22" fmla="*/ 706416 h 1635213"/>
              <a:gd name="connsiteX23" fmla="*/ 1066074 w 1198431"/>
              <a:gd name="connsiteY23" fmla="*/ 823272 h 1635213"/>
              <a:gd name="connsiteX24" fmla="*/ 1036052 w 1198431"/>
              <a:gd name="connsiteY24" fmla="*/ 905174 h 1635213"/>
              <a:gd name="connsiteX25" fmla="*/ 748482 w 1198431"/>
              <a:gd name="connsiteY25" fmla="*/ 1178070 h 1635213"/>
              <a:gd name="connsiteX26" fmla="*/ 332193 w 1198431"/>
              <a:gd name="connsiteY26" fmla="*/ 1536577 h 1635213"/>
              <a:gd name="connsiteX27" fmla="*/ 264168 w 1198431"/>
              <a:gd name="connsiteY27" fmla="*/ 1595836 h 1635213"/>
              <a:gd name="connsiteX28" fmla="*/ 166016 w 1198431"/>
              <a:gd name="connsiteY28" fmla="*/ 1625864 h 1635213"/>
              <a:gd name="connsiteX29" fmla="*/ 0 w 1198431"/>
              <a:gd name="connsiteY29" fmla="*/ 1426281 h 1635213"/>
              <a:gd name="connsiteX30" fmla="*/ 42852 w 1198431"/>
              <a:gd name="connsiteY30" fmla="*/ 1385886 h 1635213"/>
              <a:gd name="connsiteX31" fmla="*/ 316027 w 1198431"/>
              <a:gd name="connsiteY31" fmla="*/ 1110157 h 1635213"/>
              <a:gd name="connsiteX32" fmla="*/ 725003 w 1198431"/>
              <a:gd name="connsiteY32" fmla="*/ 720137 h 1635213"/>
              <a:gd name="connsiteX33" fmla="*/ 380698 w 1198431"/>
              <a:gd name="connsiteY33" fmla="*/ 1402757 h 1635213"/>
              <a:gd name="connsiteX34" fmla="*/ 972548 w 1198431"/>
              <a:gd name="connsiteY34" fmla="*/ 857933 h 1635213"/>
              <a:gd name="connsiteX35" fmla="*/ 852229 w 1198431"/>
              <a:gd name="connsiteY35" fmla="*/ 696702 h 1635213"/>
              <a:gd name="connsiteX36" fmla="*/ 251119 w 1198431"/>
              <a:gd name="connsiteY36" fmla="*/ 1265076 h 1635213"/>
              <a:gd name="connsiteX37" fmla="*/ 380698 w 1198431"/>
              <a:gd name="connsiteY37" fmla="*/ 1402757 h 1635213"/>
              <a:gd name="connsiteX38" fmla="*/ 203338 w 1198431"/>
              <a:gd name="connsiteY38" fmla="*/ 1312407 h 1635213"/>
              <a:gd name="connsiteX39" fmla="*/ 71377 w 1198431"/>
              <a:gd name="connsiteY39" fmla="*/ 1434426 h 1635213"/>
              <a:gd name="connsiteX40" fmla="*/ 192242 w 1198431"/>
              <a:gd name="connsiteY40" fmla="*/ 1568364 h 1635213"/>
              <a:gd name="connsiteX41" fmla="*/ 313838 w 1198431"/>
              <a:gd name="connsiteY41" fmla="*/ 1457053 h 1635213"/>
              <a:gd name="connsiteX42" fmla="*/ 203338 w 1198431"/>
              <a:gd name="connsiteY42" fmla="*/ 1312407 h 1635213"/>
              <a:gd name="connsiteX43" fmla="*/ 1005219 w 1198431"/>
              <a:gd name="connsiteY43" fmla="*/ 765528 h 1635213"/>
              <a:gd name="connsiteX44" fmla="*/ 1066255 w 1198431"/>
              <a:gd name="connsiteY44" fmla="*/ 718842 h 1635213"/>
              <a:gd name="connsiteX45" fmla="*/ 1117433 w 1198431"/>
              <a:gd name="connsiteY45" fmla="*/ 664874 h 1635213"/>
              <a:gd name="connsiteX46" fmla="*/ 1119672 w 1198431"/>
              <a:gd name="connsiteY46" fmla="*/ 606449 h 1635213"/>
              <a:gd name="connsiteX47" fmla="*/ 1068122 w 1198431"/>
              <a:gd name="connsiteY47" fmla="*/ 586907 h 1635213"/>
              <a:gd name="connsiteX48" fmla="*/ 1049930 w 1198431"/>
              <a:gd name="connsiteY48" fmla="*/ 590788 h 1635213"/>
              <a:gd name="connsiteX49" fmla="*/ 923171 w 1198431"/>
              <a:gd name="connsiteY49" fmla="*/ 672016 h 1635213"/>
              <a:gd name="connsiteX50" fmla="*/ 1005219 w 1198431"/>
              <a:gd name="connsiteY50" fmla="*/ 765528 h 1635213"/>
              <a:gd name="connsiteX0" fmla="*/ 725003 w 1198431"/>
              <a:gd name="connsiteY0" fmla="*/ 720141 h 1635217"/>
              <a:gd name="connsiteX1" fmla="*/ 773511 w 1198431"/>
              <a:gd name="connsiteY1" fmla="*/ 662026 h 1635217"/>
              <a:gd name="connsiteX2" fmla="*/ 766187 w 1198431"/>
              <a:gd name="connsiteY2" fmla="*/ 595400 h 1635217"/>
              <a:gd name="connsiteX3" fmla="*/ 722042 w 1198431"/>
              <a:gd name="connsiteY3" fmla="*/ 523402 h 1635217"/>
              <a:gd name="connsiteX4" fmla="*/ 606576 w 1198431"/>
              <a:gd name="connsiteY4" fmla="*/ 637503 h 1635217"/>
              <a:gd name="connsiteX5" fmla="*/ 605519 w 1198431"/>
              <a:gd name="connsiteY5" fmla="*/ 834681 h 1635217"/>
              <a:gd name="connsiteX6" fmla="*/ 549560 w 1198431"/>
              <a:gd name="connsiteY6" fmla="*/ 884757 h 1635217"/>
              <a:gd name="connsiteX7" fmla="*/ 559341 w 1198431"/>
              <a:gd name="connsiteY7" fmla="*/ 603201 h 1635217"/>
              <a:gd name="connsiteX8" fmla="*/ 671901 w 1198431"/>
              <a:gd name="connsiteY8" fmla="*/ 421206 h 1635217"/>
              <a:gd name="connsiteX9" fmla="*/ 600867 w 1198431"/>
              <a:gd name="connsiteY9" fmla="*/ 112400 h 1635217"/>
              <a:gd name="connsiteX10" fmla="*/ 740778 w 1198431"/>
              <a:gd name="connsiteY10" fmla="*/ 26 h 1635217"/>
              <a:gd name="connsiteX11" fmla="*/ 750854 w 1198431"/>
              <a:gd name="connsiteY11" fmla="*/ 107110 h 1635217"/>
              <a:gd name="connsiteX12" fmla="*/ 746239 w 1198431"/>
              <a:gd name="connsiteY12" fmla="*/ 260556 h 1635217"/>
              <a:gd name="connsiteX13" fmla="*/ 825214 w 1198431"/>
              <a:gd name="connsiteY13" fmla="*/ 431869 h 1635217"/>
              <a:gd name="connsiteX14" fmla="*/ 831255 w 1198431"/>
              <a:gd name="connsiteY14" fmla="*/ 320715 h 1635217"/>
              <a:gd name="connsiteX15" fmla="*/ 750987 w 1198431"/>
              <a:gd name="connsiteY15" fmla="*/ 104347 h 1635217"/>
              <a:gd name="connsiteX16" fmla="*/ 747805 w 1198431"/>
              <a:gd name="connsiteY16" fmla="*/ 108 h 1635217"/>
              <a:gd name="connsiteX17" fmla="*/ 882390 w 1198431"/>
              <a:gd name="connsiteY17" fmla="*/ 97307 h 1635217"/>
              <a:gd name="connsiteX18" fmla="*/ 976244 w 1198431"/>
              <a:gd name="connsiteY18" fmla="*/ 549689 h 1635217"/>
              <a:gd name="connsiteX19" fmla="*/ 1055083 w 1198431"/>
              <a:gd name="connsiteY19" fmla="*/ 523219 h 1635217"/>
              <a:gd name="connsiteX20" fmla="*/ 1122472 w 1198431"/>
              <a:gd name="connsiteY20" fmla="*/ 527157 h 1635217"/>
              <a:gd name="connsiteX21" fmla="*/ 1175459 w 1198431"/>
              <a:gd name="connsiteY21" fmla="*/ 569000 h 1635217"/>
              <a:gd name="connsiteX22" fmla="*/ 1176298 w 1198431"/>
              <a:gd name="connsiteY22" fmla="*/ 706420 h 1635217"/>
              <a:gd name="connsiteX23" fmla="*/ 1066074 w 1198431"/>
              <a:gd name="connsiteY23" fmla="*/ 823276 h 1635217"/>
              <a:gd name="connsiteX24" fmla="*/ 1036052 w 1198431"/>
              <a:gd name="connsiteY24" fmla="*/ 905178 h 1635217"/>
              <a:gd name="connsiteX25" fmla="*/ 748482 w 1198431"/>
              <a:gd name="connsiteY25" fmla="*/ 1178074 h 1635217"/>
              <a:gd name="connsiteX26" fmla="*/ 332193 w 1198431"/>
              <a:gd name="connsiteY26" fmla="*/ 1536581 h 1635217"/>
              <a:gd name="connsiteX27" fmla="*/ 264168 w 1198431"/>
              <a:gd name="connsiteY27" fmla="*/ 1595840 h 1635217"/>
              <a:gd name="connsiteX28" fmla="*/ 166016 w 1198431"/>
              <a:gd name="connsiteY28" fmla="*/ 1625868 h 1635217"/>
              <a:gd name="connsiteX29" fmla="*/ 0 w 1198431"/>
              <a:gd name="connsiteY29" fmla="*/ 1426285 h 1635217"/>
              <a:gd name="connsiteX30" fmla="*/ 42852 w 1198431"/>
              <a:gd name="connsiteY30" fmla="*/ 1385890 h 1635217"/>
              <a:gd name="connsiteX31" fmla="*/ 316027 w 1198431"/>
              <a:gd name="connsiteY31" fmla="*/ 1110161 h 1635217"/>
              <a:gd name="connsiteX32" fmla="*/ 725003 w 1198431"/>
              <a:gd name="connsiteY32" fmla="*/ 720141 h 1635217"/>
              <a:gd name="connsiteX33" fmla="*/ 380698 w 1198431"/>
              <a:gd name="connsiteY33" fmla="*/ 1402761 h 1635217"/>
              <a:gd name="connsiteX34" fmla="*/ 972548 w 1198431"/>
              <a:gd name="connsiteY34" fmla="*/ 857937 h 1635217"/>
              <a:gd name="connsiteX35" fmla="*/ 852229 w 1198431"/>
              <a:gd name="connsiteY35" fmla="*/ 696706 h 1635217"/>
              <a:gd name="connsiteX36" fmla="*/ 251119 w 1198431"/>
              <a:gd name="connsiteY36" fmla="*/ 1265080 h 1635217"/>
              <a:gd name="connsiteX37" fmla="*/ 380698 w 1198431"/>
              <a:gd name="connsiteY37" fmla="*/ 1402761 h 1635217"/>
              <a:gd name="connsiteX38" fmla="*/ 203338 w 1198431"/>
              <a:gd name="connsiteY38" fmla="*/ 1312411 h 1635217"/>
              <a:gd name="connsiteX39" fmla="*/ 71377 w 1198431"/>
              <a:gd name="connsiteY39" fmla="*/ 1434430 h 1635217"/>
              <a:gd name="connsiteX40" fmla="*/ 192242 w 1198431"/>
              <a:gd name="connsiteY40" fmla="*/ 1568368 h 1635217"/>
              <a:gd name="connsiteX41" fmla="*/ 313838 w 1198431"/>
              <a:gd name="connsiteY41" fmla="*/ 1457057 h 1635217"/>
              <a:gd name="connsiteX42" fmla="*/ 203338 w 1198431"/>
              <a:gd name="connsiteY42" fmla="*/ 1312411 h 1635217"/>
              <a:gd name="connsiteX43" fmla="*/ 1005219 w 1198431"/>
              <a:gd name="connsiteY43" fmla="*/ 765532 h 1635217"/>
              <a:gd name="connsiteX44" fmla="*/ 1066255 w 1198431"/>
              <a:gd name="connsiteY44" fmla="*/ 718846 h 1635217"/>
              <a:gd name="connsiteX45" fmla="*/ 1117433 w 1198431"/>
              <a:gd name="connsiteY45" fmla="*/ 664878 h 1635217"/>
              <a:gd name="connsiteX46" fmla="*/ 1119672 w 1198431"/>
              <a:gd name="connsiteY46" fmla="*/ 606453 h 1635217"/>
              <a:gd name="connsiteX47" fmla="*/ 1068122 w 1198431"/>
              <a:gd name="connsiteY47" fmla="*/ 586911 h 1635217"/>
              <a:gd name="connsiteX48" fmla="*/ 1049930 w 1198431"/>
              <a:gd name="connsiteY48" fmla="*/ 590792 h 1635217"/>
              <a:gd name="connsiteX49" fmla="*/ 923171 w 1198431"/>
              <a:gd name="connsiteY49" fmla="*/ 672020 h 1635217"/>
              <a:gd name="connsiteX50" fmla="*/ 1005219 w 1198431"/>
              <a:gd name="connsiteY50" fmla="*/ 765532 h 1635217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57110 w 1198431"/>
              <a:gd name="connsiteY13" fmla="*/ 570235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76990 w 1198431"/>
              <a:gd name="connsiteY13" fmla="*/ 58403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76990 w 1198431"/>
              <a:gd name="connsiteY13" fmla="*/ 584031 h 1635949"/>
              <a:gd name="connsiteX14" fmla="*/ 842846 w 1198431"/>
              <a:gd name="connsiteY14" fmla="*/ 320721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3367 w 1198431"/>
              <a:gd name="connsiteY13" fmla="*/ 546963 h 1635949"/>
              <a:gd name="connsiteX14" fmla="*/ 876990 w 1198431"/>
              <a:gd name="connsiteY14" fmla="*/ 584031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3367 w 1198431"/>
              <a:gd name="connsiteY13" fmla="*/ 546963 h 1635949"/>
              <a:gd name="connsiteX14" fmla="*/ 887731 w 1198431"/>
              <a:gd name="connsiteY14" fmla="*/ 574276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7731 w 1198431"/>
              <a:gd name="connsiteY14" fmla="*/ 574276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198431" h="1635949">
                <a:moveTo>
                  <a:pt x="725003" y="720873"/>
                </a:moveTo>
                <a:cubicBezTo>
                  <a:pt x="801250" y="646184"/>
                  <a:pt x="766647" y="683548"/>
                  <a:pt x="773511" y="662758"/>
                </a:cubicBezTo>
                <a:cubicBezTo>
                  <a:pt x="780375" y="641968"/>
                  <a:pt x="774765" y="619236"/>
                  <a:pt x="766187" y="596132"/>
                </a:cubicBezTo>
                <a:cubicBezTo>
                  <a:pt x="757609" y="573028"/>
                  <a:pt x="748644" y="517117"/>
                  <a:pt x="722042" y="524134"/>
                </a:cubicBezTo>
                <a:cubicBezTo>
                  <a:pt x="695440" y="531151"/>
                  <a:pt x="625382" y="587449"/>
                  <a:pt x="606576" y="638235"/>
                </a:cubicBezTo>
                <a:cubicBezTo>
                  <a:pt x="587770" y="689021"/>
                  <a:pt x="649354" y="793047"/>
                  <a:pt x="605519" y="835413"/>
                </a:cubicBezTo>
                <a:lnTo>
                  <a:pt x="549560" y="885489"/>
                </a:lnTo>
                <a:cubicBezTo>
                  <a:pt x="541864" y="846909"/>
                  <a:pt x="511211" y="685476"/>
                  <a:pt x="559341" y="603933"/>
                </a:cubicBezTo>
                <a:cubicBezTo>
                  <a:pt x="595455" y="526870"/>
                  <a:pt x="664980" y="503738"/>
                  <a:pt x="671901" y="421938"/>
                </a:cubicBezTo>
                <a:cubicBezTo>
                  <a:pt x="678822" y="340138"/>
                  <a:pt x="588343" y="183451"/>
                  <a:pt x="600867" y="113132"/>
                </a:cubicBezTo>
                <a:cubicBezTo>
                  <a:pt x="613391" y="42813"/>
                  <a:pt x="723526" y="-1103"/>
                  <a:pt x="747043" y="21"/>
                </a:cubicBezTo>
                <a:cubicBezTo>
                  <a:pt x="750750" y="24419"/>
                  <a:pt x="747969" y="46731"/>
                  <a:pt x="750854" y="107842"/>
                </a:cubicBezTo>
                <a:cubicBezTo>
                  <a:pt x="719270" y="112091"/>
                  <a:pt x="727963" y="199956"/>
                  <a:pt x="746239" y="261288"/>
                </a:cubicBezTo>
                <a:cubicBezTo>
                  <a:pt x="760240" y="325793"/>
                  <a:pt x="793259" y="532575"/>
                  <a:pt x="815051" y="586365"/>
                </a:cubicBezTo>
                <a:cubicBezTo>
                  <a:pt x="836843" y="640155"/>
                  <a:pt x="883701" y="632703"/>
                  <a:pt x="888333" y="588429"/>
                </a:cubicBezTo>
                <a:cubicBezTo>
                  <a:pt x="892966" y="544155"/>
                  <a:pt x="865737" y="401279"/>
                  <a:pt x="842846" y="320721"/>
                </a:cubicBezTo>
                <a:cubicBezTo>
                  <a:pt x="819955" y="240163"/>
                  <a:pt x="825482" y="79604"/>
                  <a:pt x="750987" y="105079"/>
                </a:cubicBezTo>
                <a:cubicBezTo>
                  <a:pt x="749649" y="32941"/>
                  <a:pt x="748866" y="35586"/>
                  <a:pt x="747805" y="840"/>
                </a:cubicBezTo>
                <a:cubicBezTo>
                  <a:pt x="769705" y="-333"/>
                  <a:pt x="844317" y="6442"/>
                  <a:pt x="882390" y="98039"/>
                </a:cubicBezTo>
                <a:cubicBezTo>
                  <a:pt x="920463" y="189636"/>
                  <a:pt x="918646" y="498820"/>
                  <a:pt x="976244" y="550421"/>
                </a:cubicBezTo>
                <a:cubicBezTo>
                  <a:pt x="1002495" y="541456"/>
                  <a:pt x="1028241" y="530447"/>
                  <a:pt x="1055083" y="523951"/>
                </a:cubicBezTo>
                <a:cubicBezTo>
                  <a:pt x="1077419" y="518326"/>
                  <a:pt x="1100945" y="519701"/>
                  <a:pt x="1122472" y="527889"/>
                </a:cubicBezTo>
                <a:cubicBezTo>
                  <a:pt x="1144008" y="536077"/>
                  <a:pt x="1162496" y="550683"/>
                  <a:pt x="1175459" y="569732"/>
                </a:cubicBezTo>
                <a:cubicBezTo>
                  <a:pt x="1204339" y="612629"/>
                  <a:pt x="1207492" y="668834"/>
                  <a:pt x="1176298" y="707152"/>
                </a:cubicBezTo>
                <a:cubicBezTo>
                  <a:pt x="1143694" y="747203"/>
                  <a:pt x="1105489" y="782691"/>
                  <a:pt x="1066074" y="824008"/>
                </a:cubicBezTo>
                <a:cubicBezTo>
                  <a:pt x="1076657" y="853585"/>
                  <a:pt x="1062045" y="881260"/>
                  <a:pt x="1036052" y="905910"/>
                </a:cubicBezTo>
                <a:cubicBezTo>
                  <a:pt x="940173" y="996863"/>
                  <a:pt x="847085" y="1090929"/>
                  <a:pt x="748482" y="1178806"/>
                </a:cubicBezTo>
                <a:cubicBezTo>
                  <a:pt x="611793" y="1300638"/>
                  <a:pt x="412912" y="1467685"/>
                  <a:pt x="332193" y="1537313"/>
                </a:cubicBezTo>
                <a:cubicBezTo>
                  <a:pt x="251474" y="1606941"/>
                  <a:pt x="291864" y="1581691"/>
                  <a:pt x="264168" y="1596572"/>
                </a:cubicBezTo>
                <a:cubicBezTo>
                  <a:pt x="236472" y="1611453"/>
                  <a:pt x="210044" y="1654859"/>
                  <a:pt x="166016" y="1626600"/>
                </a:cubicBezTo>
                <a:cubicBezTo>
                  <a:pt x="121988" y="1598341"/>
                  <a:pt x="33646" y="1523968"/>
                  <a:pt x="0" y="1427017"/>
                </a:cubicBezTo>
                <a:cubicBezTo>
                  <a:pt x="4769" y="1417826"/>
                  <a:pt x="-9819" y="1439309"/>
                  <a:pt x="42852" y="1386622"/>
                </a:cubicBezTo>
                <a:cubicBezTo>
                  <a:pt x="95523" y="1333935"/>
                  <a:pt x="202335" y="1221851"/>
                  <a:pt x="316027" y="1110893"/>
                </a:cubicBezTo>
                <a:lnTo>
                  <a:pt x="725003" y="720873"/>
                </a:lnTo>
                <a:close/>
                <a:moveTo>
                  <a:pt x="380698" y="1403493"/>
                </a:moveTo>
                <a:cubicBezTo>
                  <a:pt x="586842" y="1228504"/>
                  <a:pt x="786944" y="1052112"/>
                  <a:pt x="972548" y="858669"/>
                </a:cubicBezTo>
                <a:lnTo>
                  <a:pt x="852229" y="697438"/>
                </a:lnTo>
                <a:lnTo>
                  <a:pt x="251119" y="1265812"/>
                </a:lnTo>
                <a:lnTo>
                  <a:pt x="380698" y="1403493"/>
                </a:lnTo>
                <a:close/>
                <a:moveTo>
                  <a:pt x="203338" y="1313143"/>
                </a:moveTo>
                <a:lnTo>
                  <a:pt x="71377" y="1435162"/>
                </a:lnTo>
                <a:cubicBezTo>
                  <a:pt x="108463" y="1482892"/>
                  <a:pt x="153971" y="1524456"/>
                  <a:pt x="192242" y="1569100"/>
                </a:cubicBezTo>
                <a:lnTo>
                  <a:pt x="313838" y="1457789"/>
                </a:lnTo>
                <a:lnTo>
                  <a:pt x="203338" y="1313143"/>
                </a:lnTo>
                <a:close/>
                <a:moveTo>
                  <a:pt x="1005219" y="766264"/>
                </a:moveTo>
                <a:cubicBezTo>
                  <a:pt x="1026822" y="749934"/>
                  <a:pt x="1047777" y="736115"/>
                  <a:pt x="1066255" y="719578"/>
                </a:cubicBezTo>
                <a:cubicBezTo>
                  <a:pt x="1084686" y="702944"/>
                  <a:pt x="1101803" y="684900"/>
                  <a:pt x="1117433" y="665610"/>
                </a:cubicBezTo>
                <a:cubicBezTo>
                  <a:pt x="1132092" y="647668"/>
                  <a:pt x="1130854" y="626223"/>
                  <a:pt x="1119672" y="607185"/>
                </a:cubicBezTo>
                <a:cubicBezTo>
                  <a:pt x="1108403" y="588027"/>
                  <a:pt x="1089182" y="583902"/>
                  <a:pt x="1068122" y="587643"/>
                </a:cubicBezTo>
                <a:cubicBezTo>
                  <a:pt x="1061960" y="588438"/>
                  <a:pt x="1055873" y="589737"/>
                  <a:pt x="1049930" y="591524"/>
                </a:cubicBezTo>
                <a:cubicBezTo>
                  <a:pt x="1002076" y="608666"/>
                  <a:pt x="958747" y="636438"/>
                  <a:pt x="923171" y="672752"/>
                </a:cubicBezTo>
                <a:lnTo>
                  <a:pt x="1005219" y="766264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59B780B-4D44-EE31-1278-D338CC697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7426" y="2810549"/>
            <a:ext cx="1733309" cy="995667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B866EA0-B785-A034-FB9D-F71AA260C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0277" y="530992"/>
            <a:ext cx="1581150" cy="13906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9A2E4E6A-78FE-3B89-B9E1-39B4E5772A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665" y="828970"/>
            <a:ext cx="1514475" cy="14859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E261392C-1EBE-2B65-C1CC-74AC8A7461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3129481">
            <a:off x="4693013" y="95357"/>
            <a:ext cx="1438275" cy="13525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6FE1A3E-036F-947B-FFF9-BB38D29A7D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1503" y="2340391"/>
            <a:ext cx="1238250" cy="145732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CB9585A-A611-8B34-8975-E3401F5877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88305" y="4415722"/>
            <a:ext cx="1314450" cy="16192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A6A93F7D-305E-D973-0BFB-B69353331D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72312" y="4849300"/>
            <a:ext cx="1704975" cy="15430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145A0CD8-E07A-0B7C-64A4-B909FD771C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92541" y="1791091"/>
            <a:ext cx="382310" cy="1730113"/>
          </a:xfrm>
          <a:prstGeom prst="rect">
            <a:avLst/>
          </a:prstGeom>
        </p:spPr>
      </p:pic>
      <p:sp>
        <p:nvSpPr>
          <p:cNvPr id="45" name="Graphic 4">
            <a:extLst>
              <a:ext uri="{FF2B5EF4-FFF2-40B4-BE49-F238E27FC236}">
                <a16:creationId xmlns:a16="http://schemas.microsoft.com/office/drawing/2014/main" id="{8A28676F-DB29-FF01-5F43-FA945B117E34}"/>
              </a:ext>
            </a:extLst>
          </p:cNvPr>
          <p:cNvSpPr/>
          <p:nvPr/>
        </p:nvSpPr>
        <p:spPr>
          <a:xfrm rot="13467051">
            <a:off x="4881482" y="923793"/>
            <a:ext cx="1167408" cy="1635671"/>
          </a:xfrm>
          <a:custGeom>
            <a:avLst/>
            <a:gdLst>
              <a:gd name="connsiteX0" fmla="*/ 1105961 w 1421617"/>
              <a:gd name="connsiteY0" fmla="*/ 125418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96763 w 1421617"/>
              <a:gd name="connsiteY52" fmla="*/ 1238819 h 1339889"/>
              <a:gd name="connsiteX53" fmla="*/ 102490 w 1421617"/>
              <a:gd name="connsiteY53" fmla="*/ 1242791 h 1339889"/>
              <a:gd name="connsiteX54" fmla="*/ 243122 w 1421617"/>
              <a:gd name="connsiteY54" fmla="*/ 1189413 h 1339889"/>
              <a:gd name="connsiteX55" fmla="*/ 160912 w 1421617"/>
              <a:gd name="connsiteY55" fmla="*/ 106569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96763 w 1421617"/>
              <a:gd name="connsiteY52" fmla="*/ 1238819 h 1339889"/>
              <a:gd name="connsiteX53" fmla="*/ 102490 w 1421617"/>
              <a:gd name="connsiteY53" fmla="*/ 1242791 h 1339889"/>
              <a:gd name="connsiteX54" fmla="*/ 243122 w 1421617"/>
              <a:gd name="connsiteY54" fmla="*/ 1189413 h 1339889"/>
              <a:gd name="connsiteX55" fmla="*/ 252352 w 1421617"/>
              <a:gd name="connsiteY55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96763 w 1421617"/>
              <a:gd name="connsiteY53" fmla="*/ 1238819 h 1339889"/>
              <a:gd name="connsiteX54" fmla="*/ 102490 w 1421617"/>
              <a:gd name="connsiteY54" fmla="*/ 1242791 h 1339889"/>
              <a:gd name="connsiteX55" fmla="*/ 252352 w 1421617"/>
              <a:gd name="connsiteY55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96763 w 1421617"/>
              <a:gd name="connsiteY53" fmla="*/ 1238819 h 1339889"/>
              <a:gd name="connsiteX54" fmla="*/ 252352 w 1421617"/>
              <a:gd name="connsiteY54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252352 w 1421617"/>
              <a:gd name="connsiteY53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43018 w 1421617"/>
              <a:gd name="connsiteY23" fmla="*/ 1339889 h 1339889"/>
              <a:gd name="connsiteX24" fmla="*/ 1760 w 1421617"/>
              <a:gd name="connsiteY24" fmla="*/ 1284225 h 1339889"/>
              <a:gd name="connsiteX25" fmla="*/ 6059 w 1421617"/>
              <a:gd name="connsiteY25" fmla="*/ 1272547 h 1339889"/>
              <a:gd name="connsiteX26" fmla="*/ 140173 w 1421617"/>
              <a:gd name="connsiteY26" fmla="*/ 1001370 h 1339889"/>
              <a:gd name="connsiteX27" fmla="*/ 158668 w 1421617"/>
              <a:gd name="connsiteY27" fmla="*/ 976663 h 1339889"/>
              <a:gd name="connsiteX28" fmla="*/ 539213 w 1421617"/>
              <a:gd name="connsiteY28" fmla="*/ 606640 h 1339889"/>
              <a:gd name="connsiteX29" fmla="*/ 948189 w 1421617"/>
              <a:gd name="connsiteY29" fmla="*/ 216620 h 1339889"/>
              <a:gd name="connsiteX30" fmla="*/ 1027761 w 1421617"/>
              <a:gd name="connsiteY30" fmla="*/ 146431 h 1339889"/>
              <a:gd name="connsiteX31" fmla="*/ 1105961 w 1421617"/>
              <a:gd name="connsiteY31" fmla="*/ 125418 h 1339889"/>
              <a:gd name="connsiteX32" fmla="*/ 160912 w 1421617"/>
              <a:gd name="connsiteY32" fmla="*/ 1065693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252352 w 1421617"/>
              <a:gd name="connsiteY52" fmla="*/ 1157133 h 1339889"/>
              <a:gd name="connsiteX0" fmla="*/ 159152 w 1419857"/>
              <a:gd name="connsiteY0" fmla="*/ 1065693 h 1284225"/>
              <a:gd name="connsiteX1" fmla="*/ 1144835 w 1419857"/>
              <a:gd name="connsiteY1" fmla="*/ 86936 h 1284225"/>
              <a:gd name="connsiteX2" fmla="*/ 1078598 w 1419857"/>
              <a:gd name="connsiteY2" fmla="*/ 66445 h 1284225"/>
              <a:gd name="connsiteX3" fmla="*/ 994178 w 1419857"/>
              <a:gd name="connsiteY3" fmla="*/ 95568 h 1284225"/>
              <a:gd name="connsiteX4" fmla="*/ 860724 w 1419857"/>
              <a:gd name="connsiteY4" fmla="*/ 197960 h 1284225"/>
              <a:gd name="connsiteX5" fmla="*/ 693803 w 1419857"/>
              <a:gd name="connsiteY5" fmla="*/ 338749 h 1284225"/>
              <a:gd name="connsiteX6" fmla="*/ 606090 w 1419857"/>
              <a:gd name="connsiteY6" fmla="*/ 384852 h 1284225"/>
              <a:gd name="connsiteX7" fmla="*/ 585623 w 1419857"/>
              <a:gd name="connsiteY7" fmla="*/ 385126 h 1284225"/>
              <a:gd name="connsiteX8" fmla="*/ 594372 w 1419857"/>
              <a:gd name="connsiteY8" fmla="*/ 350025 h 1284225"/>
              <a:gd name="connsiteX9" fmla="*/ 642873 w 1419857"/>
              <a:gd name="connsiteY9" fmla="*/ 289715 h 1284225"/>
              <a:gd name="connsiteX10" fmla="*/ 888643 w 1419857"/>
              <a:gd name="connsiteY10" fmla="*/ 87405 h 1284225"/>
              <a:gd name="connsiteX11" fmla="*/ 1005894 w 1419857"/>
              <a:gd name="connsiteY11" fmla="*/ 17254 h 1284225"/>
              <a:gd name="connsiteX12" fmla="*/ 1197670 w 1419857"/>
              <a:gd name="connsiteY12" fmla="*/ 46168 h 1284225"/>
              <a:gd name="connsiteX13" fmla="*/ 1276509 w 1419857"/>
              <a:gd name="connsiteY13" fmla="*/ 19698 h 1284225"/>
              <a:gd name="connsiteX14" fmla="*/ 1343898 w 1419857"/>
              <a:gd name="connsiteY14" fmla="*/ 23636 h 1284225"/>
              <a:gd name="connsiteX15" fmla="*/ 1396885 w 1419857"/>
              <a:gd name="connsiteY15" fmla="*/ 65479 h 1284225"/>
              <a:gd name="connsiteX16" fmla="*/ 1397724 w 1419857"/>
              <a:gd name="connsiteY16" fmla="*/ 202899 h 1284225"/>
              <a:gd name="connsiteX17" fmla="*/ 1287500 w 1419857"/>
              <a:gd name="connsiteY17" fmla="*/ 319755 h 1284225"/>
              <a:gd name="connsiteX18" fmla="*/ 1257478 w 1419857"/>
              <a:gd name="connsiteY18" fmla="*/ 401657 h 1284225"/>
              <a:gd name="connsiteX19" fmla="*/ 969908 w 1419857"/>
              <a:gd name="connsiteY19" fmla="*/ 674553 h 1284225"/>
              <a:gd name="connsiteX20" fmla="*/ 553619 w 1419857"/>
              <a:gd name="connsiteY20" fmla="*/ 1033060 h 1284225"/>
              <a:gd name="connsiteX21" fmla="*/ 404506 w 1419857"/>
              <a:gd name="connsiteY21" fmla="*/ 1165962 h 1284225"/>
              <a:gd name="connsiteX22" fmla="*/ 235196 w 1419857"/>
              <a:gd name="connsiteY22" fmla="*/ 1273481 h 1284225"/>
              <a:gd name="connsiteX23" fmla="*/ 0 w 1419857"/>
              <a:gd name="connsiteY23" fmla="*/ 1284225 h 1284225"/>
              <a:gd name="connsiteX24" fmla="*/ 4299 w 1419857"/>
              <a:gd name="connsiteY24" fmla="*/ 1272547 h 1284225"/>
              <a:gd name="connsiteX25" fmla="*/ 138413 w 1419857"/>
              <a:gd name="connsiteY25" fmla="*/ 1001370 h 1284225"/>
              <a:gd name="connsiteX26" fmla="*/ 156908 w 1419857"/>
              <a:gd name="connsiteY26" fmla="*/ 976663 h 1284225"/>
              <a:gd name="connsiteX27" fmla="*/ 537453 w 1419857"/>
              <a:gd name="connsiteY27" fmla="*/ 606640 h 1284225"/>
              <a:gd name="connsiteX28" fmla="*/ 946429 w 1419857"/>
              <a:gd name="connsiteY28" fmla="*/ 216620 h 1284225"/>
              <a:gd name="connsiteX29" fmla="*/ 1026001 w 1419857"/>
              <a:gd name="connsiteY29" fmla="*/ 146431 h 1284225"/>
              <a:gd name="connsiteX30" fmla="*/ 1104201 w 1419857"/>
              <a:gd name="connsiteY30" fmla="*/ 125418 h 1284225"/>
              <a:gd name="connsiteX31" fmla="*/ 159152 w 1419857"/>
              <a:gd name="connsiteY31" fmla="*/ 1065693 h 1284225"/>
              <a:gd name="connsiteX32" fmla="*/ 602124 w 1419857"/>
              <a:gd name="connsiteY32" fmla="*/ 899240 h 1284225"/>
              <a:gd name="connsiteX33" fmla="*/ 1193974 w 1419857"/>
              <a:gd name="connsiteY33" fmla="*/ 354416 h 1284225"/>
              <a:gd name="connsiteX34" fmla="*/ 1073655 w 1419857"/>
              <a:gd name="connsiteY34" fmla="*/ 193185 h 1284225"/>
              <a:gd name="connsiteX35" fmla="*/ 472545 w 1419857"/>
              <a:gd name="connsiteY35" fmla="*/ 761559 h 1284225"/>
              <a:gd name="connsiteX36" fmla="*/ 602124 w 1419857"/>
              <a:gd name="connsiteY36" fmla="*/ 899240 h 1284225"/>
              <a:gd name="connsiteX37" fmla="*/ 424764 w 1419857"/>
              <a:gd name="connsiteY37" fmla="*/ 808890 h 1284225"/>
              <a:gd name="connsiteX38" fmla="*/ 213316 w 1419857"/>
              <a:gd name="connsiteY38" fmla="*/ 1006314 h 1284225"/>
              <a:gd name="connsiteX39" fmla="*/ 322003 w 1419857"/>
              <a:gd name="connsiteY39" fmla="*/ 1148094 h 1284225"/>
              <a:gd name="connsiteX40" fmla="*/ 535264 w 1419857"/>
              <a:gd name="connsiteY40" fmla="*/ 953536 h 1284225"/>
              <a:gd name="connsiteX41" fmla="*/ 424764 w 1419857"/>
              <a:gd name="connsiteY41" fmla="*/ 808890 h 1284225"/>
              <a:gd name="connsiteX42" fmla="*/ 1226645 w 1419857"/>
              <a:gd name="connsiteY42" fmla="*/ 262011 h 1284225"/>
              <a:gd name="connsiteX43" fmla="*/ 1287681 w 1419857"/>
              <a:gd name="connsiteY43" fmla="*/ 215325 h 1284225"/>
              <a:gd name="connsiteX44" fmla="*/ 1338859 w 1419857"/>
              <a:gd name="connsiteY44" fmla="*/ 161357 h 1284225"/>
              <a:gd name="connsiteX45" fmla="*/ 1341098 w 1419857"/>
              <a:gd name="connsiteY45" fmla="*/ 102932 h 1284225"/>
              <a:gd name="connsiteX46" fmla="*/ 1289548 w 1419857"/>
              <a:gd name="connsiteY46" fmla="*/ 83390 h 1284225"/>
              <a:gd name="connsiteX47" fmla="*/ 1271356 w 1419857"/>
              <a:gd name="connsiteY47" fmla="*/ 87271 h 1284225"/>
              <a:gd name="connsiteX48" fmla="*/ 1144597 w 1419857"/>
              <a:gd name="connsiteY48" fmla="*/ 168499 h 1284225"/>
              <a:gd name="connsiteX49" fmla="*/ 1226645 w 1419857"/>
              <a:gd name="connsiteY49" fmla="*/ 262011 h 1284225"/>
              <a:gd name="connsiteX50" fmla="*/ 159152 w 1419857"/>
              <a:gd name="connsiteY50" fmla="*/ 1065693 h 1284225"/>
              <a:gd name="connsiteX51" fmla="*/ 250592 w 1419857"/>
              <a:gd name="connsiteY51" fmla="*/ 1157133 h 1284225"/>
              <a:gd name="connsiteX0" fmla="*/ 154853 w 1415558"/>
              <a:gd name="connsiteY0" fmla="*/ 1065693 h 1273481"/>
              <a:gd name="connsiteX1" fmla="*/ 1140536 w 1415558"/>
              <a:gd name="connsiteY1" fmla="*/ 86936 h 1273481"/>
              <a:gd name="connsiteX2" fmla="*/ 1074299 w 1415558"/>
              <a:gd name="connsiteY2" fmla="*/ 66445 h 1273481"/>
              <a:gd name="connsiteX3" fmla="*/ 989879 w 1415558"/>
              <a:gd name="connsiteY3" fmla="*/ 95568 h 1273481"/>
              <a:gd name="connsiteX4" fmla="*/ 856425 w 1415558"/>
              <a:gd name="connsiteY4" fmla="*/ 197960 h 1273481"/>
              <a:gd name="connsiteX5" fmla="*/ 689504 w 1415558"/>
              <a:gd name="connsiteY5" fmla="*/ 338749 h 1273481"/>
              <a:gd name="connsiteX6" fmla="*/ 601791 w 1415558"/>
              <a:gd name="connsiteY6" fmla="*/ 384852 h 1273481"/>
              <a:gd name="connsiteX7" fmla="*/ 581324 w 1415558"/>
              <a:gd name="connsiteY7" fmla="*/ 385126 h 1273481"/>
              <a:gd name="connsiteX8" fmla="*/ 590073 w 1415558"/>
              <a:gd name="connsiteY8" fmla="*/ 350025 h 1273481"/>
              <a:gd name="connsiteX9" fmla="*/ 638574 w 1415558"/>
              <a:gd name="connsiteY9" fmla="*/ 289715 h 1273481"/>
              <a:gd name="connsiteX10" fmla="*/ 884344 w 1415558"/>
              <a:gd name="connsiteY10" fmla="*/ 87405 h 1273481"/>
              <a:gd name="connsiteX11" fmla="*/ 1001595 w 1415558"/>
              <a:gd name="connsiteY11" fmla="*/ 17254 h 1273481"/>
              <a:gd name="connsiteX12" fmla="*/ 1193371 w 1415558"/>
              <a:gd name="connsiteY12" fmla="*/ 46168 h 1273481"/>
              <a:gd name="connsiteX13" fmla="*/ 1272210 w 1415558"/>
              <a:gd name="connsiteY13" fmla="*/ 19698 h 1273481"/>
              <a:gd name="connsiteX14" fmla="*/ 1339599 w 1415558"/>
              <a:gd name="connsiteY14" fmla="*/ 23636 h 1273481"/>
              <a:gd name="connsiteX15" fmla="*/ 1392586 w 1415558"/>
              <a:gd name="connsiteY15" fmla="*/ 65479 h 1273481"/>
              <a:gd name="connsiteX16" fmla="*/ 1393425 w 1415558"/>
              <a:gd name="connsiteY16" fmla="*/ 202899 h 1273481"/>
              <a:gd name="connsiteX17" fmla="*/ 1283201 w 1415558"/>
              <a:gd name="connsiteY17" fmla="*/ 319755 h 1273481"/>
              <a:gd name="connsiteX18" fmla="*/ 1253179 w 1415558"/>
              <a:gd name="connsiteY18" fmla="*/ 401657 h 1273481"/>
              <a:gd name="connsiteX19" fmla="*/ 965609 w 1415558"/>
              <a:gd name="connsiteY19" fmla="*/ 674553 h 1273481"/>
              <a:gd name="connsiteX20" fmla="*/ 549320 w 1415558"/>
              <a:gd name="connsiteY20" fmla="*/ 1033060 h 1273481"/>
              <a:gd name="connsiteX21" fmla="*/ 400207 w 1415558"/>
              <a:gd name="connsiteY21" fmla="*/ 1165962 h 1273481"/>
              <a:gd name="connsiteX22" fmla="*/ 230897 w 1415558"/>
              <a:gd name="connsiteY22" fmla="*/ 1273481 h 1273481"/>
              <a:gd name="connsiteX23" fmla="*/ 0 w 1415558"/>
              <a:gd name="connsiteY23" fmla="*/ 1272547 h 1273481"/>
              <a:gd name="connsiteX24" fmla="*/ 134114 w 1415558"/>
              <a:gd name="connsiteY24" fmla="*/ 1001370 h 1273481"/>
              <a:gd name="connsiteX25" fmla="*/ 152609 w 1415558"/>
              <a:gd name="connsiteY25" fmla="*/ 976663 h 1273481"/>
              <a:gd name="connsiteX26" fmla="*/ 533154 w 1415558"/>
              <a:gd name="connsiteY26" fmla="*/ 606640 h 1273481"/>
              <a:gd name="connsiteX27" fmla="*/ 942130 w 1415558"/>
              <a:gd name="connsiteY27" fmla="*/ 216620 h 1273481"/>
              <a:gd name="connsiteX28" fmla="*/ 1021702 w 1415558"/>
              <a:gd name="connsiteY28" fmla="*/ 146431 h 1273481"/>
              <a:gd name="connsiteX29" fmla="*/ 1099902 w 1415558"/>
              <a:gd name="connsiteY29" fmla="*/ 125418 h 1273481"/>
              <a:gd name="connsiteX30" fmla="*/ 154853 w 1415558"/>
              <a:gd name="connsiteY30" fmla="*/ 1065693 h 1273481"/>
              <a:gd name="connsiteX31" fmla="*/ 597825 w 1415558"/>
              <a:gd name="connsiteY31" fmla="*/ 899240 h 1273481"/>
              <a:gd name="connsiteX32" fmla="*/ 1189675 w 1415558"/>
              <a:gd name="connsiteY32" fmla="*/ 354416 h 1273481"/>
              <a:gd name="connsiteX33" fmla="*/ 1069356 w 1415558"/>
              <a:gd name="connsiteY33" fmla="*/ 193185 h 1273481"/>
              <a:gd name="connsiteX34" fmla="*/ 468246 w 1415558"/>
              <a:gd name="connsiteY34" fmla="*/ 761559 h 1273481"/>
              <a:gd name="connsiteX35" fmla="*/ 597825 w 1415558"/>
              <a:gd name="connsiteY35" fmla="*/ 899240 h 1273481"/>
              <a:gd name="connsiteX36" fmla="*/ 420465 w 1415558"/>
              <a:gd name="connsiteY36" fmla="*/ 808890 h 1273481"/>
              <a:gd name="connsiteX37" fmla="*/ 209017 w 1415558"/>
              <a:gd name="connsiteY37" fmla="*/ 1006314 h 1273481"/>
              <a:gd name="connsiteX38" fmla="*/ 317704 w 1415558"/>
              <a:gd name="connsiteY38" fmla="*/ 1148094 h 1273481"/>
              <a:gd name="connsiteX39" fmla="*/ 530965 w 1415558"/>
              <a:gd name="connsiteY39" fmla="*/ 953536 h 1273481"/>
              <a:gd name="connsiteX40" fmla="*/ 420465 w 1415558"/>
              <a:gd name="connsiteY40" fmla="*/ 808890 h 1273481"/>
              <a:gd name="connsiteX41" fmla="*/ 1222346 w 1415558"/>
              <a:gd name="connsiteY41" fmla="*/ 262011 h 1273481"/>
              <a:gd name="connsiteX42" fmla="*/ 1283382 w 1415558"/>
              <a:gd name="connsiteY42" fmla="*/ 215325 h 1273481"/>
              <a:gd name="connsiteX43" fmla="*/ 1334560 w 1415558"/>
              <a:gd name="connsiteY43" fmla="*/ 161357 h 1273481"/>
              <a:gd name="connsiteX44" fmla="*/ 1336799 w 1415558"/>
              <a:gd name="connsiteY44" fmla="*/ 102932 h 1273481"/>
              <a:gd name="connsiteX45" fmla="*/ 1285249 w 1415558"/>
              <a:gd name="connsiteY45" fmla="*/ 83390 h 1273481"/>
              <a:gd name="connsiteX46" fmla="*/ 1267057 w 1415558"/>
              <a:gd name="connsiteY46" fmla="*/ 87271 h 1273481"/>
              <a:gd name="connsiteX47" fmla="*/ 1140298 w 1415558"/>
              <a:gd name="connsiteY47" fmla="*/ 168499 h 1273481"/>
              <a:gd name="connsiteX48" fmla="*/ 1222346 w 1415558"/>
              <a:gd name="connsiteY48" fmla="*/ 262011 h 1273481"/>
              <a:gd name="connsiteX49" fmla="*/ 154853 w 1415558"/>
              <a:gd name="connsiteY49" fmla="*/ 1065693 h 1273481"/>
              <a:gd name="connsiteX50" fmla="*/ 246293 w 1415558"/>
              <a:gd name="connsiteY50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20739 w 1281444"/>
              <a:gd name="connsiteY48" fmla="*/ 1065693 h 1273481"/>
              <a:gd name="connsiteX49" fmla="*/ 112179 w 1281444"/>
              <a:gd name="connsiteY49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61589 w 1281444"/>
              <a:gd name="connsiteY48" fmla="*/ 1057543 h 1273481"/>
              <a:gd name="connsiteX49" fmla="*/ 112179 w 1281444"/>
              <a:gd name="connsiteY49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61589 w 1281444"/>
              <a:gd name="connsiteY48" fmla="*/ 1057543 h 1273481"/>
              <a:gd name="connsiteX49" fmla="*/ 180892 w 1281444"/>
              <a:gd name="connsiteY49" fmla="*/ 1165497 h 1273481"/>
              <a:gd name="connsiteX0" fmla="*/ 20739 w 1281444"/>
              <a:gd name="connsiteY0" fmla="*/ 1065693 h 1223384"/>
              <a:gd name="connsiteX1" fmla="*/ 1006422 w 1281444"/>
              <a:gd name="connsiteY1" fmla="*/ 86936 h 1223384"/>
              <a:gd name="connsiteX2" fmla="*/ 940185 w 1281444"/>
              <a:gd name="connsiteY2" fmla="*/ 66445 h 1223384"/>
              <a:gd name="connsiteX3" fmla="*/ 855765 w 1281444"/>
              <a:gd name="connsiteY3" fmla="*/ 95568 h 1223384"/>
              <a:gd name="connsiteX4" fmla="*/ 722311 w 1281444"/>
              <a:gd name="connsiteY4" fmla="*/ 197960 h 1223384"/>
              <a:gd name="connsiteX5" fmla="*/ 555390 w 1281444"/>
              <a:gd name="connsiteY5" fmla="*/ 338749 h 1223384"/>
              <a:gd name="connsiteX6" fmla="*/ 467677 w 1281444"/>
              <a:gd name="connsiteY6" fmla="*/ 384852 h 1223384"/>
              <a:gd name="connsiteX7" fmla="*/ 447210 w 1281444"/>
              <a:gd name="connsiteY7" fmla="*/ 385126 h 1223384"/>
              <a:gd name="connsiteX8" fmla="*/ 455959 w 1281444"/>
              <a:gd name="connsiteY8" fmla="*/ 350025 h 1223384"/>
              <a:gd name="connsiteX9" fmla="*/ 504460 w 1281444"/>
              <a:gd name="connsiteY9" fmla="*/ 289715 h 1223384"/>
              <a:gd name="connsiteX10" fmla="*/ 750230 w 1281444"/>
              <a:gd name="connsiteY10" fmla="*/ 87405 h 1223384"/>
              <a:gd name="connsiteX11" fmla="*/ 867481 w 1281444"/>
              <a:gd name="connsiteY11" fmla="*/ 17254 h 1223384"/>
              <a:gd name="connsiteX12" fmla="*/ 1059257 w 1281444"/>
              <a:gd name="connsiteY12" fmla="*/ 46168 h 1223384"/>
              <a:gd name="connsiteX13" fmla="*/ 1138096 w 1281444"/>
              <a:gd name="connsiteY13" fmla="*/ 19698 h 1223384"/>
              <a:gd name="connsiteX14" fmla="*/ 1205485 w 1281444"/>
              <a:gd name="connsiteY14" fmla="*/ 23636 h 1223384"/>
              <a:gd name="connsiteX15" fmla="*/ 1258472 w 1281444"/>
              <a:gd name="connsiteY15" fmla="*/ 65479 h 1223384"/>
              <a:gd name="connsiteX16" fmla="*/ 1259311 w 1281444"/>
              <a:gd name="connsiteY16" fmla="*/ 202899 h 1223384"/>
              <a:gd name="connsiteX17" fmla="*/ 1149087 w 1281444"/>
              <a:gd name="connsiteY17" fmla="*/ 319755 h 1223384"/>
              <a:gd name="connsiteX18" fmla="*/ 1119065 w 1281444"/>
              <a:gd name="connsiteY18" fmla="*/ 401657 h 1223384"/>
              <a:gd name="connsiteX19" fmla="*/ 831495 w 1281444"/>
              <a:gd name="connsiteY19" fmla="*/ 674553 h 1223384"/>
              <a:gd name="connsiteX20" fmla="*/ 415206 w 1281444"/>
              <a:gd name="connsiteY20" fmla="*/ 1033060 h 1223384"/>
              <a:gd name="connsiteX21" fmla="*/ 266093 w 1281444"/>
              <a:gd name="connsiteY21" fmla="*/ 1165962 h 1223384"/>
              <a:gd name="connsiteX22" fmla="*/ 176738 w 1281444"/>
              <a:gd name="connsiteY22" fmla="*/ 1223384 h 1223384"/>
              <a:gd name="connsiteX23" fmla="*/ 0 w 1281444"/>
              <a:gd name="connsiteY23" fmla="*/ 1001370 h 1223384"/>
              <a:gd name="connsiteX24" fmla="*/ 18495 w 1281444"/>
              <a:gd name="connsiteY24" fmla="*/ 976663 h 1223384"/>
              <a:gd name="connsiteX25" fmla="*/ 399040 w 1281444"/>
              <a:gd name="connsiteY25" fmla="*/ 606640 h 1223384"/>
              <a:gd name="connsiteX26" fmla="*/ 808016 w 1281444"/>
              <a:gd name="connsiteY26" fmla="*/ 216620 h 1223384"/>
              <a:gd name="connsiteX27" fmla="*/ 887588 w 1281444"/>
              <a:gd name="connsiteY27" fmla="*/ 146431 h 1223384"/>
              <a:gd name="connsiteX28" fmla="*/ 965788 w 1281444"/>
              <a:gd name="connsiteY28" fmla="*/ 125418 h 1223384"/>
              <a:gd name="connsiteX29" fmla="*/ 20739 w 1281444"/>
              <a:gd name="connsiteY29" fmla="*/ 1065693 h 1223384"/>
              <a:gd name="connsiteX30" fmla="*/ 463711 w 1281444"/>
              <a:gd name="connsiteY30" fmla="*/ 899240 h 1223384"/>
              <a:gd name="connsiteX31" fmla="*/ 1055561 w 1281444"/>
              <a:gd name="connsiteY31" fmla="*/ 354416 h 1223384"/>
              <a:gd name="connsiteX32" fmla="*/ 935242 w 1281444"/>
              <a:gd name="connsiteY32" fmla="*/ 193185 h 1223384"/>
              <a:gd name="connsiteX33" fmla="*/ 334132 w 1281444"/>
              <a:gd name="connsiteY33" fmla="*/ 761559 h 1223384"/>
              <a:gd name="connsiteX34" fmla="*/ 463711 w 1281444"/>
              <a:gd name="connsiteY34" fmla="*/ 899240 h 1223384"/>
              <a:gd name="connsiteX35" fmla="*/ 286351 w 1281444"/>
              <a:gd name="connsiteY35" fmla="*/ 808890 h 1223384"/>
              <a:gd name="connsiteX36" fmla="*/ 74903 w 1281444"/>
              <a:gd name="connsiteY36" fmla="*/ 1006314 h 1223384"/>
              <a:gd name="connsiteX37" fmla="*/ 183590 w 1281444"/>
              <a:gd name="connsiteY37" fmla="*/ 1148094 h 1223384"/>
              <a:gd name="connsiteX38" fmla="*/ 396851 w 1281444"/>
              <a:gd name="connsiteY38" fmla="*/ 953536 h 1223384"/>
              <a:gd name="connsiteX39" fmla="*/ 286351 w 1281444"/>
              <a:gd name="connsiteY39" fmla="*/ 808890 h 1223384"/>
              <a:gd name="connsiteX40" fmla="*/ 1088232 w 1281444"/>
              <a:gd name="connsiteY40" fmla="*/ 262011 h 1223384"/>
              <a:gd name="connsiteX41" fmla="*/ 1149268 w 1281444"/>
              <a:gd name="connsiteY41" fmla="*/ 215325 h 1223384"/>
              <a:gd name="connsiteX42" fmla="*/ 1200446 w 1281444"/>
              <a:gd name="connsiteY42" fmla="*/ 161357 h 1223384"/>
              <a:gd name="connsiteX43" fmla="*/ 1202685 w 1281444"/>
              <a:gd name="connsiteY43" fmla="*/ 102932 h 1223384"/>
              <a:gd name="connsiteX44" fmla="*/ 1151135 w 1281444"/>
              <a:gd name="connsiteY44" fmla="*/ 83390 h 1223384"/>
              <a:gd name="connsiteX45" fmla="*/ 1132943 w 1281444"/>
              <a:gd name="connsiteY45" fmla="*/ 87271 h 1223384"/>
              <a:gd name="connsiteX46" fmla="*/ 1006184 w 1281444"/>
              <a:gd name="connsiteY46" fmla="*/ 168499 h 1223384"/>
              <a:gd name="connsiteX47" fmla="*/ 1088232 w 1281444"/>
              <a:gd name="connsiteY47" fmla="*/ 262011 h 1223384"/>
              <a:gd name="connsiteX48" fmla="*/ 61589 w 1281444"/>
              <a:gd name="connsiteY48" fmla="*/ 1057543 h 1223384"/>
              <a:gd name="connsiteX49" fmla="*/ 180892 w 1281444"/>
              <a:gd name="connsiteY49" fmla="*/ 1165497 h 1223384"/>
              <a:gd name="connsiteX0" fmla="*/ 20739 w 1281444"/>
              <a:gd name="connsiteY0" fmla="*/ 1422750 h 1580441"/>
              <a:gd name="connsiteX1" fmla="*/ 1006422 w 1281444"/>
              <a:gd name="connsiteY1" fmla="*/ 443993 h 1580441"/>
              <a:gd name="connsiteX2" fmla="*/ 940185 w 1281444"/>
              <a:gd name="connsiteY2" fmla="*/ 423502 h 1580441"/>
              <a:gd name="connsiteX3" fmla="*/ 855765 w 1281444"/>
              <a:gd name="connsiteY3" fmla="*/ 452625 h 1580441"/>
              <a:gd name="connsiteX4" fmla="*/ 722311 w 1281444"/>
              <a:gd name="connsiteY4" fmla="*/ 555017 h 1580441"/>
              <a:gd name="connsiteX5" fmla="*/ 555390 w 1281444"/>
              <a:gd name="connsiteY5" fmla="*/ 695806 h 1580441"/>
              <a:gd name="connsiteX6" fmla="*/ 467677 w 1281444"/>
              <a:gd name="connsiteY6" fmla="*/ 741909 h 1580441"/>
              <a:gd name="connsiteX7" fmla="*/ 447210 w 1281444"/>
              <a:gd name="connsiteY7" fmla="*/ 742183 h 1580441"/>
              <a:gd name="connsiteX8" fmla="*/ 455959 w 1281444"/>
              <a:gd name="connsiteY8" fmla="*/ 707082 h 1580441"/>
              <a:gd name="connsiteX9" fmla="*/ 504460 w 1281444"/>
              <a:gd name="connsiteY9" fmla="*/ 646772 h 1580441"/>
              <a:gd name="connsiteX10" fmla="*/ 750230 w 1281444"/>
              <a:gd name="connsiteY10" fmla="*/ 444462 h 1580441"/>
              <a:gd name="connsiteX11" fmla="*/ 898903 w 1281444"/>
              <a:gd name="connsiteY11" fmla="*/ 1587 h 1580441"/>
              <a:gd name="connsiteX12" fmla="*/ 1059257 w 1281444"/>
              <a:gd name="connsiteY12" fmla="*/ 403225 h 1580441"/>
              <a:gd name="connsiteX13" fmla="*/ 1138096 w 1281444"/>
              <a:gd name="connsiteY13" fmla="*/ 376755 h 1580441"/>
              <a:gd name="connsiteX14" fmla="*/ 1205485 w 1281444"/>
              <a:gd name="connsiteY14" fmla="*/ 380693 h 1580441"/>
              <a:gd name="connsiteX15" fmla="*/ 1258472 w 1281444"/>
              <a:gd name="connsiteY15" fmla="*/ 422536 h 1580441"/>
              <a:gd name="connsiteX16" fmla="*/ 1259311 w 1281444"/>
              <a:gd name="connsiteY16" fmla="*/ 559956 h 1580441"/>
              <a:gd name="connsiteX17" fmla="*/ 1149087 w 1281444"/>
              <a:gd name="connsiteY17" fmla="*/ 676812 h 1580441"/>
              <a:gd name="connsiteX18" fmla="*/ 1119065 w 1281444"/>
              <a:gd name="connsiteY18" fmla="*/ 758714 h 1580441"/>
              <a:gd name="connsiteX19" fmla="*/ 831495 w 1281444"/>
              <a:gd name="connsiteY19" fmla="*/ 1031610 h 1580441"/>
              <a:gd name="connsiteX20" fmla="*/ 415206 w 1281444"/>
              <a:gd name="connsiteY20" fmla="*/ 1390117 h 1580441"/>
              <a:gd name="connsiteX21" fmla="*/ 266093 w 1281444"/>
              <a:gd name="connsiteY21" fmla="*/ 1523019 h 1580441"/>
              <a:gd name="connsiteX22" fmla="*/ 176738 w 1281444"/>
              <a:gd name="connsiteY22" fmla="*/ 1580441 h 1580441"/>
              <a:gd name="connsiteX23" fmla="*/ 0 w 1281444"/>
              <a:gd name="connsiteY23" fmla="*/ 1358427 h 1580441"/>
              <a:gd name="connsiteX24" fmla="*/ 18495 w 1281444"/>
              <a:gd name="connsiteY24" fmla="*/ 1333720 h 1580441"/>
              <a:gd name="connsiteX25" fmla="*/ 399040 w 1281444"/>
              <a:gd name="connsiteY25" fmla="*/ 963697 h 1580441"/>
              <a:gd name="connsiteX26" fmla="*/ 808016 w 1281444"/>
              <a:gd name="connsiteY26" fmla="*/ 573677 h 1580441"/>
              <a:gd name="connsiteX27" fmla="*/ 887588 w 1281444"/>
              <a:gd name="connsiteY27" fmla="*/ 503488 h 1580441"/>
              <a:gd name="connsiteX28" fmla="*/ 965788 w 1281444"/>
              <a:gd name="connsiteY28" fmla="*/ 482475 h 1580441"/>
              <a:gd name="connsiteX29" fmla="*/ 20739 w 1281444"/>
              <a:gd name="connsiteY29" fmla="*/ 1422750 h 1580441"/>
              <a:gd name="connsiteX30" fmla="*/ 463711 w 1281444"/>
              <a:gd name="connsiteY30" fmla="*/ 1256297 h 1580441"/>
              <a:gd name="connsiteX31" fmla="*/ 1055561 w 1281444"/>
              <a:gd name="connsiteY31" fmla="*/ 711473 h 1580441"/>
              <a:gd name="connsiteX32" fmla="*/ 935242 w 1281444"/>
              <a:gd name="connsiteY32" fmla="*/ 550242 h 1580441"/>
              <a:gd name="connsiteX33" fmla="*/ 334132 w 1281444"/>
              <a:gd name="connsiteY33" fmla="*/ 1118616 h 1580441"/>
              <a:gd name="connsiteX34" fmla="*/ 463711 w 1281444"/>
              <a:gd name="connsiteY34" fmla="*/ 1256297 h 1580441"/>
              <a:gd name="connsiteX35" fmla="*/ 286351 w 1281444"/>
              <a:gd name="connsiteY35" fmla="*/ 1165947 h 1580441"/>
              <a:gd name="connsiteX36" fmla="*/ 74903 w 1281444"/>
              <a:gd name="connsiteY36" fmla="*/ 1363371 h 1580441"/>
              <a:gd name="connsiteX37" fmla="*/ 183590 w 1281444"/>
              <a:gd name="connsiteY37" fmla="*/ 1505151 h 1580441"/>
              <a:gd name="connsiteX38" fmla="*/ 396851 w 1281444"/>
              <a:gd name="connsiteY38" fmla="*/ 1310593 h 1580441"/>
              <a:gd name="connsiteX39" fmla="*/ 286351 w 1281444"/>
              <a:gd name="connsiteY39" fmla="*/ 1165947 h 1580441"/>
              <a:gd name="connsiteX40" fmla="*/ 1088232 w 1281444"/>
              <a:gd name="connsiteY40" fmla="*/ 619068 h 1580441"/>
              <a:gd name="connsiteX41" fmla="*/ 1149268 w 1281444"/>
              <a:gd name="connsiteY41" fmla="*/ 572382 h 1580441"/>
              <a:gd name="connsiteX42" fmla="*/ 1200446 w 1281444"/>
              <a:gd name="connsiteY42" fmla="*/ 518414 h 1580441"/>
              <a:gd name="connsiteX43" fmla="*/ 1202685 w 1281444"/>
              <a:gd name="connsiteY43" fmla="*/ 459989 h 1580441"/>
              <a:gd name="connsiteX44" fmla="*/ 1151135 w 1281444"/>
              <a:gd name="connsiteY44" fmla="*/ 440447 h 1580441"/>
              <a:gd name="connsiteX45" fmla="*/ 1132943 w 1281444"/>
              <a:gd name="connsiteY45" fmla="*/ 444328 h 1580441"/>
              <a:gd name="connsiteX46" fmla="*/ 1006184 w 1281444"/>
              <a:gd name="connsiteY46" fmla="*/ 525556 h 1580441"/>
              <a:gd name="connsiteX47" fmla="*/ 1088232 w 1281444"/>
              <a:gd name="connsiteY47" fmla="*/ 619068 h 1580441"/>
              <a:gd name="connsiteX48" fmla="*/ 61589 w 1281444"/>
              <a:gd name="connsiteY48" fmla="*/ 1414600 h 1580441"/>
              <a:gd name="connsiteX49" fmla="*/ 180892 w 1281444"/>
              <a:gd name="connsiteY49" fmla="*/ 1522554 h 1580441"/>
              <a:gd name="connsiteX0" fmla="*/ 20739 w 1281444"/>
              <a:gd name="connsiteY0" fmla="*/ 1460332 h 1618023"/>
              <a:gd name="connsiteX1" fmla="*/ 1006422 w 1281444"/>
              <a:gd name="connsiteY1" fmla="*/ 481575 h 1618023"/>
              <a:gd name="connsiteX2" fmla="*/ 940185 w 1281444"/>
              <a:gd name="connsiteY2" fmla="*/ 461084 h 1618023"/>
              <a:gd name="connsiteX3" fmla="*/ 855765 w 1281444"/>
              <a:gd name="connsiteY3" fmla="*/ 490207 h 1618023"/>
              <a:gd name="connsiteX4" fmla="*/ 722311 w 1281444"/>
              <a:gd name="connsiteY4" fmla="*/ 592599 h 1618023"/>
              <a:gd name="connsiteX5" fmla="*/ 555390 w 1281444"/>
              <a:gd name="connsiteY5" fmla="*/ 733388 h 1618023"/>
              <a:gd name="connsiteX6" fmla="*/ 467677 w 1281444"/>
              <a:gd name="connsiteY6" fmla="*/ 779491 h 1618023"/>
              <a:gd name="connsiteX7" fmla="*/ 447210 w 1281444"/>
              <a:gd name="connsiteY7" fmla="*/ 779765 h 1618023"/>
              <a:gd name="connsiteX8" fmla="*/ 455959 w 1281444"/>
              <a:gd name="connsiteY8" fmla="*/ 744664 h 1618023"/>
              <a:gd name="connsiteX9" fmla="*/ 504460 w 1281444"/>
              <a:gd name="connsiteY9" fmla="*/ 684354 h 1618023"/>
              <a:gd name="connsiteX10" fmla="*/ 801205 w 1281444"/>
              <a:gd name="connsiteY10" fmla="*/ 88347 h 1618023"/>
              <a:gd name="connsiteX11" fmla="*/ 898903 w 1281444"/>
              <a:gd name="connsiteY11" fmla="*/ 39169 h 1618023"/>
              <a:gd name="connsiteX12" fmla="*/ 1059257 w 1281444"/>
              <a:gd name="connsiteY12" fmla="*/ 440807 h 1618023"/>
              <a:gd name="connsiteX13" fmla="*/ 1138096 w 1281444"/>
              <a:gd name="connsiteY13" fmla="*/ 414337 h 1618023"/>
              <a:gd name="connsiteX14" fmla="*/ 1205485 w 1281444"/>
              <a:gd name="connsiteY14" fmla="*/ 418275 h 1618023"/>
              <a:gd name="connsiteX15" fmla="*/ 1258472 w 1281444"/>
              <a:gd name="connsiteY15" fmla="*/ 460118 h 1618023"/>
              <a:gd name="connsiteX16" fmla="*/ 1259311 w 1281444"/>
              <a:gd name="connsiteY16" fmla="*/ 597538 h 1618023"/>
              <a:gd name="connsiteX17" fmla="*/ 1149087 w 1281444"/>
              <a:gd name="connsiteY17" fmla="*/ 714394 h 1618023"/>
              <a:gd name="connsiteX18" fmla="*/ 1119065 w 1281444"/>
              <a:gd name="connsiteY18" fmla="*/ 796296 h 1618023"/>
              <a:gd name="connsiteX19" fmla="*/ 831495 w 1281444"/>
              <a:gd name="connsiteY19" fmla="*/ 1069192 h 1618023"/>
              <a:gd name="connsiteX20" fmla="*/ 415206 w 1281444"/>
              <a:gd name="connsiteY20" fmla="*/ 1427699 h 1618023"/>
              <a:gd name="connsiteX21" fmla="*/ 266093 w 1281444"/>
              <a:gd name="connsiteY21" fmla="*/ 1560601 h 1618023"/>
              <a:gd name="connsiteX22" fmla="*/ 176738 w 1281444"/>
              <a:gd name="connsiteY22" fmla="*/ 1618023 h 1618023"/>
              <a:gd name="connsiteX23" fmla="*/ 0 w 1281444"/>
              <a:gd name="connsiteY23" fmla="*/ 1396009 h 1618023"/>
              <a:gd name="connsiteX24" fmla="*/ 18495 w 1281444"/>
              <a:gd name="connsiteY24" fmla="*/ 1371302 h 1618023"/>
              <a:gd name="connsiteX25" fmla="*/ 399040 w 1281444"/>
              <a:gd name="connsiteY25" fmla="*/ 1001279 h 1618023"/>
              <a:gd name="connsiteX26" fmla="*/ 808016 w 1281444"/>
              <a:gd name="connsiteY26" fmla="*/ 611259 h 1618023"/>
              <a:gd name="connsiteX27" fmla="*/ 887588 w 1281444"/>
              <a:gd name="connsiteY27" fmla="*/ 541070 h 1618023"/>
              <a:gd name="connsiteX28" fmla="*/ 965788 w 1281444"/>
              <a:gd name="connsiteY28" fmla="*/ 520057 h 1618023"/>
              <a:gd name="connsiteX29" fmla="*/ 20739 w 1281444"/>
              <a:gd name="connsiteY29" fmla="*/ 1460332 h 1618023"/>
              <a:gd name="connsiteX30" fmla="*/ 463711 w 1281444"/>
              <a:gd name="connsiteY30" fmla="*/ 1293879 h 1618023"/>
              <a:gd name="connsiteX31" fmla="*/ 1055561 w 1281444"/>
              <a:gd name="connsiteY31" fmla="*/ 749055 h 1618023"/>
              <a:gd name="connsiteX32" fmla="*/ 935242 w 1281444"/>
              <a:gd name="connsiteY32" fmla="*/ 587824 h 1618023"/>
              <a:gd name="connsiteX33" fmla="*/ 334132 w 1281444"/>
              <a:gd name="connsiteY33" fmla="*/ 1156198 h 1618023"/>
              <a:gd name="connsiteX34" fmla="*/ 463711 w 1281444"/>
              <a:gd name="connsiteY34" fmla="*/ 1293879 h 1618023"/>
              <a:gd name="connsiteX35" fmla="*/ 286351 w 1281444"/>
              <a:gd name="connsiteY35" fmla="*/ 1203529 h 1618023"/>
              <a:gd name="connsiteX36" fmla="*/ 74903 w 1281444"/>
              <a:gd name="connsiteY36" fmla="*/ 1400953 h 1618023"/>
              <a:gd name="connsiteX37" fmla="*/ 183590 w 1281444"/>
              <a:gd name="connsiteY37" fmla="*/ 1542733 h 1618023"/>
              <a:gd name="connsiteX38" fmla="*/ 396851 w 1281444"/>
              <a:gd name="connsiteY38" fmla="*/ 1348175 h 1618023"/>
              <a:gd name="connsiteX39" fmla="*/ 286351 w 1281444"/>
              <a:gd name="connsiteY39" fmla="*/ 1203529 h 1618023"/>
              <a:gd name="connsiteX40" fmla="*/ 1088232 w 1281444"/>
              <a:gd name="connsiteY40" fmla="*/ 656650 h 1618023"/>
              <a:gd name="connsiteX41" fmla="*/ 1149268 w 1281444"/>
              <a:gd name="connsiteY41" fmla="*/ 609964 h 1618023"/>
              <a:gd name="connsiteX42" fmla="*/ 1200446 w 1281444"/>
              <a:gd name="connsiteY42" fmla="*/ 555996 h 1618023"/>
              <a:gd name="connsiteX43" fmla="*/ 1202685 w 1281444"/>
              <a:gd name="connsiteY43" fmla="*/ 497571 h 1618023"/>
              <a:gd name="connsiteX44" fmla="*/ 1151135 w 1281444"/>
              <a:gd name="connsiteY44" fmla="*/ 478029 h 1618023"/>
              <a:gd name="connsiteX45" fmla="*/ 1132943 w 1281444"/>
              <a:gd name="connsiteY45" fmla="*/ 481910 h 1618023"/>
              <a:gd name="connsiteX46" fmla="*/ 1006184 w 1281444"/>
              <a:gd name="connsiteY46" fmla="*/ 563138 h 1618023"/>
              <a:gd name="connsiteX47" fmla="*/ 1088232 w 1281444"/>
              <a:gd name="connsiteY47" fmla="*/ 656650 h 1618023"/>
              <a:gd name="connsiteX48" fmla="*/ 61589 w 1281444"/>
              <a:gd name="connsiteY48" fmla="*/ 1452182 h 1618023"/>
              <a:gd name="connsiteX49" fmla="*/ 180892 w 1281444"/>
              <a:gd name="connsiteY49" fmla="*/ 1560136 h 1618023"/>
              <a:gd name="connsiteX0" fmla="*/ 20739 w 1281444"/>
              <a:gd name="connsiteY0" fmla="*/ 1440483 h 1598174"/>
              <a:gd name="connsiteX1" fmla="*/ 1006422 w 1281444"/>
              <a:gd name="connsiteY1" fmla="*/ 461726 h 1598174"/>
              <a:gd name="connsiteX2" fmla="*/ 940185 w 1281444"/>
              <a:gd name="connsiteY2" fmla="*/ 441235 h 1598174"/>
              <a:gd name="connsiteX3" fmla="*/ 855765 w 1281444"/>
              <a:gd name="connsiteY3" fmla="*/ 470358 h 1598174"/>
              <a:gd name="connsiteX4" fmla="*/ 722311 w 1281444"/>
              <a:gd name="connsiteY4" fmla="*/ 572750 h 1598174"/>
              <a:gd name="connsiteX5" fmla="*/ 555390 w 1281444"/>
              <a:gd name="connsiteY5" fmla="*/ 713539 h 1598174"/>
              <a:gd name="connsiteX6" fmla="*/ 467677 w 1281444"/>
              <a:gd name="connsiteY6" fmla="*/ 759642 h 1598174"/>
              <a:gd name="connsiteX7" fmla="*/ 447210 w 1281444"/>
              <a:gd name="connsiteY7" fmla="*/ 759916 h 1598174"/>
              <a:gd name="connsiteX8" fmla="*/ 455959 w 1281444"/>
              <a:gd name="connsiteY8" fmla="*/ 724815 h 1598174"/>
              <a:gd name="connsiteX9" fmla="*/ 719857 w 1281444"/>
              <a:gd name="connsiteY9" fmla="*/ 111831 h 1598174"/>
              <a:gd name="connsiteX10" fmla="*/ 801205 w 1281444"/>
              <a:gd name="connsiteY10" fmla="*/ 68498 h 1598174"/>
              <a:gd name="connsiteX11" fmla="*/ 898903 w 1281444"/>
              <a:gd name="connsiteY11" fmla="*/ 19320 h 1598174"/>
              <a:gd name="connsiteX12" fmla="*/ 1059257 w 1281444"/>
              <a:gd name="connsiteY12" fmla="*/ 420958 h 1598174"/>
              <a:gd name="connsiteX13" fmla="*/ 1138096 w 1281444"/>
              <a:gd name="connsiteY13" fmla="*/ 394488 h 1598174"/>
              <a:gd name="connsiteX14" fmla="*/ 1205485 w 1281444"/>
              <a:gd name="connsiteY14" fmla="*/ 398426 h 1598174"/>
              <a:gd name="connsiteX15" fmla="*/ 1258472 w 1281444"/>
              <a:gd name="connsiteY15" fmla="*/ 440269 h 1598174"/>
              <a:gd name="connsiteX16" fmla="*/ 1259311 w 1281444"/>
              <a:gd name="connsiteY16" fmla="*/ 577689 h 1598174"/>
              <a:gd name="connsiteX17" fmla="*/ 1149087 w 1281444"/>
              <a:gd name="connsiteY17" fmla="*/ 694545 h 1598174"/>
              <a:gd name="connsiteX18" fmla="*/ 1119065 w 1281444"/>
              <a:gd name="connsiteY18" fmla="*/ 776447 h 1598174"/>
              <a:gd name="connsiteX19" fmla="*/ 831495 w 1281444"/>
              <a:gd name="connsiteY19" fmla="*/ 1049343 h 1598174"/>
              <a:gd name="connsiteX20" fmla="*/ 415206 w 1281444"/>
              <a:gd name="connsiteY20" fmla="*/ 1407850 h 1598174"/>
              <a:gd name="connsiteX21" fmla="*/ 266093 w 1281444"/>
              <a:gd name="connsiteY21" fmla="*/ 1540752 h 1598174"/>
              <a:gd name="connsiteX22" fmla="*/ 176738 w 1281444"/>
              <a:gd name="connsiteY22" fmla="*/ 1598174 h 1598174"/>
              <a:gd name="connsiteX23" fmla="*/ 0 w 1281444"/>
              <a:gd name="connsiteY23" fmla="*/ 1376160 h 1598174"/>
              <a:gd name="connsiteX24" fmla="*/ 18495 w 1281444"/>
              <a:gd name="connsiteY24" fmla="*/ 1351453 h 1598174"/>
              <a:gd name="connsiteX25" fmla="*/ 399040 w 1281444"/>
              <a:gd name="connsiteY25" fmla="*/ 981430 h 1598174"/>
              <a:gd name="connsiteX26" fmla="*/ 808016 w 1281444"/>
              <a:gd name="connsiteY26" fmla="*/ 591410 h 1598174"/>
              <a:gd name="connsiteX27" fmla="*/ 887588 w 1281444"/>
              <a:gd name="connsiteY27" fmla="*/ 521221 h 1598174"/>
              <a:gd name="connsiteX28" fmla="*/ 965788 w 1281444"/>
              <a:gd name="connsiteY28" fmla="*/ 500208 h 1598174"/>
              <a:gd name="connsiteX29" fmla="*/ 20739 w 1281444"/>
              <a:gd name="connsiteY29" fmla="*/ 1440483 h 1598174"/>
              <a:gd name="connsiteX30" fmla="*/ 463711 w 1281444"/>
              <a:gd name="connsiteY30" fmla="*/ 1274030 h 1598174"/>
              <a:gd name="connsiteX31" fmla="*/ 1055561 w 1281444"/>
              <a:gd name="connsiteY31" fmla="*/ 729206 h 1598174"/>
              <a:gd name="connsiteX32" fmla="*/ 935242 w 1281444"/>
              <a:gd name="connsiteY32" fmla="*/ 567975 h 1598174"/>
              <a:gd name="connsiteX33" fmla="*/ 334132 w 1281444"/>
              <a:gd name="connsiteY33" fmla="*/ 1136349 h 1598174"/>
              <a:gd name="connsiteX34" fmla="*/ 463711 w 1281444"/>
              <a:gd name="connsiteY34" fmla="*/ 1274030 h 1598174"/>
              <a:gd name="connsiteX35" fmla="*/ 286351 w 1281444"/>
              <a:gd name="connsiteY35" fmla="*/ 1183680 h 1598174"/>
              <a:gd name="connsiteX36" fmla="*/ 74903 w 1281444"/>
              <a:gd name="connsiteY36" fmla="*/ 1381104 h 1598174"/>
              <a:gd name="connsiteX37" fmla="*/ 183590 w 1281444"/>
              <a:gd name="connsiteY37" fmla="*/ 1522884 h 1598174"/>
              <a:gd name="connsiteX38" fmla="*/ 396851 w 1281444"/>
              <a:gd name="connsiteY38" fmla="*/ 1328326 h 1598174"/>
              <a:gd name="connsiteX39" fmla="*/ 286351 w 1281444"/>
              <a:gd name="connsiteY39" fmla="*/ 1183680 h 1598174"/>
              <a:gd name="connsiteX40" fmla="*/ 1088232 w 1281444"/>
              <a:gd name="connsiteY40" fmla="*/ 636801 h 1598174"/>
              <a:gd name="connsiteX41" fmla="*/ 1149268 w 1281444"/>
              <a:gd name="connsiteY41" fmla="*/ 590115 h 1598174"/>
              <a:gd name="connsiteX42" fmla="*/ 1200446 w 1281444"/>
              <a:gd name="connsiteY42" fmla="*/ 536147 h 1598174"/>
              <a:gd name="connsiteX43" fmla="*/ 1202685 w 1281444"/>
              <a:gd name="connsiteY43" fmla="*/ 477722 h 1598174"/>
              <a:gd name="connsiteX44" fmla="*/ 1151135 w 1281444"/>
              <a:gd name="connsiteY44" fmla="*/ 458180 h 1598174"/>
              <a:gd name="connsiteX45" fmla="*/ 1132943 w 1281444"/>
              <a:gd name="connsiteY45" fmla="*/ 462061 h 1598174"/>
              <a:gd name="connsiteX46" fmla="*/ 1006184 w 1281444"/>
              <a:gd name="connsiteY46" fmla="*/ 543289 h 1598174"/>
              <a:gd name="connsiteX47" fmla="*/ 1088232 w 1281444"/>
              <a:gd name="connsiteY47" fmla="*/ 636801 h 1598174"/>
              <a:gd name="connsiteX48" fmla="*/ 61589 w 1281444"/>
              <a:gd name="connsiteY48" fmla="*/ 1432333 h 1598174"/>
              <a:gd name="connsiteX49" fmla="*/ 180892 w 1281444"/>
              <a:gd name="connsiteY49" fmla="*/ 1540287 h 1598174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447210 w 1281444"/>
              <a:gd name="connsiteY7" fmla="*/ 791092 h 1629350"/>
              <a:gd name="connsiteX8" fmla="*/ 455959 w 1281444"/>
              <a:gd name="connsiteY8" fmla="*/ 755991 h 1629350"/>
              <a:gd name="connsiteX9" fmla="*/ 719857 w 1281444"/>
              <a:gd name="connsiteY9" fmla="*/ 143007 h 1629350"/>
              <a:gd name="connsiteX10" fmla="*/ 811979 w 1281444"/>
              <a:gd name="connsiteY10" fmla="*/ 15905 h 1629350"/>
              <a:gd name="connsiteX11" fmla="*/ 898903 w 1281444"/>
              <a:gd name="connsiteY11" fmla="*/ 50496 h 1629350"/>
              <a:gd name="connsiteX12" fmla="*/ 1059257 w 1281444"/>
              <a:gd name="connsiteY12" fmla="*/ 452134 h 1629350"/>
              <a:gd name="connsiteX13" fmla="*/ 1138096 w 1281444"/>
              <a:gd name="connsiteY13" fmla="*/ 425664 h 1629350"/>
              <a:gd name="connsiteX14" fmla="*/ 1205485 w 1281444"/>
              <a:gd name="connsiteY14" fmla="*/ 429602 h 1629350"/>
              <a:gd name="connsiteX15" fmla="*/ 1258472 w 1281444"/>
              <a:gd name="connsiteY15" fmla="*/ 471445 h 1629350"/>
              <a:gd name="connsiteX16" fmla="*/ 1259311 w 1281444"/>
              <a:gd name="connsiteY16" fmla="*/ 608865 h 1629350"/>
              <a:gd name="connsiteX17" fmla="*/ 1149087 w 1281444"/>
              <a:gd name="connsiteY17" fmla="*/ 725721 h 1629350"/>
              <a:gd name="connsiteX18" fmla="*/ 1119065 w 1281444"/>
              <a:gd name="connsiteY18" fmla="*/ 807623 h 1629350"/>
              <a:gd name="connsiteX19" fmla="*/ 831495 w 1281444"/>
              <a:gd name="connsiteY19" fmla="*/ 1080519 h 1629350"/>
              <a:gd name="connsiteX20" fmla="*/ 415206 w 1281444"/>
              <a:gd name="connsiteY20" fmla="*/ 1439026 h 1629350"/>
              <a:gd name="connsiteX21" fmla="*/ 266093 w 1281444"/>
              <a:gd name="connsiteY21" fmla="*/ 1571928 h 1629350"/>
              <a:gd name="connsiteX22" fmla="*/ 176738 w 1281444"/>
              <a:gd name="connsiteY22" fmla="*/ 1629350 h 1629350"/>
              <a:gd name="connsiteX23" fmla="*/ 0 w 1281444"/>
              <a:gd name="connsiteY23" fmla="*/ 1407336 h 1629350"/>
              <a:gd name="connsiteX24" fmla="*/ 18495 w 1281444"/>
              <a:gd name="connsiteY24" fmla="*/ 1382629 h 1629350"/>
              <a:gd name="connsiteX25" fmla="*/ 399040 w 1281444"/>
              <a:gd name="connsiteY25" fmla="*/ 1012606 h 1629350"/>
              <a:gd name="connsiteX26" fmla="*/ 808016 w 1281444"/>
              <a:gd name="connsiteY26" fmla="*/ 622586 h 1629350"/>
              <a:gd name="connsiteX27" fmla="*/ 887588 w 1281444"/>
              <a:gd name="connsiteY27" fmla="*/ 552397 h 1629350"/>
              <a:gd name="connsiteX28" fmla="*/ 965788 w 1281444"/>
              <a:gd name="connsiteY28" fmla="*/ 531384 h 1629350"/>
              <a:gd name="connsiteX29" fmla="*/ 20739 w 1281444"/>
              <a:gd name="connsiteY29" fmla="*/ 1471659 h 1629350"/>
              <a:gd name="connsiteX30" fmla="*/ 463711 w 1281444"/>
              <a:gd name="connsiteY30" fmla="*/ 1305206 h 1629350"/>
              <a:gd name="connsiteX31" fmla="*/ 1055561 w 1281444"/>
              <a:gd name="connsiteY31" fmla="*/ 760382 h 1629350"/>
              <a:gd name="connsiteX32" fmla="*/ 935242 w 1281444"/>
              <a:gd name="connsiteY32" fmla="*/ 599151 h 1629350"/>
              <a:gd name="connsiteX33" fmla="*/ 334132 w 1281444"/>
              <a:gd name="connsiteY33" fmla="*/ 1167525 h 1629350"/>
              <a:gd name="connsiteX34" fmla="*/ 463711 w 1281444"/>
              <a:gd name="connsiteY34" fmla="*/ 1305206 h 1629350"/>
              <a:gd name="connsiteX35" fmla="*/ 286351 w 1281444"/>
              <a:gd name="connsiteY35" fmla="*/ 1214856 h 1629350"/>
              <a:gd name="connsiteX36" fmla="*/ 74903 w 1281444"/>
              <a:gd name="connsiteY36" fmla="*/ 1412280 h 1629350"/>
              <a:gd name="connsiteX37" fmla="*/ 183590 w 1281444"/>
              <a:gd name="connsiteY37" fmla="*/ 1554060 h 1629350"/>
              <a:gd name="connsiteX38" fmla="*/ 396851 w 1281444"/>
              <a:gd name="connsiteY38" fmla="*/ 1359502 h 1629350"/>
              <a:gd name="connsiteX39" fmla="*/ 286351 w 1281444"/>
              <a:gd name="connsiteY39" fmla="*/ 1214856 h 1629350"/>
              <a:gd name="connsiteX40" fmla="*/ 1088232 w 1281444"/>
              <a:gd name="connsiteY40" fmla="*/ 667977 h 1629350"/>
              <a:gd name="connsiteX41" fmla="*/ 1149268 w 1281444"/>
              <a:gd name="connsiteY41" fmla="*/ 621291 h 1629350"/>
              <a:gd name="connsiteX42" fmla="*/ 1200446 w 1281444"/>
              <a:gd name="connsiteY42" fmla="*/ 567323 h 1629350"/>
              <a:gd name="connsiteX43" fmla="*/ 1202685 w 1281444"/>
              <a:gd name="connsiteY43" fmla="*/ 508898 h 1629350"/>
              <a:gd name="connsiteX44" fmla="*/ 1151135 w 1281444"/>
              <a:gd name="connsiteY44" fmla="*/ 489356 h 1629350"/>
              <a:gd name="connsiteX45" fmla="*/ 1132943 w 1281444"/>
              <a:gd name="connsiteY45" fmla="*/ 493237 h 1629350"/>
              <a:gd name="connsiteX46" fmla="*/ 1006184 w 1281444"/>
              <a:gd name="connsiteY46" fmla="*/ 574465 h 1629350"/>
              <a:gd name="connsiteX47" fmla="*/ 1088232 w 1281444"/>
              <a:gd name="connsiteY47" fmla="*/ 667977 h 1629350"/>
              <a:gd name="connsiteX48" fmla="*/ 61589 w 1281444"/>
              <a:gd name="connsiteY48" fmla="*/ 1463509 h 1629350"/>
              <a:gd name="connsiteX49" fmla="*/ 180892 w 1281444"/>
              <a:gd name="connsiteY49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447210 w 1281444"/>
              <a:gd name="connsiteY7" fmla="*/ 791092 h 1629350"/>
              <a:gd name="connsiteX8" fmla="*/ 772072 w 1281444"/>
              <a:gd name="connsiteY8" fmla="*/ 282336 h 1629350"/>
              <a:gd name="connsiteX9" fmla="*/ 719857 w 1281444"/>
              <a:gd name="connsiteY9" fmla="*/ 143007 h 1629350"/>
              <a:gd name="connsiteX10" fmla="*/ 811979 w 1281444"/>
              <a:gd name="connsiteY10" fmla="*/ 15905 h 1629350"/>
              <a:gd name="connsiteX11" fmla="*/ 898903 w 1281444"/>
              <a:gd name="connsiteY11" fmla="*/ 50496 h 1629350"/>
              <a:gd name="connsiteX12" fmla="*/ 1059257 w 1281444"/>
              <a:gd name="connsiteY12" fmla="*/ 452134 h 1629350"/>
              <a:gd name="connsiteX13" fmla="*/ 1138096 w 1281444"/>
              <a:gd name="connsiteY13" fmla="*/ 425664 h 1629350"/>
              <a:gd name="connsiteX14" fmla="*/ 1205485 w 1281444"/>
              <a:gd name="connsiteY14" fmla="*/ 429602 h 1629350"/>
              <a:gd name="connsiteX15" fmla="*/ 1258472 w 1281444"/>
              <a:gd name="connsiteY15" fmla="*/ 471445 h 1629350"/>
              <a:gd name="connsiteX16" fmla="*/ 1259311 w 1281444"/>
              <a:gd name="connsiteY16" fmla="*/ 608865 h 1629350"/>
              <a:gd name="connsiteX17" fmla="*/ 1149087 w 1281444"/>
              <a:gd name="connsiteY17" fmla="*/ 725721 h 1629350"/>
              <a:gd name="connsiteX18" fmla="*/ 1119065 w 1281444"/>
              <a:gd name="connsiteY18" fmla="*/ 807623 h 1629350"/>
              <a:gd name="connsiteX19" fmla="*/ 831495 w 1281444"/>
              <a:gd name="connsiteY19" fmla="*/ 1080519 h 1629350"/>
              <a:gd name="connsiteX20" fmla="*/ 415206 w 1281444"/>
              <a:gd name="connsiteY20" fmla="*/ 1439026 h 1629350"/>
              <a:gd name="connsiteX21" fmla="*/ 266093 w 1281444"/>
              <a:gd name="connsiteY21" fmla="*/ 1571928 h 1629350"/>
              <a:gd name="connsiteX22" fmla="*/ 176738 w 1281444"/>
              <a:gd name="connsiteY22" fmla="*/ 1629350 h 1629350"/>
              <a:gd name="connsiteX23" fmla="*/ 0 w 1281444"/>
              <a:gd name="connsiteY23" fmla="*/ 1407336 h 1629350"/>
              <a:gd name="connsiteX24" fmla="*/ 18495 w 1281444"/>
              <a:gd name="connsiteY24" fmla="*/ 1382629 h 1629350"/>
              <a:gd name="connsiteX25" fmla="*/ 399040 w 1281444"/>
              <a:gd name="connsiteY25" fmla="*/ 1012606 h 1629350"/>
              <a:gd name="connsiteX26" fmla="*/ 808016 w 1281444"/>
              <a:gd name="connsiteY26" fmla="*/ 622586 h 1629350"/>
              <a:gd name="connsiteX27" fmla="*/ 887588 w 1281444"/>
              <a:gd name="connsiteY27" fmla="*/ 552397 h 1629350"/>
              <a:gd name="connsiteX28" fmla="*/ 965788 w 1281444"/>
              <a:gd name="connsiteY28" fmla="*/ 531384 h 1629350"/>
              <a:gd name="connsiteX29" fmla="*/ 20739 w 1281444"/>
              <a:gd name="connsiteY29" fmla="*/ 1471659 h 1629350"/>
              <a:gd name="connsiteX30" fmla="*/ 463711 w 1281444"/>
              <a:gd name="connsiteY30" fmla="*/ 1305206 h 1629350"/>
              <a:gd name="connsiteX31" fmla="*/ 1055561 w 1281444"/>
              <a:gd name="connsiteY31" fmla="*/ 760382 h 1629350"/>
              <a:gd name="connsiteX32" fmla="*/ 935242 w 1281444"/>
              <a:gd name="connsiteY32" fmla="*/ 599151 h 1629350"/>
              <a:gd name="connsiteX33" fmla="*/ 334132 w 1281444"/>
              <a:gd name="connsiteY33" fmla="*/ 1167525 h 1629350"/>
              <a:gd name="connsiteX34" fmla="*/ 463711 w 1281444"/>
              <a:gd name="connsiteY34" fmla="*/ 1305206 h 1629350"/>
              <a:gd name="connsiteX35" fmla="*/ 286351 w 1281444"/>
              <a:gd name="connsiteY35" fmla="*/ 1214856 h 1629350"/>
              <a:gd name="connsiteX36" fmla="*/ 74903 w 1281444"/>
              <a:gd name="connsiteY36" fmla="*/ 1412280 h 1629350"/>
              <a:gd name="connsiteX37" fmla="*/ 183590 w 1281444"/>
              <a:gd name="connsiteY37" fmla="*/ 1554060 h 1629350"/>
              <a:gd name="connsiteX38" fmla="*/ 396851 w 1281444"/>
              <a:gd name="connsiteY38" fmla="*/ 1359502 h 1629350"/>
              <a:gd name="connsiteX39" fmla="*/ 286351 w 1281444"/>
              <a:gd name="connsiteY39" fmla="*/ 1214856 h 1629350"/>
              <a:gd name="connsiteX40" fmla="*/ 1088232 w 1281444"/>
              <a:gd name="connsiteY40" fmla="*/ 667977 h 1629350"/>
              <a:gd name="connsiteX41" fmla="*/ 1149268 w 1281444"/>
              <a:gd name="connsiteY41" fmla="*/ 621291 h 1629350"/>
              <a:gd name="connsiteX42" fmla="*/ 1200446 w 1281444"/>
              <a:gd name="connsiteY42" fmla="*/ 567323 h 1629350"/>
              <a:gd name="connsiteX43" fmla="*/ 1202685 w 1281444"/>
              <a:gd name="connsiteY43" fmla="*/ 508898 h 1629350"/>
              <a:gd name="connsiteX44" fmla="*/ 1151135 w 1281444"/>
              <a:gd name="connsiteY44" fmla="*/ 489356 h 1629350"/>
              <a:gd name="connsiteX45" fmla="*/ 1132943 w 1281444"/>
              <a:gd name="connsiteY45" fmla="*/ 493237 h 1629350"/>
              <a:gd name="connsiteX46" fmla="*/ 1006184 w 1281444"/>
              <a:gd name="connsiteY46" fmla="*/ 574465 h 1629350"/>
              <a:gd name="connsiteX47" fmla="*/ 1088232 w 1281444"/>
              <a:gd name="connsiteY47" fmla="*/ 667977 h 1629350"/>
              <a:gd name="connsiteX48" fmla="*/ 61589 w 1281444"/>
              <a:gd name="connsiteY48" fmla="*/ 1463509 h 1629350"/>
              <a:gd name="connsiteX49" fmla="*/ 180892 w 1281444"/>
              <a:gd name="connsiteY49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772072 w 1281444"/>
              <a:gd name="connsiteY7" fmla="*/ 282336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814534 w 1281444"/>
              <a:gd name="connsiteY6" fmla="*/ 535844 h 1629350"/>
              <a:gd name="connsiteX7" fmla="*/ 772072 w 1281444"/>
              <a:gd name="connsiteY7" fmla="*/ 282336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814534 w 1281444"/>
              <a:gd name="connsiteY6" fmla="*/ 535844 h 1629350"/>
              <a:gd name="connsiteX7" fmla="*/ 772558 w 1281444"/>
              <a:gd name="connsiteY7" fmla="*/ 272244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64976 h 1622667"/>
              <a:gd name="connsiteX1" fmla="*/ 1006422 w 1281444"/>
              <a:gd name="connsiteY1" fmla="*/ 486219 h 1622667"/>
              <a:gd name="connsiteX2" fmla="*/ 940185 w 1281444"/>
              <a:gd name="connsiteY2" fmla="*/ 465728 h 1622667"/>
              <a:gd name="connsiteX3" fmla="*/ 907497 w 1281444"/>
              <a:gd name="connsiteY3" fmla="*/ 505769 h 1622667"/>
              <a:gd name="connsiteX4" fmla="*/ 825794 w 1281444"/>
              <a:gd name="connsiteY4" fmla="*/ 583679 h 1622667"/>
              <a:gd name="connsiteX5" fmla="*/ 555390 w 1281444"/>
              <a:gd name="connsiteY5" fmla="*/ 738032 h 1622667"/>
              <a:gd name="connsiteX6" fmla="*/ 814534 w 1281444"/>
              <a:gd name="connsiteY6" fmla="*/ 529161 h 1622667"/>
              <a:gd name="connsiteX7" fmla="*/ 772558 w 1281444"/>
              <a:gd name="connsiteY7" fmla="*/ 265561 h 1622667"/>
              <a:gd name="connsiteX8" fmla="*/ 637256 w 1281444"/>
              <a:gd name="connsiteY8" fmla="*/ 31204 h 1622667"/>
              <a:gd name="connsiteX9" fmla="*/ 811979 w 1281444"/>
              <a:gd name="connsiteY9" fmla="*/ 9222 h 1622667"/>
              <a:gd name="connsiteX10" fmla="*/ 898903 w 1281444"/>
              <a:gd name="connsiteY10" fmla="*/ 43813 h 1622667"/>
              <a:gd name="connsiteX11" fmla="*/ 1059257 w 1281444"/>
              <a:gd name="connsiteY11" fmla="*/ 445451 h 1622667"/>
              <a:gd name="connsiteX12" fmla="*/ 1138096 w 1281444"/>
              <a:gd name="connsiteY12" fmla="*/ 418981 h 1622667"/>
              <a:gd name="connsiteX13" fmla="*/ 1205485 w 1281444"/>
              <a:gd name="connsiteY13" fmla="*/ 422919 h 1622667"/>
              <a:gd name="connsiteX14" fmla="*/ 1258472 w 1281444"/>
              <a:gd name="connsiteY14" fmla="*/ 464762 h 1622667"/>
              <a:gd name="connsiteX15" fmla="*/ 1259311 w 1281444"/>
              <a:gd name="connsiteY15" fmla="*/ 602182 h 1622667"/>
              <a:gd name="connsiteX16" fmla="*/ 1149087 w 1281444"/>
              <a:gd name="connsiteY16" fmla="*/ 719038 h 1622667"/>
              <a:gd name="connsiteX17" fmla="*/ 1119065 w 1281444"/>
              <a:gd name="connsiteY17" fmla="*/ 800940 h 1622667"/>
              <a:gd name="connsiteX18" fmla="*/ 831495 w 1281444"/>
              <a:gd name="connsiteY18" fmla="*/ 1073836 h 1622667"/>
              <a:gd name="connsiteX19" fmla="*/ 415206 w 1281444"/>
              <a:gd name="connsiteY19" fmla="*/ 1432343 h 1622667"/>
              <a:gd name="connsiteX20" fmla="*/ 266093 w 1281444"/>
              <a:gd name="connsiteY20" fmla="*/ 1565245 h 1622667"/>
              <a:gd name="connsiteX21" fmla="*/ 176738 w 1281444"/>
              <a:gd name="connsiteY21" fmla="*/ 1622667 h 1622667"/>
              <a:gd name="connsiteX22" fmla="*/ 0 w 1281444"/>
              <a:gd name="connsiteY22" fmla="*/ 1400653 h 1622667"/>
              <a:gd name="connsiteX23" fmla="*/ 18495 w 1281444"/>
              <a:gd name="connsiteY23" fmla="*/ 1375946 h 1622667"/>
              <a:gd name="connsiteX24" fmla="*/ 399040 w 1281444"/>
              <a:gd name="connsiteY24" fmla="*/ 1005923 h 1622667"/>
              <a:gd name="connsiteX25" fmla="*/ 808016 w 1281444"/>
              <a:gd name="connsiteY25" fmla="*/ 615903 h 1622667"/>
              <a:gd name="connsiteX26" fmla="*/ 887588 w 1281444"/>
              <a:gd name="connsiteY26" fmla="*/ 545714 h 1622667"/>
              <a:gd name="connsiteX27" fmla="*/ 965788 w 1281444"/>
              <a:gd name="connsiteY27" fmla="*/ 524701 h 1622667"/>
              <a:gd name="connsiteX28" fmla="*/ 20739 w 1281444"/>
              <a:gd name="connsiteY28" fmla="*/ 1464976 h 1622667"/>
              <a:gd name="connsiteX29" fmla="*/ 463711 w 1281444"/>
              <a:gd name="connsiteY29" fmla="*/ 1298523 h 1622667"/>
              <a:gd name="connsiteX30" fmla="*/ 1055561 w 1281444"/>
              <a:gd name="connsiteY30" fmla="*/ 753699 h 1622667"/>
              <a:gd name="connsiteX31" fmla="*/ 935242 w 1281444"/>
              <a:gd name="connsiteY31" fmla="*/ 592468 h 1622667"/>
              <a:gd name="connsiteX32" fmla="*/ 334132 w 1281444"/>
              <a:gd name="connsiteY32" fmla="*/ 1160842 h 1622667"/>
              <a:gd name="connsiteX33" fmla="*/ 463711 w 1281444"/>
              <a:gd name="connsiteY33" fmla="*/ 1298523 h 1622667"/>
              <a:gd name="connsiteX34" fmla="*/ 286351 w 1281444"/>
              <a:gd name="connsiteY34" fmla="*/ 1208173 h 1622667"/>
              <a:gd name="connsiteX35" fmla="*/ 74903 w 1281444"/>
              <a:gd name="connsiteY35" fmla="*/ 1405597 h 1622667"/>
              <a:gd name="connsiteX36" fmla="*/ 183590 w 1281444"/>
              <a:gd name="connsiteY36" fmla="*/ 1547377 h 1622667"/>
              <a:gd name="connsiteX37" fmla="*/ 396851 w 1281444"/>
              <a:gd name="connsiteY37" fmla="*/ 1352819 h 1622667"/>
              <a:gd name="connsiteX38" fmla="*/ 286351 w 1281444"/>
              <a:gd name="connsiteY38" fmla="*/ 1208173 h 1622667"/>
              <a:gd name="connsiteX39" fmla="*/ 1088232 w 1281444"/>
              <a:gd name="connsiteY39" fmla="*/ 661294 h 1622667"/>
              <a:gd name="connsiteX40" fmla="*/ 1149268 w 1281444"/>
              <a:gd name="connsiteY40" fmla="*/ 614608 h 1622667"/>
              <a:gd name="connsiteX41" fmla="*/ 1200446 w 1281444"/>
              <a:gd name="connsiteY41" fmla="*/ 560640 h 1622667"/>
              <a:gd name="connsiteX42" fmla="*/ 1202685 w 1281444"/>
              <a:gd name="connsiteY42" fmla="*/ 502215 h 1622667"/>
              <a:gd name="connsiteX43" fmla="*/ 1151135 w 1281444"/>
              <a:gd name="connsiteY43" fmla="*/ 482673 h 1622667"/>
              <a:gd name="connsiteX44" fmla="*/ 1132943 w 1281444"/>
              <a:gd name="connsiteY44" fmla="*/ 486554 h 1622667"/>
              <a:gd name="connsiteX45" fmla="*/ 1006184 w 1281444"/>
              <a:gd name="connsiteY45" fmla="*/ 567782 h 1622667"/>
              <a:gd name="connsiteX46" fmla="*/ 1088232 w 1281444"/>
              <a:gd name="connsiteY46" fmla="*/ 661294 h 1622667"/>
              <a:gd name="connsiteX47" fmla="*/ 61589 w 1281444"/>
              <a:gd name="connsiteY47" fmla="*/ 1456826 h 1622667"/>
              <a:gd name="connsiteX48" fmla="*/ 180892 w 1281444"/>
              <a:gd name="connsiteY48" fmla="*/ 1564780 h 1622667"/>
              <a:gd name="connsiteX0" fmla="*/ 20739 w 1281444"/>
              <a:gd name="connsiteY0" fmla="*/ 1627346 h 1785037"/>
              <a:gd name="connsiteX1" fmla="*/ 1006422 w 1281444"/>
              <a:gd name="connsiteY1" fmla="*/ 648589 h 1785037"/>
              <a:gd name="connsiteX2" fmla="*/ 940185 w 1281444"/>
              <a:gd name="connsiteY2" fmla="*/ 628098 h 1785037"/>
              <a:gd name="connsiteX3" fmla="*/ 907497 w 1281444"/>
              <a:gd name="connsiteY3" fmla="*/ 668139 h 1785037"/>
              <a:gd name="connsiteX4" fmla="*/ 825794 w 1281444"/>
              <a:gd name="connsiteY4" fmla="*/ 746049 h 1785037"/>
              <a:gd name="connsiteX5" fmla="*/ 555390 w 1281444"/>
              <a:gd name="connsiteY5" fmla="*/ 900402 h 1785037"/>
              <a:gd name="connsiteX6" fmla="*/ 814534 w 1281444"/>
              <a:gd name="connsiteY6" fmla="*/ 691531 h 1785037"/>
              <a:gd name="connsiteX7" fmla="*/ 772558 w 1281444"/>
              <a:gd name="connsiteY7" fmla="*/ 427931 h 1785037"/>
              <a:gd name="connsiteX8" fmla="*/ 637256 w 1281444"/>
              <a:gd name="connsiteY8" fmla="*/ 193574 h 1785037"/>
              <a:gd name="connsiteX9" fmla="*/ 784835 w 1281444"/>
              <a:gd name="connsiteY9" fmla="*/ 26 h 1785037"/>
              <a:gd name="connsiteX10" fmla="*/ 898903 w 1281444"/>
              <a:gd name="connsiteY10" fmla="*/ 206183 h 1785037"/>
              <a:gd name="connsiteX11" fmla="*/ 1059257 w 1281444"/>
              <a:gd name="connsiteY11" fmla="*/ 607821 h 1785037"/>
              <a:gd name="connsiteX12" fmla="*/ 1138096 w 1281444"/>
              <a:gd name="connsiteY12" fmla="*/ 581351 h 1785037"/>
              <a:gd name="connsiteX13" fmla="*/ 1205485 w 1281444"/>
              <a:gd name="connsiteY13" fmla="*/ 585289 h 1785037"/>
              <a:gd name="connsiteX14" fmla="*/ 1258472 w 1281444"/>
              <a:gd name="connsiteY14" fmla="*/ 627132 h 1785037"/>
              <a:gd name="connsiteX15" fmla="*/ 1259311 w 1281444"/>
              <a:gd name="connsiteY15" fmla="*/ 764552 h 1785037"/>
              <a:gd name="connsiteX16" fmla="*/ 1149087 w 1281444"/>
              <a:gd name="connsiteY16" fmla="*/ 881408 h 1785037"/>
              <a:gd name="connsiteX17" fmla="*/ 1119065 w 1281444"/>
              <a:gd name="connsiteY17" fmla="*/ 963310 h 1785037"/>
              <a:gd name="connsiteX18" fmla="*/ 831495 w 1281444"/>
              <a:gd name="connsiteY18" fmla="*/ 1236206 h 1785037"/>
              <a:gd name="connsiteX19" fmla="*/ 415206 w 1281444"/>
              <a:gd name="connsiteY19" fmla="*/ 1594713 h 1785037"/>
              <a:gd name="connsiteX20" fmla="*/ 266093 w 1281444"/>
              <a:gd name="connsiteY20" fmla="*/ 1727615 h 1785037"/>
              <a:gd name="connsiteX21" fmla="*/ 176738 w 1281444"/>
              <a:gd name="connsiteY21" fmla="*/ 1785037 h 1785037"/>
              <a:gd name="connsiteX22" fmla="*/ 0 w 1281444"/>
              <a:gd name="connsiteY22" fmla="*/ 1563023 h 1785037"/>
              <a:gd name="connsiteX23" fmla="*/ 18495 w 1281444"/>
              <a:gd name="connsiteY23" fmla="*/ 1538316 h 1785037"/>
              <a:gd name="connsiteX24" fmla="*/ 399040 w 1281444"/>
              <a:gd name="connsiteY24" fmla="*/ 1168293 h 1785037"/>
              <a:gd name="connsiteX25" fmla="*/ 808016 w 1281444"/>
              <a:gd name="connsiteY25" fmla="*/ 778273 h 1785037"/>
              <a:gd name="connsiteX26" fmla="*/ 887588 w 1281444"/>
              <a:gd name="connsiteY26" fmla="*/ 708084 h 1785037"/>
              <a:gd name="connsiteX27" fmla="*/ 965788 w 1281444"/>
              <a:gd name="connsiteY27" fmla="*/ 687071 h 1785037"/>
              <a:gd name="connsiteX28" fmla="*/ 20739 w 1281444"/>
              <a:gd name="connsiteY28" fmla="*/ 1627346 h 1785037"/>
              <a:gd name="connsiteX29" fmla="*/ 463711 w 1281444"/>
              <a:gd name="connsiteY29" fmla="*/ 1460893 h 1785037"/>
              <a:gd name="connsiteX30" fmla="*/ 1055561 w 1281444"/>
              <a:gd name="connsiteY30" fmla="*/ 916069 h 1785037"/>
              <a:gd name="connsiteX31" fmla="*/ 935242 w 1281444"/>
              <a:gd name="connsiteY31" fmla="*/ 754838 h 1785037"/>
              <a:gd name="connsiteX32" fmla="*/ 334132 w 1281444"/>
              <a:gd name="connsiteY32" fmla="*/ 1323212 h 1785037"/>
              <a:gd name="connsiteX33" fmla="*/ 463711 w 1281444"/>
              <a:gd name="connsiteY33" fmla="*/ 1460893 h 1785037"/>
              <a:gd name="connsiteX34" fmla="*/ 286351 w 1281444"/>
              <a:gd name="connsiteY34" fmla="*/ 1370543 h 1785037"/>
              <a:gd name="connsiteX35" fmla="*/ 74903 w 1281444"/>
              <a:gd name="connsiteY35" fmla="*/ 1567967 h 1785037"/>
              <a:gd name="connsiteX36" fmla="*/ 183590 w 1281444"/>
              <a:gd name="connsiteY36" fmla="*/ 1709747 h 1785037"/>
              <a:gd name="connsiteX37" fmla="*/ 396851 w 1281444"/>
              <a:gd name="connsiteY37" fmla="*/ 1515189 h 1785037"/>
              <a:gd name="connsiteX38" fmla="*/ 286351 w 1281444"/>
              <a:gd name="connsiteY38" fmla="*/ 1370543 h 1785037"/>
              <a:gd name="connsiteX39" fmla="*/ 1088232 w 1281444"/>
              <a:gd name="connsiteY39" fmla="*/ 823664 h 1785037"/>
              <a:gd name="connsiteX40" fmla="*/ 1149268 w 1281444"/>
              <a:gd name="connsiteY40" fmla="*/ 776978 h 1785037"/>
              <a:gd name="connsiteX41" fmla="*/ 1200446 w 1281444"/>
              <a:gd name="connsiteY41" fmla="*/ 723010 h 1785037"/>
              <a:gd name="connsiteX42" fmla="*/ 1202685 w 1281444"/>
              <a:gd name="connsiteY42" fmla="*/ 664585 h 1785037"/>
              <a:gd name="connsiteX43" fmla="*/ 1151135 w 1281444"/>
              <a:gd name="connsiteY43" fmla="*/ 645043 h 1785037"/>
              <a:gd name="connsiteX44" fmla="*/ 1132943 w 1281444"/>
              <a:gd name="connsiteY44" fmla="*/ 648924 h 1785037"/>
              <a:gd name="connsiteX45" fmla="*/ 1006184 w 1281444"/>
              <a:gd name="connsiteY45" fmla="*/ 730152 h 1785037"/>
              <a:gd name="connsiteX46" fmla="*/ 1088232 w 1281444"/>
              <a:gd name="connsiteY46" fmla="*/ 823664 h 1785037"/>
              <a:gd name="connsiteX47" fmla="*/ 61589 w 1281444"/>
              <a:gd name="connsiteY47" fmla="*/ 1619196 h 1785037"/>
              <a:gd name="connsiteX48" fmla="*/ 180892 w 1281444"/>
              <a:gd name="connsiteY48" fmla="*/ 1727150 h 178503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40185 w 1281444"/>
              <a:gd name="connsiteY2" fmla="*/ 628528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65788 w 1281444"/>
              <a:gd name="connsiteY27" fmla="*/ 687501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65788 w 1281444"/>
              <a:gd name="connsiteY27" fmla="*/ 687501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14523 w 1281444"/>
              <a:gd name="connsiteY27" fmla="*/ 701892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482 w 1281444"/>
              <a:gd name="connsiteY0" fmla="*/ 1487650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86482 w 1281444"/>
              <a:gd name="connsiteY28" fmla="*/ 1487650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16841 w 1281444"/>
              <a:gd name="connsiteY5" fmla="*/ 791090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59204 w 1281444"/>
              <a:gd name="connsiteY4" fmla="*/ 658988 h 1785467"/>
              <a:gd name="connsiteX5" fmla="*/ 516841 w 1281444"/>
              <a:gd name="connsiteY5" fmla="*/ 791090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59204 w 1281444"/>
              <a:gd name="connsiteY4" fmla="*/ 65898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54376 w 1281444"/>
              <a:gd name="connsiteY5" fmla="*/ 910654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654376 w 1281444"/>
              <a:gd name="connsiteY5" fmla="*/ 910654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654376 w 1281444"/>
              <a:gd name="connsiteY5" fmla="*/ 910654 h 1785467"/>
              <a:gd name="connsiteX6" fmla="*/ 639981 w 1281444"/>
              <a:gd name="connsiteY6" fmla="*/ 606018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54376 w 1281444"/>
              <a:gd name="connsiteY6" fmla="*/ 910654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54376 w 1281444"/>
              <a:gd name="connsiteY6" fmla="*/ 910654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682770 w 1281444"/>
              <a:gd name="connsiteY0" fmla="*/ 971848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682770 w 1281444"/>
              <a:gd name="connsiteY29" fmla="*/ 971848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09372 w 1281444"/>
              <a:gd name="connsiteY0" fmla="*/ 657570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7474 w 1281444"/>
              <a:gd name="connsiteY6" fmla="*/ 854660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58887 w 1281444"/>
              <a:gd name="connsiteY6" fmla="*/ 91373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43188 w 1281444"/>
              <a:gd name="connsiteY2" fmla="*/ 706216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27328 w 1281444"/>
              <a:gd name="connsiteY28" fmla="*/ 769672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78278 w 1281444"/>
              <a:gd name="connsiteY5" fmla="*/ 896122 h 1785467"/>
              <a:gd name="connsiteX6" fmla="*/ 634661 w 1281444"/>
              <a:gd name="connsiteY6" fmla="*/ 934991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34661 w 1281444"/>
              <a:gd name="connsiteY6" fmla="*/ 934991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1519 w 1281444"/>
              <a:gd name="connsiteY47" fmla="*/ 143429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253299 w 1281444"/>
              <a:gd name="connsiteY46" fmla="*/ 1349017 h 1785467"/>
              <a:gd name="connsiteX47" fmla="*/ 181519 w 1281444"/>
              <a:gd name="connsiteY47" fmla="*/ 143429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66343 w 1281444"/>
              <a:gd name="connsiteY2" fmla="*/ 648044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05055 w 1281444"/>
              <a:gd name="connsiteY3" fmla="*/ 581964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05055 w 1281444"/>
              <a:gd name="connsiteY3" fmla="*/ 581964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53151 w 1281444"/>
              <a:gd name="connsiteY8" fmla="*/ 481370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439 h 1785314"/>
              <a:gd name="connsiteX1" fmla="*/ 880232 w 1281444"/>
              <a:gd name="connsiteY1" fmla="*/ 718205 h 1785314"/>
              <a:gd name="connsiteX2" fmla="*/ 835098 w 1281444"/>
              <a:gd name="connsiteY2" fmla="*/ 666616 h 1785314"/>
              <a:gd name="connsiteX3" fmla="*/ 805055 w 1281444"/>
              <a:gd name="connsiteY3" fmla="*/ 581811 h 1785314"/>
              <a:gd name="connsiteX4" fmla="*/ 690237 w 1281444"/>
              <a:gd name="connsiteY4" fmla="*/ 682455 h 1785314"/>
              <a:gd name="connsiteX5" fmla="*/ 690618 w 1281444"/>
              <a:gd name="connsiteY5" fmla="*/ 884762 h 1785314"/>
              <a:gd name="connsiteX6" fmla="*/ 627124 w 1281444"/>
              <a:gd name="connsiteY6" fmla="*/ 951333 h 1785314"/>
              <a:gd name="connsiteX7" fmla="*/ 639981 w 1281444"/>
              <a:gd name="connsiteY7" fmla="*/ 605865 h 1785314"/>
              <a:gd name="connsiteX8" fmla="*/ 753151 w 1281444"/>
              <a:gd name="connsiteY8" fmla="*/ 481217 h 1785314"/>
              <a:gd name="connsiteX9" fmla="*/ 652797 w 1281444"/>
              <a:gd name="connsiteY9" fmla="*/ 186170 h 1785314"/>
              <a:gd name="connsiteX10" fmla="*/ 784835 w 1281444"/>
              <a:gd name="connsiteY10" fmla="*/ 303 h 1785314"/>
              <a:gd name="connsiteX11" fmla="*/ 965403 w 1281444"/>
              <a:gd name="connsiteY11" fmla="*/ 155716 h 1785314"/>
              <a:gd name="connsiteX12" fmla="*/ 1059257 w 1281444"/>
              <a:gd name="connsiteY12" fmla="*/ 608098 h 1785314"/>
              <a:gd name="connsiteX13" fmla="*/ 1138096 w 1281444"/>
              <a:gd name="connsiteY13" fmla="*/ 581628 h 1785314"/>
              <a:gd name="connsiteX14" fmla="*/ 1205485 w 1281444"/>
              <a:gd name="connsiteY14" fmla="*/ 585566 h 1785314"/>
              <a:gd name="connsiteX15" fmla="*/ 1258472 w 1281444"/>
              <a:gd name="connsiteY15" fmla="*/ 627409 h 1785314"/>
              <a:gd name="connsiteX16" fmla="*/ 1259311 w 1281444"/>
              <a:gd name="connsiteY16" fmla="*/ 764829 h 1785314"/>
              <a:gd name="connsiteX17" fmla="*/ 1149087 w 1281444"/>
              <a:gd name="connsiteY17" fmla="*/ 881685 h 1785314"/>
              <a:gd name="connsiteX18" fmla="*/ 1119065 w 1281444"/>
              <a:gd name="connsiteY18" fmla="*/ 963587 h 1785314"/>
              <a:gd name="connsiteX19" fmla="*/ 831495 w 1281444"/>
              <a:gd name="connsiteY19" fmla="*/ 1236483 h 1785314"/>
              <a:gd name="connsiteX20" fmla="*/ 415206 w 1281444"/>
              <a:gd name="connsiteY20" fmla="*/ 1594990 h 1785314"/>
              <a:gd name="connsiteX21" fmla="*/ 266093 w 1281444"/>
              <a:gd name="connsiteY21" fmla="*/ 1727892 h 1785314"/>
              <a:gd name="connsiteX22" fmla="*/ 176738 w 1281444"/>
              <a:gd name="connsiteY22" fmla="*/ 1785314 h 1785314"/>
              <a:gd name="connsiteX23" fmla="*/ 0 w 1281444"/>
              <a:gd name="connsiteY23" fmla="*/ 1563300 h 1785314"/>
              <a:gd name="connsiteX24" fmla="*/ 18495 w 1281444"/>
              <a:gd name="connsiteY24" fmla="*/ 1538593 h 1785314"/>
              <a:gd name="connsiteX25" fmla="*/ 399040 w 1281444"/>
              <a:gd name="connsiteY25" fmla="*/ 1168570 h 1785314"/>
              <a:gd name="connsiteX26" fmla="*/ 808016 w 1281444"/>
              <a:gd name="connsiteY26" fmla="*/ 778550 h 1785314"/>
              <a:gd name="connsiteX27" fmla="*/ 863726 w 1281444"/>
              <a:gd name="connsiteY27" fmla="*/ 741439 h 1785314"/>
              <a:gd name="connsiteX28" fmla="*/ 463711 w 1281444"/>
              <a:gd name="connsiteY28" fmla="*/ 1461170 h 1785314"/>
              <a:gd name="connsiteX29" fmla="*/ 1055561 w 1281444"/>
              <a:gd name="connsiteY29" fmla="*/ 916346 h 1785314"/>
              <a:gd name="connsiteX30" fmla="*/ 935242 w 1281444"/>
              <a:gd name="connsiteY30" fmla="*/ 755115 h 1785314"/>
              <a:gd name="connsiteX31" fmla="*/ 334132 w 1281444"/>
              <a:gd name="connsiteY31" fmla="*/ 1323489 h 1785314"/>
              <a:gd name="connsiteX32" fmla="*/ 463711 w 1281444"/>
              <a:gd name="connsiteY32" fmla="*/ 1461170 h 1785314"/>
              <a:gd name="connsiteX33" fmla="*/ 286351 w 1281444"/>
              <a:gd name="connsiteY33" fmla="*/ 1370820 h 1785314"/>
              <a:gd name="connsiteX34" fmla="*/ 74903 w 1281444"/>
              <a:gd name="connsiteY34" fmla="*/ 1568244 h 1785314"/>
              <a:gd name="connsiteX35" fmla="*/ 183590 w 1281444"/>
              <a:gd name="connsiteY35" fmla="*/ 1710024 h 1785314"/>
              <a:gd name="connsiteX36" fmla="*/ 396851 w 1281444"/>
              <a:gd name="connsiteY36" fmla="*/ 1515466 h 1785314"/>
              <a:gd name="connsiteX37" fmla="*/ 286351 w 1281444"/>
              <a:gd name="connsiteY37" fmla="*/ 1370820 h 1785314"/>
              <a:gd name="connsiteX38" fmla="*/ 1088232 w 1281444"/>
              <a:gd name="connsiteY38" fmla="*/ 823941 h 1785314"/>
              <a:gd name="connsiteX39" fmla="*/ 1149268 w 1281444"/>
              <a:gd name="connsiteY39" fmla="*/ 777255 h 1785314"/>
              <a:gd name="connsiteX40" fmla="*/ 1200446 w 1281444"/>
              <a:gd name="connsiteY40" fmla="*/ 723287 h 1785314"/>
              <a:gd name="connsiteX41" fmla="*/ 1202685 w 1281444"/>
              <a:gd name="connsiteY41" fmla="*/ 664862 h 1785314"/>
              <a:gd name="connsiteX42" fmla="*/ 1151135 w 1281444"/>
              <a:gd name="connsiteY42" fmla="*/ 645320 h 1785314"/>
              <a:gd name="connsiteX43" fmla="*/ 1132943 w 1281444"/>
              <a:gd name="connsiteY43" fmla="*/ 649201 h 1785314"/>
              <a:gd name="connsiteX44" fmla="*/ 1006184 w 1281444"/>
              <a:gd name="connsiteY44" fmla="*/ 730429 h 1785314"/>
              <a:gd name="connsiteX45" fmla="*/ 1088232 w 1281444"/>
              <a:gd name="connsiteY45" fmla="*/ 823941 h 1785314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35098 w 1281444"/>
              <a:gd name="connsiteY2" fmla="*/ 666394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59393 w 1281444"/>
              <a:gd name="connsiteY0" fmla="*/ 761237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59393 w 1281444"/>
              <a:gd name="connsiteY27" fmla="*/ 76123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57127 w 1281444"/>
              <a:gd name="connsiteY0" fmla="*/ 80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57127 w 1281444"/>
              <a:gd name="connsiteY27" fmla="*/ 808328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74903 w 1281444"/>
              <a:gd name="connsiteY33" fmla="*/ 1568022 h 1785092"/>
              <a:gd name="connsiteX34" fmla="*/ 183590 w 1281444"/>
              <a:gd name="connsiteY34" fmla="*/ 1709802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74903 w 1281444"/>
              <a:gd name="connsiteY33" fmla="*/ 1568022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154390 w 1281444"/>
              <a:gd name="connsiteY33" fmla="*/ 1492617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06635 w 1281444"/>
              <a:gd name="connsiteY24" fmla="*/ 1458324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154390 w 1281444"/>
              <a:gd name="connsiteY33" fmla="*/ 1492617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735231 w 1208659"/>
              <a:gd name="connsiteY0" fmla="*/ 778328 h 1797191"/>
              <a:gd name="connsiteX1" fmla="*/ 783739 w 1208659"/>
              <a:gd name="connsiteY1" fmla="*/ 720213 h 1797191"/>
              <a:gd name="connsiteX2" fmla="*/ 776415 w 1208659"/>
              <a:gd name="connsiteY2" fmla="*/ 653587 h 1797191"/>
              <a:gd name="connsiteX3" fmla="*/ 732270 w 1208659"/>
              <a:gd name="connsiteY3" fmla="*/ 581589 h 1797191"/>
              <a:gd name="connsiteX4" fmla="*/ 617452 w 1208659"/>
              <a:gd name="connsiteY4" fmla="*/ 682233 h 1797191"/>
              <a:gd name="connsiteX5" fmla="*/ 617833 w 1208659"/>
              <a:gd name="connsiteY5" fmla="*/ 884540 h 1797191"/>
              <a:gd name="connsiteX6" fmla="*/ 554339 w 1208659"/>
              <a:gd name="connsiteY6" fmla="*/ 951111 h 1797191"/>
              <a:gd name="connsiteX7" fmla="*/ 567196 w 1208659"/>
              <a:gd name="connsiteY7" fmla="*/ 605643 h 1797191"/>
              <a:gd name="connsiteX8" fmla="*/ 680366 w 1208659"/>
              <a:gd name="connsiteY8" fmla="*/ 480995 h 1797191"/>
              <a:gd name="connsiteX9" fmla="*/ 611095 w 1208659"/>
              <a:gd name="connsiteY9" fmla="*/ 170587 h 1797191"/>
              <a:gd name="connsiteX10" fmla="*/ 712050 w 1208659"/>
              <a:gd name="connsiteY10" fmla="*/ 81 h 1797191"/>
              <a:gd name="connsiteX11" fmla="*/ 892618 w 1208659"/>
              <a:gd name="connsiteY11" fmla="*/ 155494 h 1797191"/>
              <a:gd name="connsiteX12" fmla="*/ 986472 w 1208659"/>
              <a:gd name="connsiteY12" fmla="*/ 607876 h 1797191"/>
              <a:gd name="connsiteX13" fmla="*/ 1065311 w 1208659"/>
              <a:gd name="connsiteY13" fmla="*/ 581406 h 1797191"/>
              <a:gd name="connsiteX14" fmla="*/ 1132700 w 1208659"/>
              <a:gd name="connsiteY14" fmla="*/ 585344 h 1797191"/>
              <a:gd name="connsiteX15" fmla="*/ 1185687 w 1208659"/>
              <a:gd name="connsiteY15" fmla="*/ 627187 h 1797191"/>
              <a:gd name="connsiteX16" fmla="*/ 1186526 w 1208659"/>
              <a:gd name="connsiteY16" fmla="*/ 764607 h 1797191"/>
              <a:gd name="connsiteX17" fmla="*/ 1076302 w 1208659"/>
              <a:gd name="connsiteY17" fmla="*/ 881463 h 1797191"/>
              <a:gd name="connsiteX18" fmla="*/ 1046280 w 1208659"/>
              <a:gd name="connsiteY18" fmla="*/ 963365 h 1797191"/>
              <a:gd name="connsiteX19" fmla="*/ 758710 w 1208659"/>
              <a:gd name="connsiteY19" fmla="*/ 1236261 h 1797191"/>
              <a:gd name="connsiteX20" fmla="*/ 342421 w 1208659"/>
              <a:gd name="connsiteY20" fmla="*/ 1594768 h 1797191"/>
              <a:gd name="connsiteX21" fmla="*/ 193308 w 1208659"/>
              <a:gd name="connsiteY21" fmla="*/ 1727670 h 1797191"/>
              <a:gd name="connsiteX22" fmla="*/ 103953 w 1208659"/>
              <a:gd name="connsiteY22" fmla="*/ 1785092 h 1797191"/>
              <a:gd name="connsiteX23" fmla="*/ 3015 w 1208659"/>
              <a:gd name="connsiteY23" fmla="*/ 1494239 h 1797191"/>
              <a:gd name="connsiteX24" fmla="*/ 33850 w 1208659"/>
              <a:gd name="connsiteY24" fmla="*/ 1458324 h 1797191"/>
              <a:gd name="connsiteX25" fmla="*/ 326255 w 1208659"/>
              <a:gd name="connsiteY25" fmla="*/ 1168348 h 1797191"/>
              <a:gd name="connsiteX26" fmla="*/ 735231 w 1208659"/>
              <a:gd name="connsiteY26" fmla="*/ 778328 h 1797191"/>
              <a:gd name="connsiteX27" fmla="*/ 390926 w 1208659"/>
              <a:gd name="connsiteY27" fmla="*/ 1460948 h 1797191"/>
              <a:gd name="connsiteX28" fmla="*/ 982776 w 1208659"/>
              <a:gd name="connsiteY28" fmla="*/ 916124 h 1797191"/>
              <a:gd name="connsiteX29" fmla="*/ 862457 w 1208659"/>
              <a:gd name="connsiteY29" fmla="*/ 754893 h 1797191"/>
              <a:gd name="connsiteX30" fmla="*/ 261347 w 1208659"/>
              <a:gd name="connsiteY30" fmla="*/ 1323267 h 1797191"/>
              <a:gd name="connsiteX31" fmla="*/ 390926 w 1208659"/>
              <a:gd name="connsiteY31" fmla="*/ 1460948 h 1797191"/>
              <a:gd name="connsiteX32" fmla="*/ 213566 w 1208659"/>
              <a:gd name="connsiteY32" fmla="*/ 1370598 h 1797191"/>
              <a:gd name="connsiteX33" fmla="*/ 81605 w 1208659"/>
              <a:gd name="connsiteY33" fmla="*/ 1492617 h 1797191"/>
              <a:gd name="connsiteX34" fmla="*/ 202470 w 1208659"/>
              <a:gd name="connsiteY34" fmla="*/ 1626555 h 1797191"/>
              <a:gd name="connsiteX35" fmla="*/ 324066 w 1208659"/>
              <a:gd name="connsiteY35" fmla="*/ 1515244 h 1797191"/>
              <a:gd name="connsiteX36" fmla="*/ 213566 w 1208659"/>
              <a:gd name="connsiteY36" fmla="*/ 1370598 h 1797191"/>
              <a:gd name="connsiteX37" fmla="*/ 1015447 w 1208659"/>
              <a:gd name="connsiteY37" fmla="*/ 823719 h 1797191"/>
              <a:gd name="connsiteX38" fmla="*/ 1076483 w 1208659"/>
              <a:gd name="connsiteY38" fmla="*/ 777033 h 1797191"/>
              <a:gd name="connsiteX39" fmla="*/ 1127661 w 1208659"/>
              <a:gd name="connsiteY39" fmla="*/ 723065 h 1797191"/>
              <a:gd name="connsiteX40" fmla="*/ 1129900 w 1208659"/>
              <a:gd name="connsiteY40" fmla="*/ 664640 h 1797191"/>
              <a:gd name="connsiteX41" fmla="*/ 1078350 w 1208659"/>
              <a:gd name="connsiteY41" fmla="*/ 645098 h 1797191"/>
              <a:gd name="connsiteX42" fmla="*/ 1060158 w 1208659"/>
              <a:gd name="connsiteY42" fmla="*/ 648979 h 1797191"/>
              <a:gd name="connsiteX43" fmla="*/ 933399 w 1208659"/>
              <a:gd name="connsiteY43" fmla="*/ 730207 h 1797191"/>
              <a:gd name="connsiteX44" fmla="*/ 1015447 w 1208659"/>
              <a:gd name="connsiteY44" fmla="*/ 823719 h 1797191"/>
              <a:gd name="connsiteX0" fmla="*/ 735231 w 1208659"/>
              <a:gd name="connsiteY0" fmla="*/ 778328 h 1788761"/>
              <a:gd name="connsiteX1" fmla="*/ 783739 w 1208659"/>
              <a:gd name="connsiteY1" fmla="*/ 720213 h 1788761"/>
              <a:gd name="connsiteX2" fmla="*/ 776415 w 1208659"/>
              <a:gd name="connsiteY2" fmla="*/ 653587 h 1788761"/>
              <a:gd name="connsiteX3" fmla="*/ 732270 w 1208659"/>
              <a:gd name="connsiteY3" fmla="*/ 581589 h 1788761"/>
              <a:gd name="connsiteX4" fmla="*/ 617452 w 1208659"/>
              <a:gd name="connsiteY4" fmla="*/ 682233 h 1788761"/>
              <a:gd name="connsiteX5" fmla="*/ 617833 w 1208659"/>
              <a:gd name="connsiteY5" fmla="*/ 884540 h 1788761"/>
              <a:gd name="connsiteX6" fmla="*/ 554339 w 1208659"/>
              <a:gd name="connsiteY6" fmla="*/ 951111 h 1788761"/>
              <a:gd name="connsiteX7" fmla="*/ 567196 w 1208659"/>
              <a:gd name="connsiteY7" fmla="*/ 605643 h 1788761"/>
              <a:gd name="connsiteX8" fmla="*/ 680366 w 1208659"/>
              <a:gd name="connsiteY8" fmla="*/ 480995 h 1788761"/>
              <a:gd name="connsiteX9" fmla="*/ 611095 w 1208659"/>
              <a:gd name="connsiteY9" fmla="*/ 170587 h 1788761"/>
              <a:gd name="connsiteX10" fmla="*/ 712050 w 1208659"/>
              <a:gd name="connsiteY10" fmla="*/ 81 h 1788761"/>
              <a:gd name="connsiteX11" fmla="*/ 892618 w 1208659"/>
              <a:gd name="connsiteY11" fmla="*/ 155494 h 1788761"/>
              <a:gd name="connsiteX12" fmla="*/ 986472 w 1208659"/>
              <a:gd name="connsiteY12" fmla="*/ 607876 h 1788761"/>
              <a:gd name="connsiteX13" fmla="*/ 1065311 w 1208659"/>
              <a:gd name="connsiteY13" fmla="*/ 581406 h 1788761"/>
              <a:gd name="connsiteX14" fmla="*/ 1132700 w 1208659"/>
              <a:gd name="connsiteY14" fmla="*/ 585344 h 1788761"/>
              <a:gd name="connsiteX15" fmla="*/ 1185687 w 1208659"/>
              <a:gd name="connsiteY15" fmla="*/ 627187 h 1788761"/>
              <a:gd name="connsiteX16" fmla="*/ 1186526 w 1208659"/>
              <a:gd name="connsiteY16" fmla="*/ 764607 h 1788761"/>
              <a:gd name="connsiteX17" fmla="*/ 1076302 w 1208659"/>
              <a:gd name="connsiteY17" fmla="*/ 881463 h 1788761"/>
              <a:gd name="connsiteX18" fmla="*/ 1046280 w 1208659"/>
              <a:gd name="connsiteY18" fmla="*/ 963365 h 1788761"/>
              <a:gd name="connsiteX19" fmla="*/ 758710 w 1208659"/>
              <a:gd name="connsiteY19" fmla="*/ 1236261 h 1788761"/>
              <a:gd name="connsiteX20" fmla="*/ 342421 w 1208659"/>
              <a:gd name="connsiteY20" fmla="*/ 1594768 h 1788761"/>
              <a:gd name="connsiteX21" fmla="*/ 274396 w 1208659"/>
              <a:gd name="connsiteY21" fmla="*/ 1654027 h 1788761"/>
              <a:gd name="connsiteX22" fmla="*/ 103953 w 1208659"/>
              <a:gd name="connsiteY22" fmla="*/ 1785092 h 1788761"/>
              <a:gd name="connsiteX23" fmla="*/ 3015 w 1208659"/>
              <a:gd name="connsiteY23" fmla="*/ 1494239 h 1788761"/>
              <a:gd name="connsiteX24" fmla="*/ 33850 w 1208659"/>
              <a:gd name="connsiteY24" fmla="*/ 1458324 h 1788761"/>
              <a:gd name="connsiteX25" fmla="*/ 326255 w 1208659"/>
              <a:gd name="connsiteY25" fmla="*/ 1168348 h 1788761"/>
              <a:gd name="connsiteX26" fmla="*/ 735231 w 1208659"/>
              <a:gd name="connsiteY26" fmla="*/ 778328 h 1788761"/>
              <a:gd name="connsiteX27" fmla="*/ 390926 w 1208659"/>
              <a:gd name="connsiteY27" fmla="*/ 1460948 h 1788761"/>
              <a:gd name="connsiteX28" fmla="*/ 982776 w 1208659"/>
              <a:gd name="connsiteY28" fmla="*/ 916124 h 1788761"/>
              <a:gd name="connsiteX29" fmla="*/ 862457 w 1208659"/>
              <a:gd name="connsiteY29" fmla="*/ 754893 h 1788761"/>
              <a:gd name="connsiteX30" fmla="*/ 261347 w 1208659"/>
              <a:gd name="connsiteY30" fmla="*/ 1323267 h 1788761"/>
              <a:gd name="connsiteX31" fmla="*/ 390926 w 1208659"/>
              <a:gd name="connsiteY31" fmla="*/ 1460948 h 1788761"/>
              <a:gd name="connsiteX32" fmla="*/ 213566 w 1208659"/>
              <a:gd name="connsiteY32" fmla="*/ 1370598 h 1788761"/>
              <a:gd name="connsiteX33" fmla="*/ 81605 w 1208659"/>
              <a:gd name="connsiteY33" fmla="*/ 1492617 h 1788761"/>
              <a:gd name="connsiteX34" fmla="*/ 202470 w 1208659"/>
              <a:gd name="connsiteY34" fmla="*/ 1626555 h 1788761"/>
              <a:gd name="connsiteX35" fmla="*/ 324066 w 1208659"/>
              <a:gd name="connsiteY35" fmla="*/ 1515244 h 1788761"/>
              <a:gd name="connsiteX36" fmla="*/ 213566 w 1208659"/>
              <a:gd name="connsiteY36" fmla="*/ 1370598 h 1788761"/>
              <a:gd name="connsiteX37" fmla="*/ 1015447 w 1208659"/>
              <a:gd name="connsiteY37" fmla="*/ 823719 h 1788761"/>
              <a:gd name="connsiteX38" fmla="*/ 1076483 w 1208659"/>
              <a:gd name="connsiteY38" fmla="*/ 777033 h 1788761"/>
              <a:gd name="connsiteX39" fmla="*/ 1127661 w 1208659"/>
              <a:gd name="connsiteY39" fmla="*/ 723065 h 1788761"/>
              <a:gd name="connsiteX40" fmla="*/ 1129900 w 1208659"/>
              <a:gd name="connsiteY40" fmla="*/ 664640 h 1788761"/>
              <a:gd name="connsiteX41" fmla="*/ 1078350 w 1208659"/>
              <a:gd name="connsiteY41" fmla="*/ 645098 h 1788761"/>
              <a:gd name="connsiteX42" fmla="*/ 1060158 w 1208659"/>
              <a:gd name="connsiteY42" fmla="*/ 648979 h 1788761"/>
              <a:gd name="connsiteX43" fmla="*/ 933399 w 1208659"/>
              <a:gd name="connsiteY43" fmla="*/ 730207 h 1788761"/>
              <a:gd name="connsiteX44" fmla="*/ 1015447 w 1208659"/>
              <a:gd name="connsiteY44" fmla="*/ 823719 h 1788761"/>
              <a:gd name="connsiteX0" fmla="*/ 735231 w 1208659"/>
              <a:gd name="connsiteY0" fmla="*/ 778328 h 1710181"/>
              <a:gd name="connsiteX1" fmla="*/ 783739 w 1208659"/>
              <a:gd name="connsiteY1" fmla="*/ 720213 h 1710181"/>
              <a:gd name="connsiteX2" fmla="*/ 776415 w 1208659"/>
              <a:gd name="connsiteY2" fmla="*/ 653587 h 1710181"/>
              <a:gd name="connsiteX3" fmla="*/ 732270 w 1208659"/>
              <a:gd name="connsiteY3" fmla="*/ 581589 h 1710181"/>
              <a:gd name="connsiteX4" fmla="*/ 617452 w 1208659"/>
              <a:gd name="connsiteY4" fmla="*/ 682233 h 1710181"/>
              <a:gd name="connsiteX5" fmla="*/ 617833 w 1208659"/>
              <a:gd name="connsiteY5" fmla="*/ 884540 h 1710181"/>
              <a:gd name="connsiteX6" fmla="*/ 554339 w 1208659"/>
              <a:gd name="connsiteY6" fmla="*/ 951111 h 1710181"/>
              <a:gd name="connsiteX7" fmla="*/ 567196 w 1208659"/>
              <a:gd name="connsiteY7" fmla="*/ 605643 h 1710181"/>
              <a:gd name="connsiteX8" fmla="*/ 680366 w 1208659"/>
              <a:gd name="connsiteY8" fmla="*/ 480995 h 1710181"/>
              <a:gd name="connsiteX9" fmla="*/ 611095 w 1208659"/>
              <a:gd name="connsiteY9" fmla="*/ 170587 h 1710181"/>
              <a:gd name="connsiteX10" fmla="*/ 712050 w 1208659"/>
              <a:gd name="connsiteY10" fmla="*/ 81 h 1710181"/>
              <a:gd name="connsiteX11" fmla="*/ 892618 w 1208659"/>
              <a:gd name="connsiteY11" fmla="*/ 155494 h 1710181"/>
              <a:gd name="connsiteX12" fmla="*/ 986472 w 1208659"/>
              <a:gd name="connsiteY12" fmla="*/ 607876 h 1710181"/>
              <a:gd name="connsiteX13" fmla="*/ 1065311 w 1208659"/>
              <a:gd name="connsiteY13" fmla="*/ 581406 h 1710181"/>
              <a:gd name="connsiteX14" fmla="*/ 1132700 w 1208659"/>
              <a:gd name="connsiteY14" fmla="*/ 585344 h 1710181"/>
              <a:gd name="connsiteX15" fmla="*/ 1185687 w 1208659"/>
              <a:gd name="connsiteY15" fmla="*/ 627187 h 1710181"/>
              <a:gd name="connsiteX16" fmla="*/ 1186526 w 1208659"/>
              <a:gd name="connsiteY16" fmla="*/ 764607 h 1710181"/>
              <a:gd name="connsiteX17" fmla="*/ 1076302 w 1208659"/>
              <a:gd name="connsiteY17" fmla="*/ 881463 h 1710181"/>
              <a:gd name="connsiteX18" fmla="*/ 1046280 w 1208659"/>
              <a:gd name="connsiteY18" fmla="*/ 963365 h 1710181"/>
              <a:gd name="connsiteX19" fmla="*/ 758710 w 1208659"/>
              <a:gd name="connsiteY19" fmla="*/ 1236261 h 1710181"/>
              <a:gd name="connsiteX20" fmla="*/ 342421 w 1208659"/>
              <a:gd name="connsiteY20" fmla="*/ 1594768 h 1710181"/>
              <a:gd name="connsiteX21" fmla="*/ 274396 w 1208659"/>
              <a:gd name="connsiteY21" fmla="*/ 1654027 h 1710181"/>
              <a:gd name="connsiteX22" fmla="*/ 190491 w 1208659"/>
              <a:gd name="connsiteY22" fmla="*/ 1703283 h 1710181"/>
              <a:gd name="connsiteX23" fmla="*/ 3015 w 1208659"/>
              <a:gd name="connsiteY23" fmla="*/ 1494239 h 1710181"/>
              <a:gd name="connsiteX24" fmla="*/ 33850 w 1208659"/>
              <a:gd name="connsiteY24" fmla="*/ 1458324 h 1710181"/>
              <a:gd name="connsiteX25" fmla="*/ 326255 w 1208659"/>
              <a:gd name="connsiteY25" fmla="*/ 1168348 h 1710181"/>
              <a:gd name="connsiteX26" fmla="*/ 735231 w 1208659"/>
              <a:gd name="connsiteY26" fmla="*/ 778328 h 1710181"/>
              <a:gd name="connsiteX27" fmla="*/ 390926 w 1208659"/>
              <a:gd name="connsiteY27" fmla="*/ 1460948 h 1710181"/>
              <a:gd name="connsiteX28" fmla="*/ 982776 w 1208659"/>
              <a:gd name="connsiteY28" fmla="*/ 916124 h 1710181"/>
              <a:gd name="connsiteX29" fmla="*/ 862457 w 1208659"/>
              <a:gd name="connsiteY29" fmla="*/ 754893 h 1710181"/>
              <a:gd name="connsiteX30" fmla="*/ 261347 w 1208659"/>
              <a:gd name="connsiteY30" fmla="*/ 1323267 h 1710181"/>
              <a:gd name="connsiteX31" fmla="*/ 390926 w 1208659"/>
              <a:gd name="connsiteY31" fmla="*/ 1460948 h 1710181"/>
              <a:gd name="connsiteX32" fmla="*/ 213566 w 1208659"/>
              <a:gd name="connsiteY32" fmla="*/ 1370598 h 1710181"/>
              <a:gd name="connsiteX33" fmla="*/ 81605 w 1208659"/>
              <a:gd name="connsiteY33" fmla="*/ 1492617 h 1710181"/>
              <a:gd name="connsiteX34" fmla="*/ 202470 w 1208659"/>
              <a:gd name="connsiteY34" fmla="*/ 1626555 h 1710181"/>
              <a:gd name="connsiteX35" fmla="*/ 324066 w 1208659"/>
              <a:gd name="connsiteY35" fmla="*/ 1515244 h 1710181"/>
              <a:gd name="connsiteX36" fmla="*/ 213566 w 1208659"/>
              <a:gd name="connsiteY36" fmla="*/ 1370598 h 1710181"/>
              <a:gd name="connsiteX37" fmla="*/ 1015447 w 1208659"/>
              <a:gd name="connsiteY37" fmla="*/ 823719 h 1710181"/>
              <a:gd name="connsiteX38" fmla="*/ 1076483 w 1208659"/>
              <a:gd name="connsiteY38" fmla="*/ 777033 h 1710181"/>
              <a:gd name="connsiteX39" fmla="*/ 1127661 w 1208659"/>
              <a:gd name="connsiteY39" fmla="*/ 723065 h 1710181"/>
              <a:gd name="connsiteX40" fmla="*/ 1129900 w 1208659"/>
              <a:gd name="connsiteY40" fmla="*/ 664640 h 1710181"/>
              <a:gd name="connsiteX41" fmla="*/ 1078350 w 1208659"/>
              <a:gd name="connsiteY41" fmla="*/ 645098 h 1710181"/>
              <a:gd name="connsiteX42" fmla="*/ 1060158 w 1208659"/>
              <a:gd name="connsiteY42" fmla="*/ 648979 h 1710181"/>
              <a:gd name="connsiteX43" fmla="*/ 933399 w 1208659"/>
              <a:gd name="connsiteY43" fmla="*/ 730207 h 1710181"/>
              <a:gd name="connsiteX44" fmla="*/ 1015447 w 1208659"/>
              <a:gd name="connsiteY44" fmla="*/ 823719 h 1710181"/>
              <a:gd name="connsiteX0" fmla="*/ 735231 w 1208659"/>
              <a:gd name="connsiteY0" fmla="*/ 778328 h 1699897"/>
              <a:gd name="connsiteX1" fmla="*/ 783739 w 1208659"/>
              <a:gd name="connsiteY1" fmla="*/ 720213 h 1699897"/>
              <a:gd name="connsiteX2" fmla="*/ 776415 w 1208659"/>
              <a:gd name="connsiteY2" fmla="*/ 653587 h 1699897"/>
              <a:gd name="connsiteX3" fmla="*/ 732270 w 1208659"/>
              <a:gd name="connsiteY3" fmla="*/ 581589 h 1699897"/>
              <a:gd name="connsiteX4" fmla="*/ 617452 w 1208659"/>
              <a:gd name="connsiteY4" fmla="*/ 682233 h 1699897"/>
              <a:gd name="connsiteX5" fmla="*/ 617833 w 1208659"/>
              <a:gd name="connsiteY5" fmla="*/ 884540 h 1699897"/>
              <a:gd name="connsiteX6" fmla="*/ 554339 w 1208659"/>
              <a:gd name="connsiteY6" fmla="*/ 951111 h 1699897"/>
              <a:gd name="connsiteX7" fmla="*/ 567196 w 1208659"/>
              <a:gd name="connsiteY7" fmla="*/ 605643 h 1699897"/>
              <a:gd name="connsiteX8" fmla="*/ 680366 w 1208659"/>
              <a:gd name="connsiteY8" fmla="*/ 480995 h 1699897"/>
              <a:gd name="connsiteX9" fmla="*/ 611095 w 1208659"/>
              <a:gd name="connsiteY9" fmla="*/ 170587 h 1699897"/>
              <a:gd name="connsiteX10" fmla="*/ 712050 w 1208659"/>
              <a:gd name="connsiteY10" fmla="*/ 81 h 1699897"/>
              <a:gd name="connsiteX11" fmla="*/ 892618 w 1208659"/>
              <a:gd name="connsiteY11" fmla="*/ 155494 h 1699897"/>
              <a:gd name="connsiteX12" fmla="*/ 986472 w 1208659"/>
              <a:gd name="connsiteY12" fmla="*/ 607876 h 1699897"/>
              <a:gd name="connsiteX13" fmla="*/ 1065311 w 1208659"/>
              <a:gd name="connsiteY13" fmla="*/ 581406 h 1699897"/>
              <a:gd name="connsiteX14" fmla="*/ 1132700 w 1208659"/>
              <a:gd name="connsiteY14" fmla="*/ 585344 h 1699897"/>
              <a:gd name="connsiteX15" fmla="*/ 1185687 w 1208659"/>
              <a:gd name="connsiteY15" fmla="*/ 627187 h 1699897"/>
              <a:gd name="connsiteX16" fmla="*/ 1186526 w 1208659"/>
              <a:gd name="connsiteY16" fmla="*/ 764607 h 1699897"/>
              <a:gd name="connsiteX17" fmla="*/ 1076302 w 1208659"/>
              <a:gd name="connsiteY17" fmla="*/ 881463 h 1699897"/>
              <a:gd name="connsiteX18" fmla="*/ 1046280 w 1208659"/>
              <a:gd name="connsiteY18" fmla="*/ 963365 h 1699897"/>
              <a:gd name="connsiteX19" fmla="*/ 758710 w 1208659"/>
              <a:gd name="connsiteY19" fmla="*/ 1236261 h 1699897"/>
              <a:gd name="connsiteX20" fmla="*/ 342421 w 1208659"/>
              <a:gd name="connsiteY20" fmla="*/ 1594768 h 1699897"/>
              <a:gd name="connsiteX21" fmla="*/ 274396 w 1208659"/>
              <a:gd name="connsiteY21" fmla="*/ 1654027 h 1699897"/>
              <a:gd name="connsiteX22" fmla="*/ 167430 w 1208659"/>
              <a:gd name="connsiteY22" fmla="*/ 1692059 h 1699897"/>
              <a:gd name="connsiteX23" fmla="*/ 3015 w 1208659"/>
              <a:gd name="connsiteY23" fmla="*/ 1494239 h 1699897"/>
              <a:gd name="connsiteX24" fmla="*/ 33850 w 1208659"/>
              <a:gd name="connsiteY24" fmla="*/ 1458324 h 1699897"/>
              <a:gd name="connsiteX25" fmla="*/ 326255 w 1208659"/>
              <a:gd name="connsiteY25" fmla="*/ 1168348 h 1699897"/>
              <a:gd name="connsiteX26" fmla="*/ 735231 w 1208659"/>
              <a:gd name="connsiteY26" fmla="*/ 778328 h 1699897"/>
              <a:gd name="connsiteX27" fmla="*/ 390926 w 1208659"/>
              <a:gd name="connsiteY27" fmla="*/ 1460948 h 1699897"/>
              <a:gd name="connsiteX28" fmla="*/ 982776 w 1208659"/>
              <a:gd name="connsiteY28" fmla="*/ 916124 h 1699897"/>
              <a:gd name="connsiteX29" fmla="*/ 862457 w 1208659"/>
              <a:gd name="connsiteY29" fmla="*/ 754893 h 1699897"/>
              <a:gd name="connsiteX30" fmla="*/ 261347 w 1208659"/>
              <a:gd name="connsiteY30" fmla="*/ 1323267 h 1699897"/>
              <a:gd name="connsiteX31" fmla="*/ 390926 w 1208659"/>
              <a:gd name="connsiteY31" fmla="*/ 1460948 h 1699897"/>
              <a:gd name="connsiteX32" fmla="*/ 213566 w 1208659"/>
              <a:gd name="connsiteY32" fmla="*/ 1370598 h 1699897"/>
              <a:gd name="connsiteX33" fmla="*/ 81605 w 1208659"/>
              <a:gd name="connsiteY33" fmla="*/ 1492617 h 1699897"/>
              <a:gd name="connsiteX34" fmla="*/ 202470 w 1208659"/>
              <a:gd name="connsiteY34" fmla="*/ 1626555 h 1699897"/>
              <a:gd name="connsiteX35" fmla="*/ 324066 w 1208659"/>
              <a:gd name="connsiteY35" fmla="*/ 1515244 h 1699897"/>
              <a:gd name="connsiteX36" fmla="*/ 213566 w 1208659"/>
              <a:gd name="connsiteY36" fmla="*/ 1370598 h 1699897"/>
              <a:gd name="connsiteX37" fmla="*/ 1015447 w 1208659"/>
              <a:gd name="connsiteY37" fmla="*/ 823719 h 1699897"/>
              <a:gd name="connsiteX38" fmla="*/ 1076483 w 1208659"/>
              <a:gd name="connsiteY38" fmla="*/ 777033 h 1699897"/>
              <a:gd name="connsiteX39" fmla="*/ 1127661 w 1208659"/>
              <a:gd name="connsiteY39" fmla="*/ 723065 h 1699897"/>
              <a:gd name="connsiteX40" fmla="*/ 1129900 w 1208659"/>
              <a:gd name="connsiteY40" fmla="*/ 664640 h 1699897"/>
              <a:gd name="connsiteX41" fmla="*/ 1078350 w 1208659"/>
              <a:gd name="connsiteY41" fmla="*/ 645098 h 1699897"/>
              <a:gd name="connsiteX42" fmla="*/ 1060158 w 1208659"/>
              <a:gd name="connsiteY42" fmla="*/ 648979 h 1699897"/>
              <a:gd name="connsiteX43" fmla="*/ 933399 w 1208659"/>
              <a:gd name="connsiteY43" fmla="*/ 730207 h 1699897"/>
              <a:gd name="connsiteX44" fmla="*/ 1015447 w 1208659"/>
              <a:gd name="connsiteY44" fmla="*/ 823719 h 1699897"/>
              <a:gd name="connsiteX0" fmla="*/ 735231 w 1208659"/>
              <a:gd name="connsiteY0" fmla="*/ 778328 h 1692734"/>
              <a:gd name="connsiteX1" fmla="*/ 783739 w 1208659"/>
              <a:gd name="connsiteY1" fmla="*/ 720213 h 1692734"/>
              <a:gd name="connsiteX2" fmla="*/ 776415 w 1208659"/>
              <a:gd name="connsiteY2" fmla="*/ 653587 h 1692734"/>
              <a:gd name="connsiteX3" fmla="*/ 732270 w 1208659"/>
              <a:gd name="connsiteY3" fmla="*/ 581589 h 1692734"/>
              <a:gd name="connsiteX4" fmla="*/ 617452 w 1208659"/>
              <a:gd name="connsiteY4" fmla="*/ 682233 h 1692734"/>
              <a:gd name="connsiteX5" fmla="*/ 617833 w 1208659"/>
              <a:gd name="connsiteY5" fmla="*/ 884540 h 1692734"/>
              <a:gd name="connsiteX6" fmla="*/ 554339 w 1208659"/>
              <a:gd name="connsiteY6" fmla="*/ 951111 h 1692734"/>
              <a:gd name="connsiteX7" fmla="*/ 567196 w 1208659"/>
              <a:gd name="connsiteY7" fmla="*/ 605643 h 1692734"/>
              <a:gd name="connsiteX8" fmla="*/ 680366 w 1208659"/>
              <a:gd name="connsiteY8" fmla="*/ 480995 h 1692734"/>
              <a:gd name="connsiteX9" fmla="*/ 611095 w 1208659"/>
              <a:gd name="connsiteY9" fmla="*/ 170587 h 1692734"/>
              <a:gd name="connsiteX10" fmla="*/ 712050 w 1208659"/>
              <a:gd name="connsiteY10" fmla="*/ 81 h 1692734"/>
              <a:gd name="connsiteX11" fmla="*/ 892618 w 1208659"/>
              <a:gd name="connsiteY11" fmla="*/ 155494 h 1692734"/>
              <a:gd name="connsiteX12" fmla="*/ 986472 w 1208659"/>
              <a:gd name="connsiteY12" fmla="*/ 607876 h 1692734"/>
              <a:gd name="connsiteX13" fmla="*/ 1065311 w 1208659"/>
              <a:gd name="connsiteY13" fmla="*/ 581406 h 1692734"/>
              <a:gd name="connsiteX14" fmla="*/ 1132700 w 1208659"/>
              <a:gd name="connsiteY14" fmla="*/ 585344 h 1692734"/>
              <a:gd name="connsiteX15" fmla="*/ 1185687 w 1208659"/>
              <a:gd name="connsiteY15" fmla="*/ 627187 h 1692734"/>
              <a:gd name="connsiteX16" fmla="*/ 1186526 w 1208659"/>
              <a:gd name="connsiteY16" fmla="*/ 764607 h 1692734"/>
              <a:gd name="connsiteX17" fmla="*/ 1076302 w 1208659"/>
              <a:gd name="connsiteY17" fmla="*/ 881463 h 1692734"/>
              <a:gd name="connsiteX18" fmla="*/ 1046280 w 1208659"/>
              <a:gd name="connsiteY18" fmla="*/ 963365 h 1692734"/>
              <a:gd name="connsiteX19" fmla="*/ 758710 w 1208659"/>
              <a:gd name="connsiteY19" fmla="*/ 1236261 h 1692734"/>
              <a:gd name="connsiteX20" fmla="*/ 342421 w 1208659"/>
              <a:gd name="connsiteY20" fmla="*/ 1594768 h 1692734"/>
              <a:gd name="connsiteX21" fmla="*/ 274396 w 1208659"/>
              <a:gd name="connsiteY21" fmla="*/ 1654027 h 1692734"/>
              <a:gd name="connsiteX22" fmla="*/ 176244 w 1208659"/>
              <a:gd name="connsiteY22" fmla="*/ 1684055 h 1692734"/>
              <a:gd name="connsiteX23" fmla="*/ 3015 w 1208659"/>
              <a:gd name="connsiteY23" fmla="*/ 1494239 h 1692734"/>
              <a:gd name="connsiteX24" fmla="*/ 33850 w 1208659"/>
              <a:gd name="connsiteY24" fmla="*/ 1458324 h 1692734"/>
              <a:gd name="connsiteX25" fmla="*/ 326255 w 1208659"/>
              <a:gd name="connsiteY25" fmla="*/ 1168348 h 1692734"/>
              <a:gd name="connsiteX26" fmla="*/ 735231 w 1208659"/>
              <a:gd name="connsiteY26" fmla="*/ 778328 h 1692734"/>
              <a:gd name="connsiteX27" fmla="*/ 390926 w 1208659"/>
              <a:gd name="connsiteY27" fmla="*/ 1460948 h 1692734"/>
              <a:gd name="connsiteX28" fmla="*/ 982776 w 1208659"/>
              <a:gd name="connsiteY28" fmla="*/ 916124 h 1692734"/>
              <a:gd name="connsiteX29" fmla="*/ 862457 w 1208659"/>
              <a:gd name="connsiteY29" fmla="*/ 754893 h 1692734"/>
              <a:gd name="connsiteX30" fmla="*/ 261347 w 1208659"/>
              <a:gd name="connsiteY30" fmla="*/ 1323267 h 1692734"/>
              <a:gd name="connsiteX31" fmla="*/ 390926 w 1208659"/>
              <a:gd name="connsiteY31" fmla="*/ 1460948 h 1692734"/>
              <a:gd name="connsiteX32" fmla="*/ 213566 w 1208659"/>
              <a:gd name="connsiteY32" fmla="*/ 1370598 h 1692734"/>
              <a:gd name="connsiteX33" fmla="*/ 81605 w 1208659"/>
              <a:gd name="connsiteY33" fmla="*/ 1492617 h 1692734"/>
              <a:gd name="connsiteX34" fmla="*/ 202470 w 1208659"/>
              <a:gd name="connsiteY34" fmla="*/ 1626555 h 1692734"/>
              <a:gd name="connsiteX35" fmla="*/ 324066 w 1208659"/>
              <a:gd name="connsiteY35" fmla="*/ 1515244 h 1692734"/>
              <a:gd name="connsiteX36" fmla="*/ 213566 w 1208659"/>
              <a:gd name="connsiteY36" fmla="*/ 1370598 h 1692734"/>
              <a:gd name="connsiteX37" fmla="*/ 1015447 w 1208659"/>
              <a:gd name="connsiteY37" fmla="*/ 823719 h 1692734"/>
              <a:gd name="connsiteX38" fmla="*/ 1076483 w 1208659"/>
              <a:gd name="connsiteY38" fmla="*/ 777033 h 1692734"/>
              <a:gd name="connsiteX39" fmla="*/ 1127661 w 1208659"/>
              <a:gd name="connsiteY39" fmla="*/ 723065 h 1692734"/>
              <a:gd name="connsiteX40" fmla="*/ 1129900 w 1208659"/>
              <a:gd name="connsiteY40" fmla="*/ 664640 h 1692734"/>
              <a:gd name="connsiteX41" fmla="*/ 1078350 w 1208659"/>
              <a:gd name="connsiteY41" fmla="*/ 645098 h 1692734"/>
              <a:gd name="connsiteX42" fmla="*/ 1060158 w 1208659"/>
              <a:gd name="connsiteY42" fmla="*/ 648979 h 1692734"/>
              <a:gd name="connsiteX43" fmla="*/ 933399 w 1208659"/>
              <a:gd name="connsiteY43" fmla="*/ 730207 h 1692734"/>
              <a:gd name="connsiteX44" fmla="*/ 1015447 w 1208659"/>
              <a:gd name="connsiteY44" fmla="*/ 823719 h 1692734"/>
              <a:gd name="connsiteX0" fmla="*/ 731343 w 1204771"/>
              <a:gd name="connsiteY0" fmla="*/ 778328 h 1693404"/>
              <a:gd name="connsiteX1" fmla="*/ 779851 w 1204771"/>
              <a:gd name="connsiteY1" fmla="*/ 720213 h 1693404"/>
              <a:gd name="connsiteX2" fmla="*/ 772527 w 1204771"/>
              <a:gd name="connsiteY2" fmla="*/ 653587 h 1693404"/>
              <a:gd name="connsiteX3" fmla="*/ 728382 w 1204771"/>
              <a:gd name="connsiteY3" fmla="*/ 581589 h 1693404"/>
              <a:gd name="connsiteX4" fmla="*/ 613564 w 1204771"/>
              <a:gd name="connsiteY4" fmla="*/ 682233 h 1693404"/>
              <a:gd name="connsiteX5" fmla="*/ 613945 w 1204771"/>
              <a:gd name="connsiteY5" fmla="*/ 884540 h 1693404"/>
              <a:gd name="connsiteX6" fmla="*/ 550451 w 1204771"/>
              <a:gd name="connsiteY6" fmla="*/ 951111 h 1693404"/>
              <a:gd name="connsiteX7" fmla="*/ 563308 w 1204771"/>
              <a:gd name="connsiteY7" fmla="*/ 605643 h 1693404"/>
              <a:gd name="connsiteX8" fmla="*/ 676478 w 1204771"/>
              <a:gd name="connsiteY8" fmla="*/ 480995 h 1693404"/>
              <a:gd name="connsiteX9" fmla="*/ 607207 w 1204771"/>
              <a:gd name="connsiteY9" fmla="*/ 170587 h 1693404"/>
              <a:gd name="connsiteX10" fmla="*/ 708162 w 1204771"/>
              <a:gd name="connsiteY10" fmla="*/ 81 h 1693404"/>
              <a:gd name="connsiteX11" fmla="*/ 888730 w 1204771"/>
              <a:gd name="connsiteY11" fmla="*/ 155494 h 1693404"/>
              <a:gd name="connsiteX12" fmla="*/ 982584 w 1204771"/>
              <a:gd name="connsiteY12" fmla="*/ 607876 h 1693404"/>
              <a:gd name="connsiteX13" fmla="*/ 1061423 w 1204771"/>
              <a:gd name="connsiteY13" fmla="*/ 581406 h 1693404"/>
              <a:gd name="connsiteX14" fmla="*/ 1128812 w 1204771"/>
              <a:gd name="connsiteY14" fmla="*/ 585344 h 1693404"/>
              <a:gd name="connsiteX15" fmla="*/ 1181799 w 1204771"/>
              <a:gd name="connsiteY15" fmla="*/ 627187 h 1693404"/>
              <a:gd name="connsiteX16" fmla="*/ 1182638 w 1204771"/>
              <a:gd name="connsiteY16" fmla="*/ 764607 h 1693404"/>
              <a:gd name="connsiteX17" fmla="*/ 1072414 w 1204771"/>
              <a:gd name="connsiteY17" fmla="*/ 881463 h 1693404"/>
              <a:gd name="connsiteX18" fmla="*/ 1042392 w 1204771"/>
              <a:gd name="connsiteY18" fmla="*/ 963365 h 1693404"/>
              <a:gd name="connsiteX19" fmla="*/ 754822 w 1204771"/>
              <a:gd name="connsiteY19" fmla="*/ 1236261 h 1693404"/>
              <a:gd name="connsiteX20" fmla="*/ 338533 w 1204771"/>
              <a:gd name="connsiteY20" fmla="*/ 1594768 h 1693404"/>
              <a:gd name="connsiteX21" fmla="*/ 270508 w 1204771"/>
              <a:gd name="connsiteY21" fmla="*/ 1654027 h 1693404"/>
              <a:gd name="connsiteX22" fmla="*/ 172356 w 1204771"/>
              <a:gd name="connsiteY22" fmla="*/ 1684055 h 1693404"/>
              <a:gd name="connsiteX23" fmla="*/ 6340 w 1204771"/>
              <a:gd name="connsiteY23" fmla="*/ 1484472 h 1693404"/>
              <a:gd name="connsiteX24" fmla="*/ 29962 w 1204771"/>
              <a:gd name="connsiteY24" fmla="*/ 1458324 h 1693404"/>
              <a:gd name="connsiteX25" fmla="*/ 322367 w 1204771"/>
              <a:gd name="connsiteY25" fmla="*/ 1168348 h 1693404"/>
              <a:gd name="connsiteX26" fmla="*/ 731343 w 1204771"/>
              <a:gd name="connsiteY26" fmla="*/ 778328 h 1693404"/>
              <a:gd name="connsiteX27" fmla="*/ 387038 w 1204771"/>
              <a:gd name="connsiteY27" fmla="*/ 1460948 h 1693404"/>
              <a:gd name="connsiteX28" fmla="*/ 978888 w 1204771"/>
              <a:gd name="connsiteY28" fmla="*/ 916124 h 1693404"/>
              <a:gd name="connsiteX29" fmla="*/ 858569 w 1204771"/>
              <a:gd name="connsiteY29" fmla="*/ 754893 h 1693404"/>
              <a:gd name="connsiteX30" fmla="*/ 257459 w 1204771"/>
              <a:gd name="connsiteY30" fmla="*/ 1323267 h 1693404"/>
              <a:gd name="connsiteX31" fmla="*/ 387038 w 1204771"/>
              <a:gd name="connsiteY31" fmla="*/ 1460948 h 1693404"/>
              <a:gd name="connsiteX32" fmla="*/ 209678 w 1204771"/>
              <a:gd name="connsiteY32" fmla="*/ 1370598 h 1693404"/>
              <a:gd name="connsiteX33" fmla="*/ 77717 w 1204771"/>
              <a:gd name="connsiteY33" fmla="*/ 1492617 h 1693404"/>
              <a:gd name="connsiteX34" fmla="*/ 198582 w 1204771"/>
              <a:gd name="connsiteY34" fmla="*/ 1626555 h 1693404"/>
              <a:gd name="connsiteX35" fmla="*/ 320178 w 1204771"/>
              <a:gd name="connsiteY35" fmla="*/ 1515244 h 1693404"/>
              <a:gd name="connsiteX36" fmla="*/ 209678 w 1204771"/>
              <a:gd name="connsiteY36" fmla="*/ 1370598 h 1693404"/>
              <a:gd name="connsiteX37" fmla="*/ 1011559 w 1204771"/>
              <a:gd name="connsiteY37" fmla="*/ 823719 h 1693404"/>
              <a:gd name="connsiteX38" fmla="*/ 1072595 w 1204771"/>
              <a:gd name="connsiteY38" fmla="*/ 777033 h 1693404"/>
              <a:gd name="connsiteX39" fmla="*/ 1123773 w 1204771"/>
              <a:gd name="connsiteY39" fmla="*/ 723065 h 1693404"/>
              <a:gd name="connsiteX40" fmla="*/ 1126012 w 1204771"/>
              <a:gd name="connsiteY40" fmla="*/ 664640 h 1693404"/>
              <a:gd name="connsiteX41" fmla="*/ 1074462 w 1204771"/>
              <a:gd name="connsiteY41" fmla="*/ 645098 h 1693404"/>
              <a:gd name="connsiteX42" fmla="*/ 1056270 w 1204771"/>
              <a:gd name="connsiteY42" fmla="*/ 648979 h 1693404"/>
              <a:gd name="connsiteX43" fmla="*/ 929511 w 1204771"/>
              <a:gd name="connsiteY43" fmla="*/ 730207 h 1693404"/>
              <a:gd name="connsiteX44" fmla="*/ 1011559 w 1204771"/>
              <a:gd name="connsiteY44" fmla="*/ 823719 h 1693404"/>
              <a:gd name="connsiteX0" fmla="*/ 725003 w 1198431"/>
              <a:gd name="connsiteY0" fmla="*/ 778328 h 1693404"/>
              <a:gd name="connsiteX1" fmla="*/ 773511 w 1198431"/>
              <a:gd name="connsiteY1" fmla="*/ 720213 h 1693404"/>
              <a:gd name="connsiteX2" fmla="*/ 766187 w 1198431"/>
              <a:gd name="connsiteY2" fmla="*/ 653587 h 1693404"/>
              <a:gd name="connsiteX3" fmla="*/ 722042 w 1198431"/>
              <a:gd name="connsiteY3" fmla="*/ 581589 h 1693404"/>
              <a:gd name="connsiteX4" fmla="*/ 607224 w 1198431"/>
              <a:gd name="connsiteY4" fmla="*/ 682233 h 1693404"/>
              <a:gd name="connsiteX5" fmla="*/ 607605 w 1198431"/>
              <a:gd name="connsiteY5" fmla="*/ 884540 h 1693404"/>
              <a:gd name="connsiteX6" fmla="*/ 544111 w 1198431"/>
              <a:gd name="connsiteY6" fmla="*/ 951111 h 1693404"/>
              <a:gd name="connsiteX7" fmla="*/ 556968 w 1198431"/>
              <a:gd name="connsiteY7" fmla="*/ 605643 h 1693404"/>
              <a:gd name="connsiteX8" fmla="*/ 670138 w 1198431"/>
              <a:gd name="connsiteY8" fmla="*/ 480995 h 1693404"/>
              <a:gd name="connsiteX9" fmla="*/ 600867 w 1198431"/>
              <a:gd name="connsiteY9" fmla="*/ 170587 h 1693404"/>
              <a:gd name="connsiteX10" fmla="*/ 701822 w 1198431"/>
              <a:gd name="connsiteY10" fmla="*/ 81 h 1693404"/>
              <a:gd name="connsiteX11" fmla="*/ 882390 w 1198431"/>
              <a:gd name="connsiteY11" fmla="*/ 155494 h 1693404"/>
              <a:gd name="connsiteX12" fmla="*/ 976244 w 1198431"/>
              <a:gd name="connsiteY12" fmla="*/ 607876 h 1693404"/>
              <a:gd name="connsiteX13" fmla="*/ 1055083 w 1198431"/>
              <a:gd name="connsiteY13" fmla="*/ 581406 h 1693404"/>
              <a:gd name="connsiteX14" fmla="*/ 1122472 w 1198431"/>
              <a:gd name="connsiteY14" fmla="*/ 585344 h 1693404"/>
              <a:gd name="connsiteX15" fmla="*/ 1175459 w 1198431"/>
              <a:gd name="connsiteY15" fmla="*/ 627187 h 1693404"/>
              <a:gd name="connsiteX16" fmla="*/ 1176298 w 1198431"/>
              <a:gd name="connsiteY16" fmla="*/ 764607 h 1693404"/>
              <a:gd name="connsiteX17" fmla="*/ 1066074 w 1198431"/>
              <a:gd name="connsiteY17" fmla="*/ 881463 h 1693404"/>
              <a:gd name="connsiteX18" fmla="*/ 1036052 w 1198431"/>
              <a:gd name="connsiteY18" fmla="*/ 963365 h 1693404"/>
              <a:gd name="connsiteX19" fmla="*/ 748482 w 1198431"/>
              <a:gd name="connsiteY19" fmla="*/ 1236261 h 1693404"/>
              <a:gd name="connsiteX20" fmla="*/ 332193 w 1198431"/>
              <a:gd name="connsiteY20" fmla="*/ 1594768 h 1693404"/>
              <a:gd name="connsiteX21" fmla="*/ 264168 w 1198431"/>
              <a:gd name="connsiteY21" fmla="*/ 1654027 h 1693404"/>
              <a:gd name="connsiteX22" fmla="*/ 166016 w 1198431"/>
              <a:gd name="connsiteY22" fmla="*/ 1684055 h 1693404"/>
              <a:gd name="connsiteX23" fmla="*/ 0 w 1198431"/>
              <a:gd name="connsiteY23" fmla="*/ 1484472 h 1693404"/>
              <a:gd name="connsiteX24" fmla="*/ 42852 w 1198431"/>
              <a:gd name="connsiteY24" fmla="*/ 1444077 h 1693404"/>
              <a:gd name="connsiteX25" fmla="*/ 316027 w 1198431"/>
              <a:gd name="connsiteY25" fmla="*/ 1168348 h 1693404"/>
              <a:gd name="connsiteX26" fmla="*/ 725003 w 1198431"/>
              <a:gd name="connsiteY26" fmla="*/ 778328 h 1693404"/>
              <a:gd name="connsiteX27" fmla="*/ 380698 w 1198431"/>
              <a:gd name="connsiteY27" fmla="*/ 1460948 h 1693404"/>
              <a:gd name="connsiteX28" fmla="*/ 972548 w 1198431"/>
              <a:gd name="connsiteY28" fmla="*/ 916124 h 1693404"/>
              <a:gd name="connsiteX29" fmla="*/ 852229 w 1198431"/>
              <a:gd name="connsiteY29" fmla="*/ 754893 h 1693404"/>
              <a:gd name="connsiteX30" fmla="*/ 251119 w 1198431"/>
              <a:gd name="connsiteY30" fmla="*/ 1323267 h 1693404"/>
              <a:gd name="connsiteX31" fmla="*/ 380698 w 1198431"/>
              <a:gd name="connsiteY31" fmla="*/ 1460948 h 1693404"/>
              <a:gd name="connsiteX32" fmla="*/ 203338 w 1198431"/>
              <a:gd name="connsiteY32" fmla="*/ 1370598 h 1693404"/>
              <a:gd name="connsiteX33" fmla="*/ 71377 w 1198431"/>
              <a:gd name="connsiteY33" fmla="*/ 1492617 h 1693404"/>
              <a:gd name="connsiteX34" fmla="*/ 192242 w 1198431"/>
              <a:gd name="connsiteY34" fmla="*/ 1626555 h 1693404"/>
              <a:gd name="connsiteX35" fmla="*/ 313838 w 1198431"/>
              <a:gd name="connsiteY35" fmla="*/ 1515244 h 1693404"/>
              <a:gd name="connsiteX36" fmla="*/ 203338 w 1198431"/>
              <a:gd name="connsiteY36" fmla="*/ 1370598 h 1693404"/>
              <a:gd name="connsiteX37" fmla="*/ 1005219 w 1198431"/>
              <a:gd name="connsiteY37" fmla="*/ 823719 h 1693404"/>
              <a:gd name="connsiteX38" fmla="*/ 1066255 w 1198431"/>
              <a:gd name="connsiteY38" fmla="*/ 777033 h 1693404"/>
              <a:gd name="connsiteX39" fmla="*/ 1117433 w 1198431"/>
              <a:gd name="connsiteY39" fmla="*/ 723065 h 1693404"/>
              <a:gd name="connsiteX40" fmla="*/ 1119672 w 1198431"/>
              <a:gd name="connsiteY40" fmla="*/ 664640 h 1693404"/>
              <a:gd name="connsiteX41" fmla="*/ 1068122 w 1198431"/>
              <a:gd name="connsiteY41" fmla="*/ 645098 h 1693404"/>
              <a:gd name="connsiteX42" fmla="*/ 1049930 w 1198431"/>
              <a:gd name="connsiteY42" fmla="*/ 648979 h 1693404"/>
              <a:gd name="connsiteX43" fmla="*/ 923171 w 1198431"/>
              <a:gd name="connsiteY43" fmla="*/ 730207 h 1693404"/>
              <a:gd name="connsiteX44" fmla="*/ 1005219 w 1198431"/>
              <a:gd name="connsiteY44" fmla="*/ 823719 h 1693404"/>
              <a:gd name="connsiteX0" fmla="*/ 725003 w 1198431"/>
              <a:gd name="connsiteY0" fmla="*/ 704401 h 1619477"/>
              <a:gd name="connsiteX1" fmla="*/ 773511 w 1198431"/>
              <a:gd name="connsiteY1" fmla="*/ 646286 h 1619477"/>
              <a:gd name="connsiteX2" fmla="*/ 766187 w 1198431"/>
              <a:gd name="connsiteY2" fmla="*/ 579660 h 1619477"/>
              <a:gd name="connsiteX3" fmla="*/ 722042 w 1198431"/>
              <a:gd name="connsiteY3" fmla="*/ 507662 h 1619477"/>
              <a:gd name="connsiteX4" fmla="*/ 607224 w 1198431"/>
              <a:gd name="connsiteY4" fmla="*/ 608306 h 1619477"/>
              <a:gd name="connsiteX5" fmla="*/ 607605 w 1198431"/>
              <a:gd name="connsiteY5" fmla="*/ 810613 h 1619477"/>
              <a:gd name="connsiteX6" fmla="*/ 544111 w 1198431"/>
              <a:gd name="connsiteY6" fmla="*/ 877184 h 1619477"/>
              <a:gd name="connsiteX7" fmla="*/ 556968 w 1198431"/>
              <a:gd name="connsiteY7" fmla="*/ 531716 h 1619477"/>
              <a:gd name="connsiteX8" fmla="*/ 670138 w 1198431"/>
              <a:gd name="connsiteY8" fmla="*/ 407068 h 1619477"/>
              <a:gd name="connsiteX9" fmla="*/ 600867 w 1198431"/>
              <a:gd name="connsiteY9" fmla="*/ 96660 h 1619477"/>
              <a:gd name="connsiteX10" fmla="*/ 718444 w 1198431"/>
              <a:gd name="connsiteY10" fmla="*/ 1126 h 1619477"/>
              <a:gd name="connsiteX11" fmla="*/ 882390 w 1198431"/>
              <a:gd name="connsiteY11" fmla="*/ 81567 h 1619477"/>
              <a:gd name="connsiteX12" fmla="*/ 976244 w 1198431"/>
              <a:gd name="connsiteY12" fmla="*/ 533949 h 1619477"/>
              <a:gd name="connsiteX13" fmla="*/ 1055083 w 1198431"/>
              <a:gd name="connsiteY13" fmla="*/ 507479 h 1619477"/>
              <a:gd name="connsiteX14" fmla="*/ 1122472 w 1198431"/>
              <a:gd name="connsiteY14" fmla="*/ 511417 h 1619477"/>
              <a:gd name="connsiteX15" fmla="*/ 1175459 w 1198431"/>
              <a:gd name="connsiteY15" fmla="*/ 553260 h 1619477"/>
              <a:gd name="connsiteX16" fmla="*/ 1176298 w 1198431"/>
              <a:gd name="connsiteY16" fmla="*/ 690680 h 1619477"/>
              <a:gd name="connsiteX17" fmla="*/ 1066074 w 1198431"/>
              <a:gd name="connsiteY17" fmla="*/ 807536 h 1619477"/>
              <a:gd name="connsiteX18" fmla="*/ 1036052 w 1198431"/>
              <a:gd name="connsiteY18" fmla="*/ 889438 h 1619477"/>
              <a:gd name="connsiteX19" fmla="*/ 748482 w 1198431"/>
              <a:gd name="connsiteY19" fmla="*/ 1162334 h 1619477"/>
              <a:gd name="connsiteX20" fmla="*/ 332193 w 1198431"/>
              <a:gd name="connsiteY20" fmla="*/ 1520841 h 1619477"/>
              <a:gd name="connsiteX21" fmla="*/ 264168 w 1198431"/>
              <a:gd name="connsiteY21" fmla="*/ 1580100 h 1619477"/>
              <a:gd name="connsiteX22" fmla="*/ 166016 w 1198431"/>
              <a:gd name="connsiteY22" fmla="*/ 1610128 h 1619477"/>
              <a:gd name="connsiteX23" fmla="*/ 0 w 1198431"/>
              <a:gd name="connsiteY23" fmla="*/ 1410545 h 1619477"/>
              <a:gd name="connsiteX24" fmla="*/ 42852 w 1198431"/>
              <a:gd name="connsiteY24" fmla="*/ 1370150 h 1619477"/>
              <a:gd name="connsiteX25" fmla="*/ 316027 w 1198431"/>
              <a:gd name="connsiteY25" fmla="*/ 1094421 h 1619477"/>
              <a:gd name="connsiteX26" fmla="*/ 725003 w 1198431"/>
              <a:gd name="connsiteY26" fmla="*/ 704401 h 1619477"/>
              <a:gd name="connsiteX27" fmla="*/ 380698 w 1198431"/>
              <a:gd name="connsiteY27" fmla="*/ 1387021 h 1619477"/>
              <a:gd name="connsiteX28" fmla="*/ 972548 w 1198431"/>
              <a:gd name="connsiteY28" fmla="*/ 842197 h 1619477"/>
              <a:gd name="connsiteX29" fmla="*/ 852229 w 1198431"/>
              <a:gd name="connsiteY29" fmla="*/ 680966 h 1619477"/>
              <a:gd name="connsiteX30" fmla="*/ 251119 w 1198431"/>
              <a:gd name="connsiteY30" fmla="*/ 1249340 h 1619477"/>
              <a:gd name="connsiteX31" fmla="*/ 380698 w 1198431"/>
              <a:gd name="connsiteY31" fmla="*/ 1387021 h 1619477"/>
              <a:gd name="connsiteX32" fmla="*/ 203338 w 1198431"/>
              <a:gd name="connsiteY32" fmla="*/ 1296671 h 1619477"/>
              <a:gd name="connsiteX33" fmla="*/ 71377 w 1198431"/>
              <a:gd name="connsiteY33" fmla="*/ 1418690 h 1619477"/>
              <a:gd name="connsiteX34" fmla="*/ 192242 w 1198431"/>
              <a:gd name="connsiteY34" fmla="*/ 1552628 h 1619477"/>
              <a:gd name="connsiteX35" fmla="*/ 313838 w 1198431"/>
              <a:gd name="connsiteY35" fmla="*/ 1441317 h 1619477"/>
              <a:gd name="connsiteX36" fmla="*/ 203338 w 1198431"/>
              <a:gd name="connsiteY36" fmla="*/ 1296671 h 1619477"/>
              <a:gd name="connsiteX37" fmla="*/ 1005219 w 1198431"/>
              <a:gd name="connsiteY37" fmla="*/ 749792 h 1619477"/>
              <a:gd name="connsiteX38" fmla="*/ 1066255 w 1198431"/>
              <a:gd name="connsiteY38" fmla="*/ 703106 h 1619477"/>
              <a:gd name="connsiteX39" fmla="*/ 1117433 w 1198431"/>
              <a:gd name="connsiteY39" fmla="*/ 649138 h 1619477"/>
              <a:gd name="connsiteX40" fmla="*/ 1119672 w 1198431"/>
              <a:gd name="connsiteY40" fmla="*/ 590713 h 1619477"/>
              <a:gd name="connsiteX41" fmla="*/ 1068122 w 1198431"/>
              <a:gd name="connsiteY41" fmla="*/ 571171 h 1619477"/>
              <a:gd name="connsiteX42" fmla="*/ 1049930 w 1198431"/>
              <a:gd name="connsiteY42" fmla="*/ 575052 h 1619477"/>
              <a:gd name="connsiteX43" fmla="*/ 923171 w 1198431"/>
              <a:gd name="connsiteY43" fmla="*/ 656280 h 1619477"/>
              <a:gd name="connsiteX44" fmla="*/ 1005219 w 1198431"/>
              <a:gd name="connsiteY44" fmla="*/ 749792 h 1619477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7605 w 1198431"/>
              <a:gd name="connsiteY5" fmla="*/ 820876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7605 w 1198431"/>
              <a:gd name="connsiteY5" fmla="*/ 820876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6652 w 1198431"/>
              <a:gd name="connsiteY5" fmla="*/ 805659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6652 w 1198431"/>
              <a:gd name="connsiteY5" fmla="*/ 805659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26483 w 1198431"/>
              <a:gd name="connsiteY6" fmla="*/ 903456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2600 w 1198431"/>
              <a:gd name="connsiteY6" fmla="*/ 88617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89026 w 1198431"/>
              <a:gd name="connsiteY8" fmla="*/ 445212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89026 w 1198431"/>
              <a:gd name="connsiteY8" fmla="*/ 445212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81345 w 1198431"/>
              <a:gd name="connsiteY8" fmla="*/ 429670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6576 w 1198431"/>
              <a:gd name="connsiteY4" fmla="*/ 632026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6576 w 1198431"/>
              <a:gd name="connsiteY4" fmla="*/ 632026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884347 w 1198431"/>
              <a:gd name="connsiteY10" fmla="*/ 571357 h 1651416"/>
              <a:gd name="connsiteX11" fmla="*/ 718444 w 1198431"/>
              <a:gd name="connsiteY11" fmla="*/ 33065 h 1651416"/>
              <a:gd name="connsiteX12" fmla="*/ 882390 w 1198431"/>
              <a:gd name="connsiteY12" fmla="*/ 113506 h 1651416"/>
              <a:gd name="connsiteX13" fmla="*/ 976244 w 1198431"/>
              <a:gd name="connsiteY13" fmla="*/ 565888 h 1651416"/>
              <a:gd name="connsiteX14" fmla="*/ 1055083 w 1198431"/>
              <a:gd name="connsiteY14" fmla="*/ 539418 h 1651416"/>
              <a:gd name="connsiteX15" fmla="*/ 1122472 w 1198431"/>
              <a:gd name="connsiteY15" fmla="*/ 543356 h 1651416"/>
              <a:gd name="connsiteX16" fmla="*/ 1175459 w 1198431"/>
              <a:gd name="connsiteY16" fmla="*/ 585199 h 1651416"/>
              <a:gd name="connsiteX17" fmla="*/ 1176298 w 1198431"/>
              <a:gd name="connsiteY17" fmla="*/ 722619 h 1651416"/>
              <a:gd name="connsiteX18" fmla="*/ 1066074 w 1198431"/>
              <a:gd name="connsiteY18" fmla="*/ 839475 h 1651416"/>
              <a:gd name="connsiteX19" fmla="*/ 1036052 w 1198431"/>
              <a:gd name="connsiteY19" fmla="*/ 921377 h 1651416"/>
              <a:gd name="connsiteX20" fmla="*/ 748482 w 1198431"/>
              <a:gd name="connsiteY20" fmla="*/ 1194273 h 1651416"/>
              <a:gd name="connsiteX21" fmla="*/ 332193 w 1198431"/>
              <a:gd name="connsiteY21" fmla="*/ 1552780 h 1651416"/>
              <a:gd name="connsiteX22" fmla="*/ 264168 w 1198431"/>
              <a:gd name="connsiteY22" fmla="*/ 1612039 h 1651416"/>
              <a:gd name="connsiteX23" fmla="*/ 166016 w 1198431"/>
              <a:gd name="connsiteY23" fmla="*/ 1642067 h 1651416"/>
              <a:gd name="connsiteX24" fmla="*/ 0 w 1198431"/>
              <a:gd name="connsiteY24" fmla="*/ 1442484 h 1651416"/>
              <a:gd name="connsiteX25" fmla="*/ 42852 w 1198431"/>
              <a:gd name="connsiteY25" fmla="*/ 1402089 h 1651416"/>
              <a:gd name="connsiteX26" fmla="*/ 316027 w 1198431"/>
              <a:gd name="connsiteY26" fmla="*/ 1126360 h 1651416"/>
              <a:gd name="connsiteX27" fmla="*/ 725003 w 1198431"/>
              <a:gd name="connsiteY27" fmla="*/ 736340 h 1651416"/>
              <a:gd name="connsiteX28" fmla="*/ 380698 w 1198431"/>
              <a:gd name="connsiteY28" fmla="*/ 1418960 h 1651416"/>
              <a:gd name="connsiteX29" fmla="*/ 972548 w 1198431"/>
              <a:gd name="connsiteY29" fmla="*/ 874136 h 1651416"/>
              <a:gd name="connsiteX30" fmla="*/ 852229 w 1198431"/>
              <a:gd name="connsiteY30" fmla="*/ 712905 h 1651416"/>
              <a:gd name="connsiteX31" fmla="*/ 251119 w 1198431"/>
              <a:gd name="connsiteY31" fmla="*/ 1281279 h 1651416"/>
              <a:gd name="connsiteX32" fmla="*/ 380698 w 1198431"/>
              <a:gd name="connsiteY32" fmla="*/ 1418960 h 1651416"/>
              <a:gd name="connsiteX33" fmla="*/ 203338 w 1198431"/>
              <a:gd name="connsiteY33" fmla="*/ 1328610 h 1651416"/>
              <a:gd name="connsiteX34" fmla="*/ 71377 w 1198431"/>
              <a:gd name="connsiteY34" fmla="*/ 1450629 h 1651416"/>
              <a:gd name="connsiteX35" fmla="*/ 192242 w 1198431"/>
              <a:gd name="connsiteY35" fmla="*/ 1584567 h 1651416"/>
              <a:gd name="connsiteX36" fmla="*/ 313838 w 1198431"/>
              <a:gd name="connsiteY36" fmla="*/ 1473256 h 1651416"/>
              <a:gd name="connsiteX37" fmla="*/ 203338 w 1198431"/>
              <a:gd name="connsiteY37" fmla="*/ 1328610 h 1651416"/>
              <a:gd name="connsiteX38" fmla="*/ 1005219 w 1198431"/>
              <a:gd name="connsiteY38" fmla="*/ 781731 h 1651416"/>
              <a:gd name="connsiteX39" fmla="*/ 1066255 w 1198431"/>
              <a:gd name="connsiteY39" fmla="*/ 735045 h 1651416"/>
              <a:gd name="connsiteX40" fmla="*/ 1117433 w 1198431"/>
              <a:gd name="connsiteY40" fmla="*/ 681077 h 1651416"/>
              <a:gd name="connsiteX41" fmla="*/ 1119672 w 1198431"/>
              <a:gd name="connsiteY41" fmla="*/ 622652 h 1651416"/>
              <a:gd name="connsiteX42" fmla="*/ 1068122 w 1198431"/>
              <a:gd name="connsiteY42" fmla="*/ 603110 h 1651416"/>
              <a:gd name="connsiteX43" fmla="*/ 1049930 w 1198431"/>
              <a:gd name="connsiteY43" fmla="*/ 606991 h 1651416"/>
              <a:gd name="connsiteX44" fmla="*/ 923171 w 1198431"/>
              <a:gd name="connsiteY44" fmla="*/ 688219 h 1651416"/>
              <a:gd name="connsiteX45" fmla="*/ 1005219 w 1198431"/>
              <a:gd name="connsiteY45" fmla="*/ 781731 h 1651416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696233 w 1198431"/>
              <a:gd name="connsiteY10" fmla="*/ 50076 h 1651416"/>
              <a:gd name="connsiteX11" fmla="*/ 884347 w 1198431"/>
              <a:gd name="connsiteY11" fmla="*/ 571357 h 1651416"/>
              <a:gd name="connsiteX12" fmla="*/ 718444 w 1198431"/>
              <a:gd name="connsiteY12" fmla="*/ 33065 h 1651416"/>
              <a:gd name="connsiteX13" fmla="*/ 882390 w 1198431"/>
              <a:gd name="connsiteY13" fmla="*/ 113506 h 1651416"/>
              <a:gd name="connsiteX14" fmla="*/ 976244 w 1198431"/>
              <a:gd name="connsiteY14" fmla="*/ 565888 h 1651416"/>
              <a:gd name="connsiteX15" fmla="*/ 1055083 w 1198431"/>
              <a:gd name="connsiteY15" fmla="*/ 539418 h 1651416"/>
              <a:gd name="connsiteX16" fmla="*/ 1122472 w 1198431"/>
              <a:gd name="connsiteY16" fmla="*/ 543356 h 1651416"/>
              <a:gd name="connsiteX17" fmla="*/ 1175459 w 1198431"/>
              <a:gd name="connsiteY17" fmla="*/ 585199 h 1651416"/>
              <a:gd name="connsiteX18" fmla="*/ 1176298 w 1198431"/>
              <a:gd name="connsiteY18" fmla="*/ 722619 h 1651416"/>
              <a:gd name="connsiteX19" fmla="*/ 1066074 w 1198431"/>
              <a:gd name="connsiteY19" fmla="*/ 839475 h 1651416"/>
              <a:gd name="connsiteX20" fmla="*/ 1036052 w 1198431"/>
              <a:gd name="connsiteY20" fmla="*/ 921377 h 1651416"/>
              <a:gd name="connsiteX21" fmla="*/ 748482 w 1198431"/>
              <a:gd name="connsiteY21" fmla="*/ 1194273 h 1651416"/>
              <a:gd name="connsiteX22" fmla="*/ 332193 w 1198431"/>
              <a:gd name="connsiteY22" fmla="*/ 1552780 h 1651416"/>
              <a:gd name="connsiteX23" fmla="*/ 264168 w 1198431"/>
              <a:gd name="connsiteY23" fmla="*/ 1612039 h 1651416"/>
              <a:gd name="connsiteX24" fmla="*/ 166016 w 1198431"/>
              <a:gd name="connsiteY24" fmla="*/ 1642067 h 1651416"/>
              <a:gd name="connsiteX25" fmla="*/ 0 w 1198431"/>
              <a:gd name="connsiteY25" fmla="*/ 1442484 h 1651416"/>
              <a:gd name="connsiteX26" fmla="*/ 42852 w 1198431"/>
              <a:gd name="connsiteY26" fmla="*/ 1402089 h 1651416"/>
              <a:gd name="connsiteX27" fmla="*/ 316027 w 1198431"/>
              <a:gd name="connsiteY27" fmla="*/ 1126360 h 1651416"/>
              <a:gd name="connsiteX28" fmla="*/ 725003 w 1198431"/>
              <a:gd name="connsiteY28" fmla="*/ 736340 h 1651416"/>
              <a:gd name="connsiteX29" fmla="*/ 380698 w 1198431"/>
              <a:gd name="connsiteY29" fmla="*/ 1418960 h 1651416"/>
              <a:gd name="connsiteX30" fmla="*/ 972548 w 1198431"/>
              <a:gd name="connsiteY30" fmla="*/ 874136 h 1651416"/>
              <a:gd name="connsiteX31" fmla="*/ 852229 w 1198431"/>
              <a:gd name="connsiteY31" fmla="*/ 712905 h 1651416"/>
              <a:gd name="connsiteX32" fmla="*/ 251119 w 1198431"/>
              <a:gd name="connsiteY32" fmla="*/ 1281279 h 1651416"/>
              <a:gd name="connsiteX33" fmla="*/ 380698 w 1198431"/>
              <a:gd name="connsiteY33" fmla="*/ 1418960 h 1651416"/>
              <a:gd name="connsiteX34" fmla="*/ 203338 w 1198431"/>
              <a:gd name="connsiteY34" fmla="*/ 1328610 h 1651416"/>
              <a:gd name="connsiteX35" fmla="*/ 71377 w 1198431"/>
              <a:gd name="connsiteY35" fmla="*/ 1450629 h 1651416"/>
              <a:gd name="connsiteX36" fmla="*/ 192242 w 1198431"/>
              <a:gd name="connsiteY36" fmla="*/ 1584567 h 1651416"/>
              <a:gd name="connsiteX37" fmla="*/ 313838 w 1198431"/>
              <a:gd name="connsiteY37" fmla="*/ 1473256 h 1651416"/>
              <a:gd name="connsiteX38" fmla="*/ 203338 w 1198431"/>
              <a:gd name="connsiteY38" fmla="*/ 1328610 h 1651416"/>
              <a:gd name="connsiteX39" fmla="*/ 1005219 w 1198431"/>
              <a:gd name="connsiteY39" fmla="*/ 781731 h 1651416"/>
              <a:gd name="connsiteX40" fmla="*/ 1066255 w 1198431"/>
              <a:gd name="connsiteY40" fmla="*/ 735045 h 1651416"/>
              <a:gd name="connsiteX41" fmla="*/ 1117433 w 1198431"/>
              <a:gd name="connsiteY41" fmla="*/ 681077 h 1651416"/>
              <a:gd name="connsiteX42" fmla="*/ 1119672 w 1198431"/>
              <a:gd name="connsiteY42" fmla="*/ 622652 h 1651416"/>
              <a:gd name="connsiteX43" fmla="*/ 1068122 w 1198431"/>
              <a:gd name="connsiteY43" fmla="*/ 603110 h 1651416"/>
              <a:gd name="connsiteX44" fmla="*/ 1049930 w 1198431"/>
              <a:gd name="connsiteY44" fmla="*/ 606991 h 1651416"/>
              <a:gd name="connsiteX45" fmla="*/ 923171 w 1198431"/>
              <a:gd name="connsiteY45" fmla="*/ 688219 h 1651416"/>
              <a:gd name="connsiteX46" fmla="*/ 1005219 w 1198431"/>
              <a:gd name="connsiteY46" fmla="*/ 781731 h 1651416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696233 w 1198431"/>
              <a:gd name="connsiteY10" fmla="*/ 50076 h 1651416"/>
              <a:gd name="connsiteX11" fmla="*/ 716621 w 1198431"/>
              <a:gd name="connsiteY11" fmla="*/ 316862 h 1651416"/>
              <a:gd name="connsiteX12" fmla="*/ 884347 w 1198431"/>
              <a:gd name="connsiteY12" fmla="*/ 571357 h 1651416"/>
              <a:gd name="connsiteX13" fmla="*/ 718444 w 1198431"/>
              <a:gd name="connsiteY13" fmla="*/ 33065 h 1651416"/>
              <a:gd name="connsiteX14" fmla="*/ 882390 w 1198431"/>
              <a:gd name="connsiteY14" fmla="*/ 113506 h 1651416"/>
              <a:gd name="connsiteX15" fmla="*/ 976244 w 1198431"/>
              <a:gd name="connsiteY15" fmla="*/ 565888 h 1651416"/>
              <a:gd name="connsiteX16" fmla="*/ 1055083 w 1198431"/>
              <a:gd name="connsiteY16" fmla="*/ 539418 h 1651416"/>
              <a:gd name="connsiteX17" fmla="*/ 1122472 w 1198431"/>
              <a:gd name="connsiteY17" fmla="*/ 543356 h 1651416"/>
              <a:gd name="connsiteX18" fmla="*/ 1175459 w 1198431"/>
              <a:gd name="connsiteY18" fmla="*/ 585199 h 1651416"/>
              <a:gd name="connsiteX19" fmla="*/ 1176298 w 1198431"/>
              <a:gd name="connsiteY19" fmla="*/ 722619 h 1651416"/>
              <a:gd name="connsiteX20" fmla="*/ 1066074 w 1198431"/>
              <a:gd name="connsiteY20" fmla="*/ 839475 h 1651416"/>
              <a:gd name="connsiteX21" fmla="*/ 1036052 w 1198431"/>
              <a:gd name="connsiteY21" fmla="*/ 921377 h 1651416"/>
              <a:gd name="connsiteX22" fmla="*/ 748482 w 1198431"/>
              <a:gd name="connsiteY22" fmla="*/ 1194273 h 1651416"/>
              <a:gd name="connsiteX23" fmla="*/ 332193 w 1198431"/>
              <a:gd name="connsiteY23" fmla="*/ 1552780 h 1651416"/>
              <a:gd name="connsiteX24" fmla="*/ 264168 w 1198431"/>
              <a:gd name="connsiteY24" fmla="*/ 1612039 h 1651416"/>
              <a:gd name="connsiteX25" fmla="*/ 166016 w 1198431"/>
              <a:gd name="connsiteY25" fmla="*/ 1642067 h 1651416"/>
              <a:gd name="connsiteX26" fmla="*/ 0 w 1198431"/>
              <a:gd name="connsiteY26" fmla="*/ 1442484 h 1651416"/>
              <a:gd name="connsiteX27" fmla="*/ 42852 w 1198431"/>
              <a:gd name="connsiteY27" fmla="*/ 1402089 h 1651416"/>
              <a:gd name="connsiteX28" fmla="*/ 316027 w 1198431"/>
              <a:gd name="connsiteY28" fmla="*/ 1126360 h 1651416"/>
              <a:gd name="connsiteX29" fmla="*/ 725003 w 1198431"/>
              <a:gd name="connsiteY29" fmla="*/ 736340 h 1651416"/>
              <a:gd name="connsiteX30" fmla="*/ 380698 w 1198431"/>
              <a:gd name="connsiteY30" fmla="*/ 1418960 h 1651416"/>
              <a:gd name="connsiteX31" fmla="*/ 972548 w 1198431"/>
              <a:gd name="connsiteY31" fmla="*/ 874136 h 1651416"/>
              <a:gd name="connsiteX32" fmla="*/ 852229 w 1198431"/>
              <a:gd name="connsiteY32" fmla="*/ 712905 h 1651416"/>
              <a:gd name="connsiteX33" fmla="*/ 251119 w 1198431"/>
              <a:gd name="connsiteY33" fmla="*/ 1281279 h 1651416"/>
              <a:gd name="connsiteX34" fmla="*/ 380698 w 1198431"/>
              <a:gd name="connsiteY34" fmla="*/ 1418960 h 1651416"/>
              <a:gd name="connsiteX35" fmla="*/ 203338 w 1198431"/>
              <a:gd name="connsiteY35" fmla="*/ 1328610 h 1651416"/>
              <a:gd name="connsiteX36" fmla="*/ 71377 w 1198431"/>
              <a:gd name="connsiteY36" fmla="*/ 1450629 h 1651416"/>
              <a:gd name="connsiteX37" fmla="*/ 192242 w 1198431"/>
              <a:gd name="connsiteY37" fmla="*/ 1584567 h 1651416"/>
              <a:gd name="connsiteX38" fmla="*/ 313838 w 1198431"/>
              <a:gd name="connsiteY38" fmla="*/ 1473256 h 1651416"/>
              <a:gd name="connsiteX39" fmla="*/ 203338 w 1198431"/>
              <a:gd name="connsiteY39" fmla="*/ 1328610 h 1651416"/>
              <a:gd name="connsiteX40" fmla="*/ 1005219 w 1198431"/>
              <a:gd name="connsiteY40" fmla="*/ 781731 h 1651416"/>
              <a:gd name="connsiteX41" fmla="*/ 1066255 w 1198431"/>
              <a:gd name="connsiteY41" fmla="*/ 735045 h 1651416"/>
              <a:gd name="connsiteX42" fmla="*/ 1117433 w 1198431"/>
              <a:gd name="connsiteY42" fmla="*/ 681077 h 1651416"/>
              <a:gd name="connsiteX43" fmla="*/ 1119672 w 1198431"/>
              <a:gd name="connsiteY43" fmla="*/ 622652 h 1651416"/>
              <a:gd name="connsiteX44" fmla="*/ 1068122 w 1198431"/>
              <a:gd name="connsiteY44" fmla="*/ 603110 h 1651416"/>
              <a:gd name="connsiteX45" fmla="*/ 1049930 w 1198431"/>
              <a:gd name="connsiteY45" fmla="*/ 606991 h 1651416"/>
              <a:gd name="connsiteX46" fmla="*/ 923171 w 1198431"/>
              <a:gd name="connsiteY46" fmla="*/ 688219 h 1651416"/>
              <a:gd name="connsiteX47" fmla="*/ 1005219 w 1198431"/>
              <a:gd name="connsiteY47" fmla="*/ 781731 h 1651416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696233 w 1198431"/>
              <a:gd name="connsiteY10" fmla="*/ 43149 h 1644489"/>
              <a:gd name="connsiteX11" fmla="*/ 716621 w 1198431"/>
              <a:gd name="connsiteY11" fmla="*/ 309935 h 1644489"/>
              <a:gd name="connsiteX12" fmla="*/ 854270 w 1198431"/>
              <a:gd name="connsiteY12" fmla="*/ 470228 h 1644489"/>
              <a:gd name="connsiteX13" fmla="*/ 718444 w 1198431"/>
              <a:gd name="connsiteY13" fmla="*/ 26138 h 1644489"/>
              <a:gd name="connsiteX14" fmla="*/ 882390 w 1198431"/>
              <a:gd name="connsiteY14" fmla="*/ 106579 h 1644489"/>
              <a:gd name="connsiteX15" fmla="*/ 976244 w 1198431"/>
              <a:gd name="connsiteY15" fmla="*/ 558961 h 1644489"/>
              <a:gd name="connsiteX16" fmla="*/ 1055083 w 1198431"/>
              <a:gd name="connsiteY16" fmla="*/ 532491 h 1644489"/>
              <a:gd name="connsiteX17" fmla="*/ 1122472 w 1198431"/>
              <a:gd name="connsiteY17" fmla="*/ 536429 h 1644489"/>
              <a:gd name="connsiteX18" fmla="*/ 1175459 w 1198431"/>
              <a:gd name="connsiteY18" fmla="*/ 578272 h 1644489"/>
              <a:gd name="connsiteX19" fmla="*/ 1176298 w 1198431"/>
              <a:gd name="connsiteY19" fmla="*/ 715692 h 1644489"/>
              <a:gd name="connsiteX20" fmla="*/ 1066074 w 1198431"/>
              <a:gd name="connsiteY20" fmla="*/ 832548 h 1644489"/>
              <a:gd name="connsiteX21" fmla="*/ 1036052 w 1198431"/>
              <a:gd name="connsiteY21" fmla="*/ 914450 h 1644489"/>
              <a:gd name="connsiteX22" fmla="*/ 748482 w 1198431"/>
              <a:gd name="connsiteY22" fmla="*/ 1187346 h 1644489"/>
              <a:gd name="connsiteX23" fmla="*/ 332193 w 1198431"/>
              <a:gd name="connsiteY23" fmla="*/ 1545853 h 1644489"/>
              <a:gd name="connsiteX24" fmla="*/ 264168 w 1198431"/>
              <a:gd name="connsiteY24" fmla="*/ 1605112 h 1644489"/>
              <a:gd name="connsiteX25" fmla="*/ 166016 w 1198431"/>
              <a:gd name="connsiteY25" fmla="*/ 1635140 h 1644489"/>
              <a:gd name="connsiteX26" fmla="*/ 0 w 1198431"/>
              <a:gd name="connsiteY26" fmla="*/ 1435557 h 1644489"/>
              <a:gd name="connsiteX27" fmla="*/ 42852 w 1198431"/>
              <a:gd name="connsiteY27" fmla="*/ 1395162 h 1644489"/>
              <a:gd name="connsiteX28" fmla="*/ 316027 w 1198431"/>
              <a:gd name="connsiteY28" fmla="*/ 1119433 h 1644489"/>
              <a:gd name="connsiteX29" fmla="*/ 725003 w 1198431"/>
              <a:gd name="connsiteY29" fmla="*/ 729413 h 1644489"/>
              <a:gd name="connsiteX30" fmla="*/ 380698 w 1198431"/>
              <a:gd name="connsiteY30" fmla="*/ 1412033 h 1644489"/>
              <a:gd name="connsiteX31" fmla="*/ 972548 w 1198431"/>
              <a:gd name="connsiteY31" fmla="*/ 867209 h 1644489"/>
              <a:gd name="connsiteX32" fmla="*/ 852229 w 1198431"/>
              <a:gd name="connsiteY32" fmla="*/ 705978 h 1644489"/>
              <a:gd name="connsiteX33" fmla="*/ 251119 w 1198431"/>
              <a:gd name="connsiteY33" fmla="*/ 1274352 h 1644489"/>
              <a:gd name="connsiteX34" fmla="*/ 380698 w 1198431"/>
              <a:gd name="connsiteY34" fmla="*/ 1412033 h 1644489"/>
              <a:gd name="connsiteX35" fmla="*/ 203338 w 1198431"/>
              <a:gd name="connsiteY35" fmla="*/ 1321683 h 1644489"/>
              <a:gd name="connsiteX36" fmla="*/ 71377 w 1198431"/>
              <a:gd name="connsiteY36" fmla="*/ 1443702 h 1644489"/>
              <a:gd name="connsiteX37" fmla="*/ 192242 w 1198431"/>
              <a:gd name="connsiteY37" fmla="*/ 1577640 h 1644489"/>
              <a:gd name="connsiteX38" fmla="*/ 313838 w 1198431"/>
              <a:gd name="connsiteY38" fmla="*/ 1466329 h 1644489"/>
              <a:gd name="connsiteX39" fmla="*/ 203338 w 1198431"/>
              <a:gd name="connsiteY39" fmla="*/ 1321683 h 1644489"/>
              <a:gd name="connsiteX40" fmla="*/ 1005219 w 1198431"/>
              <a:gd name="connsiteY40" fmla="*/ 774804 h 1644489"/>
              <a:gd name="connsiteX41" fmla="*/ 1066255 w 1198431"/>
              <a:gd name="connsiteY41" fmla="*/ 728118 h 1644489"/>
              <a:gd name="connsiteX42" fmla="*/ 1117433 w 1198431"/>
              <a:gd name="connsiteY42" fmla="*/ 674150 h 1644489"/>
              <a:gd name="connsiteX43" fmla="*/ 1119672 w 1198431"/>
              <a:gd name="connsiteY43" fmla="*/ 615725 h 1644489"/>
              <a:gd name="connsiteX44" fmla="*/ 1068122 w 1198431"/>
              <a:gd name="connsiteY44" fmla="*/ 596183 h 1644489"/>
              <a:gd name="connsiteX45" fmla="*/ 1049930 w 1198431"/>
              <a:gd name="connsiteY45" fmla="*/ 600064 h 1644489"/>
              <a:gd name="connsiteX46" fmla="*/ 923171 w 1198431"/>
              <a:gd name="connsiteY46" fmla="*/ 681292 h 1644489"/>
              <a:gd name="connsiteX47" fmla="*/ 1005219 w 1198431"/>
              <a:gd name="connsiteY47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696233 w 1198431"/>
              <a:gd name="connsiteY10" fmla="*/ 43149 h 1644489"/>
              <a:gd name="connsiteX11" fmla="*/ 716621 w 1198431"/>
              <a:gd name="connsiteY11" fmla="*/ 309935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16621 w 1198431"/>
              <a:gd name="connsiteY11" fmla="*/ 309935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03469 w 1198431"/>
              <a:gd name="connsiteY12" fmla="*/ 519006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22023 w 1198431"/>
              <a:gd name="connsiteY12" fmla="*/ 507439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22023 w 1198431"/>
              <a:gd name="connsiteY12" fmla="*/ 501823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47284 w 1198431"/>
              <a:gd name="connsiteY12" fmla="*/ 494732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51627 w 1198431"/>
              <a:gd name="connsiteY12" fmla="*/ 490788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46239 w 1198431"/>
              <a:gd name="connsiteY11" fmla="*/ 264212 h 1638873"/>
              <a:gd name="connsiteX12" fmla="*/ 851627 w 1198431"/>
              <a:gd name="connsiteY12" fmla="*/ 490788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4056 h 1639132"/>
              <a:gd name="connsiteX1" fmla="*/ 773511 w 1198431"/>
              <a:gd name="connsiteY1" fmla="*/ 665941 h 1639132"/>
              <a:gd name="connsiteX2" fmla="*/ 766187 w 1198431"/>
              <a:gd name="connsiteY2" fmla="*/ 599315 h 1639132"/>
              <a:gd name="connsiteX3" fmla="*/ 722042 w 1198431"/>
              <a:gd name="connsiteY3" fmla="*/ 527317 h 1639132"/>
              <a:gd name="connsiteX4" fmla="*/ 606576 w 1198431"/>
              <a:gd name="connsiteY4" fmla="*/ 641418 h 1639132"/>
              <a:gd name="connsiteX5" fmla="*/ 605519 w 1198431"/>
              <a:gd name="connsiteY5" fmla="*/ 838596 h 1639132"/>
              <a:gd name="connsiteX6" fmla="*/ 549560 w 1198431"/>
              <a:gd name="connsiteY6" fmla="*/ 888672 h 1639132"/>
              <a:gd name="connsiteX7" fmla="*/ 559341 w 1198431"/>
              <a:gd name="connsiteY7" fmla="*/ 607116 h 1639132"/>
              <a:gd name="connsiteX8" fmla="*/ 671901 w 1198431"/>
              <a:gd name="connsiteY8" fmla="*/ 425121 h 1639132"/>
              <a:gd name="connsiteX9" fmla="*/ 600867 w 1198431"/>
              <a:gd name="connsiteY9" fmla="*/ 116315 h 1639132"/>
              <a:gd name="connsiteX10" fmla="*/ 721759 w 1198431"/>
              <a:gd name="connsiteY10" fmla="*/ 25176 h 1639132"/>
              <a:gd name="connsiteX11" fmla="*/ 746239 w 1198431"/>
              <a:gd name="connsiteY11" fmla="*/ 264471 h 1639132"/>
              <a:gd name="connsiteX12" fmla="*/ 851627 w 1198431"/>
              <a:gd name="connsiteY12" fmla="*/ 491047 h 1639132"/>
              <a:gd name="connsiteX13" fmla="*/ 832865 w 1198431"/>
              <a:gd name="connsiteY13" fmla="*/ 391851 h 1639132"/>
              <a:gd name="connsiteX14" fmla="*/ 718444 w 1198431"/>
              <a:gd name="connsiteY14" fmla="*/ 20781 h 1639132"/>
              <a:gd name="connsiteX15" fmla="*/ 882390 w 1198431"/>
              <a:gd name="connsiteY15" fmla="*/ 101222 h 1639132"/>
              <a:gd name="connsiteX16" fmla="*/ 976244 w 1198431"/>
              <a:gd name="connsiteY16" fmla="*/ 553604 h 1639132"/>
              <a:gd name="connsiteX17" fmla="*/ 1055083 w 1198431"/>
              <a:gd name="connsiteY17" fmla="*/ 527134 h 1639132"/>
              <a:gd name="connsiteX18" fmla="*/ 1122472 w 1198431"/>
              <a:gd name="connsiteY18" fmla="*/ 531072 h 1639132"/>
              <a:gd name="connsiteX19" fmla="*/ 1175459 w 1198431"/>
              <a:gd name="connsiteY19" fmla="*/ 572915 h 1639132"/>
              <a:gd name="connsiteX20" fmla="*/ 1176298 w 1198431"/>
              <a:gd name="connsiteY20" fmla="*/ 710335 h 1639132"/>
              <a:gd name="connsiteX21" fmla="*/ 1066074 w 1198431"/>
              <a:gd name="connsiteY21" fmla="*/ 827191 h 1639132"/>
              <a:gd name="connsiteX22" fmla="*/ 1036052 w 1198431"/>
              <a:gd name="connsiteY22" fmla="*/ 909093 h 1639132"/>
              <a:gd name="connsiteX23" fmla="*/ 748482 w 1198431"/>
              <a:gd name="connsiteY23" fmla="*/ 1181989 h 1639132"/>
              <a:gd name="connsiteX24" fmla="*/ 332193 w 1198431"/>
              <a:gd name="connsiteY24" fmla="*/ 1540496 h 1639132"/>
              <a:gd name="connsiteX25" fmla="*/ 264168 w 1198431"/>
              <a:gd name="connsiteY25" fmla="*/ 1599755 h 1639132"/>
              <a:gd name="connsiteX26" fmla="*/ 166016 w 1198431"/>
              <a:gd name="connsiteY26" fmla="*/ 1629783 h 1639132"/>
              <a:gd name="connsiteX27" fmla="*/ 0 w 1198431"/>
              <a:gd name="connsiteY27" fmla="*/ 1430200 h 1639132"/>
              <a:gd name="connsiteX28" fmla="*/ 42852 w 1198431"/>
              <a:gd name="connsiteY28" fmla="*/ 1389805 h 1639132"/>
              <a:gd name="connsiteX29" fmla="*/ 316027 w 1198431"/>
              <a:gd name="connsiteY29" fmla="*/ 1114076 h 1639132"/>
              <a:gd name="connsiteX30" fmla="*/ 725003 w 1198431"/>
              <a:gd name="connsiteY30" fmla="*/ 724056 h 1639132"/>
              <a:gd name="connsiteX31" fmla="*/ 380698 w 1198431"/>
              <a:gd name="connsiteY31" fmla="*/ 1406676 h 1639132"/>
              <a:gd name="connsiteX32" fmla="*/ 972548 w 1198431"/>
              <a:gd name="connsiteY32" fmla="*/ 861852 h 1639132"/>
              <a:gd name="connsiteX33" fmla="*/ 852229 w 1198431"/>
              <a:gd name="connsiteY33" fmla="*/ 700621 h 1639132"/>
              <a:gd name="connsiteX34" fmla="*/ 251119 w 1198431"/>
              <a:gd name="connsiteY34" fmla="*/ 1268995 h 1639132"/>
              <a:gd name="connsiteX35" fmla="*/ 380698 w 1198431"/>
              <a:gd name="connsiteY35" fmla="*/ 1406676 h 1639132"/>
              <a:gd name="connsiteX36" fmla="*/ 203338 w 1198431"/>
              <a:gd name="connsiteY36" fmla="*/ 1316326 h 1639132"/>
              <a:gd name="connsiteX37" fmla="*/ 71377 w 1198431"/>
              <a:gd name="connsiteY37" fmla="*/ 1438345 h 1639132"/>
              <a:gd name="connsiteX38" fmla="*/ 192242 w 1198431"/>
              <a:gd name="connsiteY38" fmla="*/ 1572283 h 1639132"/>
              <a:gd name="connsiteX39" fmla="*/ 313838 w 1198431"/>
              <a:gd name="connsiteY39" fmla="*/ 1460972 h 1639132"/>
              <a:gd name="connsiteX40" fmla="*/ 203338 w 1198431"/>
              <a:gd name="connsiteY40" fmla="*/ 1316326 h 1639132"/>
              <a:gd name="connsiteX41" fmla="*/ 1005219 w 1198431"/>
              <a:gd name="connsiteY41" fmla="*/ 769447 h 1639132"/>
              <a:gd name="connsiteX42" fmla="*/ 1066255 w 1198431"/>
              <a:gd name="connsiteY42" fmla="*/ 722761 h 1639132"/>
              <a:gd name="connsiteX43" fmla="*/ 1117433 w 1198431"/>
              <a:gd name="connsiteY43" fmla="*/ 668793 h 1639132"/>
              <a:gd name="connsiteX44" fmla="*/ 1119672 w 1198431"/>
              <a:gd name="connsiteY44" fmla="*/ 610368 h 1639132"/>
              <a:gd name="connsiteX45" fmla="*/ 1068122 w 1198431"/>
              <a:gd name="connsiteY45" fmla="*/ 590826 h 1639132"/>
              <a:gd name="connsiteX46" fmla="*/ 1049930 w 1198431"/>
              <a:gd name="connsiteY46" fmla="*/ 594707 h 1639132"/>
              <a:gd name="connsiteX47" fmla="*/ 923171 w 1198431"/>
              <a:gd name="connsiteY47" fmla="*/ 675935 h 1639132"/>
              <a:gd name="connsiteX48" fmla="*/ 1005219 w 1198431"/>
              <a:gd name="connsiteY48" fmla="*/ 769447 h 1639132"/>
              <a:gd name="connsiteX0" fmla="*/ 725003 w 1198431"/>
              <a:gd name="connsiteY0" fmla="*/ 706098 h 1621174"/>
              <a:gd name="connsiteX1" fmla="*/ 773511 w 1198431"/>
              <a:gd name="connsiteY1" fmla="*/ 647983 h 1621174"/>
              <a:gd name="connsiteX2" fmla="*/ 766187 w 1198431"/>
              <a:gd name="connsiteY2" fmla="*/ 581357 h 1621174"/>
              <a:gd name="connsiteX3" fmla="*/ 722042 w 1198431"/>
              <a:gd name="connsiteY3" fmla="*/ 509359 h 1621174"/>
              <a:gd name="connsiteX4" fmla="*/ 606576 w 1198431"/>
              <a:gd name="connsiteY4" fmla="*/ 623460 h 1621174"/>
              <a:gd name="connsiteX5" fmla="*/ 605519 w 1198431"/>
              <a:gd name="connsiteY5" fmla="*/ 820638 h 1621174"/>
              <a:gd name="connsiteX6" fmla="*/ 549560 w 1198431"/>
              <a:gd name="connsiteY6" fmla="*/ 870714 h 1621174"/>
              <a:gd name="connsiteX7" fmla="*/ 559341 w 1198431"/>
              <a:gd name="connsiteY7" fmla="*/ 589158 h 1621174"/>
              <a:gd name="connsiteX8" fmla="*/ 671901 w 1198431"/>
              <a:gd name="connsiteY8" fmla="*/ 407163 h 1621174"/>
              <a:gd name="connsiteX9" fmla="*/ 600867 w 1198431"/>
              <a:gd name="connsiteY9" fmla="*/ 98357 h 1621174"/>
              <a:gd name="connsiteX10" fmla="*/ 721759 w 1198431"/>
              <a:gd name="connsiteY10" fmla="*/ 7218 h 1621174"/>
              <a:gd name="connsiteX11" fmla="*/ 746239 w 1198431"/>
              <a:gd name="connsiteY11" fmla="*/ 246513 h 1621174"/>
              <a:gd name="connsiteX12" fmla="*/ 851627 w 1198431"/>
              <a:gd name="connsiteY12" fmla="*/ 473089 h 1621174"/>
              <a:gd name="connsiteX13" fmla="*/ 832865 w 1198431"/>
              <a:gd name="connsiteY13" fmla="*/ 373893 h 1621174"/>
              <a:gd name="connsiteX14" fmla="*/ 772118 w 1198431"/>
              <a:gd name="connsiteY14" fmla="*/ 53942 h 1621174"/>
              <a:gd name="connsiteX15" fmla="*/ 718444 w 1198431"/>
              <a:gd name="connsiteY15" fmla="*/ 2823 h 1621174"/>
              <a:gd name="connsiteX16" fmla="*/ 882390 w 1198431"/>
              <a:gd name="connsiteY16" fmla="*/ 83264 h 1621174"/>
              <a:gd name="connsiteX17" fmla="*/ 976244 w 1198431"/>
              <a:gd name="connsiteY17" fmla="*/ 535646 h 1621174"/>
              <a:gd name="connsiteX18" fmla="*/ 1055083 w 1198431"/>
              <a:gd name="connsiteY18" fmla="*/ 509176 h 1621174"/>
              <a:gd name="connsiteX19" fmla="*/ 1122472 w 1198431"/>
              <a:gd name="connsiteY19" fmla="*/ 513114 h 1621174"/>
              <a:gd name="connsiteX20" fmla="*/ 1175459 w 1198431"/>
              <a:gd name="connsiteY20" fmla="*/ 554957 h 1621174"/>
              <a:gd name="connsiteX21" fmla="*/ 1176298 w 1198431"/>
              <a:gd name="connsiteY21" fmla="*/ 692377 h 1621174"/>
              <a:gd name="connsiteX22" fmla="*/ 1066074 w 1198431"/>
              <a:gd name="connsiteY22" fmla="*/ 809233 h 1621174"/>
              <a:gd name="connsiteX23" fmla="*/ 1036052 w 1198431"/>
              <a:gd name="connsiteY23" fmla="*/ 891135 h 1621174"/>
              <a:gd name="connsiteX24" fmla="*/ 748482 w 1198431"/>
              <a:gd name="connsiteY24" fmla="*/ 1164031 h 1621174"/>
              <a:gd name="connsiteX25" fmla="*/ 332193 w 1198431"/>
              <a:gd name="connsiteY25" fmla="*/ 1522538 h 1621174"/>
              <a:gd name="connsiteX26" fmla="*/ 264168 w 1198431"/>
              <a:gd name="connsiteY26" fmla="*/ 1581797 h 1621174"/>
              <a:gd name="connsiteX27" fmla="*/ 166016 w 1198431"/>
              <a:gd name="connsiteY27" fmla="*/ 1611825 h 1621174"/>
              <a:gd name="connsiteX28" fmla="*/ 0 w 1198431"/>
              <a:gd name="connsiteY28" fmla="*/ 1412242 h 1621174"/>
              <a:gd name="connsiteX29" fmla="*/ 42852 w 1198431"/>
              <a:gd name="connsiteY29" fmla="*/ 1371847 h 1621174"/>
              <a:gd name="connsiteX30" fmla="*/ 316027 w 1198431"/>
              <a:gd name="connsiteY30" fmla="*/ 1096118 h 1621174"/>
              <a:gd name="connsiteX31" fmla="*/ 725003 w 1198431"/>
              <a:gd name="connsiteY31" fmla="*/ 706098 h 1621174"/>
              <a:gd name="connsiteX32" fmla="*/ 380698 w 1198431"/>
              <a:gd name="connsiteY32" fmla="*/ 1388718 h 1621174"/>
              <a:gd name="connsiteX33" fmla="*/ 972548 w 1198431"/>
              <a:gd name="connsiteY33" fmla="*/ 843894 h 1621174"/>
              <a:gd name="connsiteX34" fmla="*/ 852229 w 1198431"/>
              <a:gd name="connsiteY34" fmla="*/ 682663 h 1621174"/>
              <a:gd name="connsiteX35" fmla="*/ 251119 w 1198431"/>
              <a:gd name="connsiteY35" fmla="*/ 1251037 h 1621174"/>
              <a:gd name="connsiteX36" fmla="*/ 380698 w 1198431"/>
              <a:gd name="connsiteY36" fmla="*/ 1388718 h 1621174"/>
              <a:gd name="connsiteX37" fmla="*/ 203338 w 1198431"/>
              <a:gd name="connsiteY37" fmla="*/ 1298368 h 1621174"/>
              <a:gd name="connsiteX38" fmla="*/ 71377 w 1198431"/>
              <a:gd name="connsiteY38" fmla="*/ 1420387 h 1621174"/>
              <a:gd name="connsiteX39" fmla="*/ 192242 w 1198431"/>
              <a:gd name="connsiteY39" fmla="*/ 1554325 h 1621174"/>
              <a:gd name="connsiteX40" fmla="*/ 313838 w 1198431"/>
              <a:gd name="connsiteY40" fmla="*/ 1443014 h 1621174"/>
              <a:gd name="connsiteX41" fmla="*/ 203338 w 1198431"/>
              <a:gd name="connsiteY41" fmla="*/ 1298368 h 1621174"/>
              <a:gd name="connsiteX42" fmla="*/ 1005219 w 1198431"/>
              <a:gd name="connsiteY42" fmla="*/ 751489 h 1621174"/>
              <a:gd name="connsiteX43" fmla="*/ 1066255 w 1198431"/>
              <a:gd name="connsiteY43" fmla="*/ 704803 h 1621174"/>
              <a:gd name="connsiteX44" fmla="*/ 1117433 w 1198431"/>
              <a:gd name="connsiteY44" fmla="*/ 650835 h 1621174"/>
              <a:gd name="connsiteX45" fmla="*/ 1119672 w 1198431"/>
              <a:gd name="connsiteY45" fmla="*/ 592410 h 1621174"/>
              <a:gd name="connsiteX46" fmla="*/ 1068122 w 1198431"/>
              <a:gd name="connsiteY46" fmla="*/ 572868 h 1621174"/>
              <a:gd name="connsiteX47" fmla="*/ 1049930 w 1198431"/>
              <a:gd name="connsiteY47" fmla="*/ 576749 h 1621174"/>
              <a:gd name="connsiteX48" fmla="*/ 923171 w 1198431"/>
              <a:gd name="connsiteY48" fmla="*/ 657977 h 1621174"/>
              <a:gd name="connsiteX49" fmla="*/ 1005219 w 1198431"/>
              <a:gd name="connsiteY49" fmla="*/ 751489 h 1621174"/>
              <a:gd name="connsiteX0" fmla="*/ 725003 w 1198431"/>
              <a:gd name="connsiteY0" fmla="*/ 706062 h 1621138"/>
              <a:gd name="connsiteX1" fmla="*/ 773511 w 1198431"/>
              <a:gd name="connsiteY1" fmla="*/ 647947 h 1621138"/>
              <a:gd name="connsiteX2" fmla="*/ 766187 w 1198431"/>
              <a:gd name="connsiteY2" fmla="*/ 581321 h 1621138"/>
              <a:gd name="connsiteX3" fmla="*/ 722042 w 1198431"/>
              <a:gd name="connsiteY3" fmla="*/ 509323 h 1621138"/>
              <a:gd name="connsiteX4" fmla="*/ 606576 w 1198431"/>
              <a:gd name="connsiteY4" fmla="*/ 623424 h 1621138"/>
              <a:gd name="connsiteX5" fmla="*/ 605519 w 1198431"/>
              <a:gd name="connsiteY5" fmla="*/ 820602 h 1621138"/>
              <a:gd name="connsiteX6" fmla="*/ 549560 w 1198431"/>
              <a:gd name="connsiteY6" fmla="*/ 870678 h 1621138"/>
              <a:gd name="connsiteX7" fmla="*/ 559341 w 1198431"/>
              <a:gd name="connsiteY7" fmla="*/ 589122 h 1621138"/>
              <a:gd name="connsiteX8" fmla="*/ 671901 w 1198431"/>
              <a:gd name="connsiteY8" fmla="*/ 407127 h 1621138"/>
              <a:gd name="connsiteX9" fmla="*/ 600867 w 1198431"/>
              <a:gd name="connsiteY9" fmla="*/ 98321 h 1621138"/>
              <a:gd name="connsiteX10" fmla="*/ 721759 w 1198431"/>
              <a:gd name="connsiteY10" fmla="*/ 7182 h 1621138"/>
              <a:gd name="connsiteX11" fmla="*/ 746239 w 1198431"/>
              <a:gd name="connsiteY11" fmla="*/ 246477 h 1621138"/>
              <a:gd name="connsiteX12" fmla="*/ 851627 w 1198431"/>
              <a:gd name="connsiteY12" fmla="*/ 473053 h 1621138"/>
              <a:gd name="connsiteX13" fmla="*/ 832865 w 1198431"/>
              <a:gd name="connsiteY13" fmla="*/ 373857 h 1621138"/>
              <a:gd name="connsiteX14" fmla="*/ 772118 w 1198431"/>
              <a:gd name="connsiteY14" fmla="*/ 53906 h 1621138"/>
              <a:gd name="connsiteX15" fmla="*/ 718444 w 1198431"/>
              <a:gd name="connsiteY15" fmla="*/ 2787 h 1621138"/>
              <a:gd name="connsiteX16" fmla="*/ 882390 w 1198431"/>
              <a:gd name="connsiteY16" fmla="*/ 83228 h 1621138"/>
              <a:gd name="connsiteX17" fmla="*/ 976244 w 1198431"/>
              <a:gd name="connsiteY17" fmla="*/ 535610 h 1621138"/>
              <a:gd name="connsiteX18" fmla="*/ 1055083 w 1198431"/>
              <a:gd name="connsiteY18" fmla="*/ 509140 h 1621138"/>
              <a:gd name="connsiteX19" fmla="*/ 1122472 w 1198431"/>
              <a:gd name="connsiteY19" fmla="*/ 513078 h 1621138"/>
              <a:gd name="connsiteX20" fmla="*/ 1175459 w 1198431"/>
              <a:gd name="connsiteY20" fmla="*/ 554921 h 1621138"/>
              <a:gd name="connsiteX21" fmla="*/ 1176298 w 1198431"/>
              <a:gd name="connsiteY21" fmla="*/ 692341 h 1621138"/>
              <a:gd name="connsiteX22" fmla="*/ 1066074 w 1198431"/>
              <a:gd name="connsiteY22" fmla="*/ 809197 h 1621138"/>
              <a:gd name="connsiteX23" fmla="*/ 1036052 w 1198431"/>
              <a:gd name="connsiteY23" fmla="*/ 891099 h 1621138"/>
              <a:gd name="connsiteX24" fmla="*/ 748482 w 1198431"/>
              <a:gd name="connsiteY24" fmla="*/ 1163995 h 1621138"/>
              <a:gd name="connsiteX25" fmla="*/ 332193 w 1198431"/>
              <a:gd name="connsiteY25" fmla="*/ 1522502 h 1621138"/>
              <a:gd name="connsiteX26" fmla="*/ 264168 w 1198431"/>
              <a:gd name="connsiteY26" fmla="*/ 1581761 h 1621138"/>
              <a:gd name="connsiteX27" fmla="*/ 166016 w 1198431"/>
              <a:gd name="connsiteY27" fmla="*/ 1611789 h 1621138"/>
              <a:gd name="connsiteX28" fmla="*/ 0 w 1198431"/>
              <a:gd name="connsiteY28" fmla="*/ 1412206 h 1621138"/>
              <a:gd name="connsiteX29" fmla="*/ 42852 w 1198431"/>
              <a:gd name="connsiteY29" fmla="*/ 1371811 h 1621138"/>
              <a:gd name="connsiteX30" fmla="*/ 316027 w 1198431"/>
              <a:gd name="connsiteY30" fmla="*/ 1096082 h 1621138"/>
              <a:gd name="connsiteX31" fmla="*/ 725003 w 1198431"/>
              <a:gd name="connsiteY31" fmla="*/ 706062 h 1621138"/>
              <a:gd name="connsiteX32" fmla="*/ 380698 w 1198431"/>
              <a:gd name="connsiteY32" fmla="*/ 1388682 h 1621138"/>
              <a:gd name="connsiteX33" fmla="*/ 972548 w 1198431"/>
              <a:gd name="connsiteY33" fmla="*/ 843858 h 1621138"/>
              <a:gd name="connsiteX34" fmla="*/ 852229 w 1198431"/>
              <a:gd name="connsiteY34" fmla="*/ 682627 h 1621138"/>
              <a:gd name="connsiteX35" fmla="*/ 251119 w 1198431"/>
              <a:gd name="connsiteY35" fmla="*/ 1251001 h 1621138"/>
              <a:gd name="connsiteX36" fmla="*/ 380698 w 1198431"/>
              <a:gd name="connsiteY36" fmla="*/ 1388682 h 1621138"/>
              <a:gd name="connsiteX37" fmla="*/ 203338 w 1198431"/>
              <a:gd name="connsiteY37" fmla="*/ 1298332 h 1621138"/>
              <a:gd name="connsiteX38" fmla="*/ 71377 w 1198431"/>
              <a:gd name="connsiteY38" fmla="*/ 1420351 h 1621138"/>
              <a:gd name="connsiteX39" fmla="*/ 192242 w 1198431"/>
              <a:gd name="connsiteY39" fmla="*/ 1554289 h 1621138"/>
              <a:gd name="connsiteX40" fmla="*/ 313838 w 1198431"/>
              <a:gd name="connsiteY40" fmla="*/ 1442978 h 1621138"/>
              <a:gd name="connsiteX41" fmla="*/ 203338 w 1198431"/>
              <a:gd name="connsiteY41" fmla="*/ 1298332 h 1621138"/>
              <a:gd name="connsiteX42" fmla="*/ 1005219 w 1198431"/>
              <a:gd name="connsiteY42" fmla="*/ 751453 h 1621138"/>
              <a:gd name="connsiteX43" fmla="*/ 1066255 w 1198431"/>
              <a:gd name="connsiteY43" fmla="*/ 704767 h 1621138"/>
              <a:gd name="connsiteX44" fmla="*/ 1117433 w 1198431"/>
              <a:gd name="connsiteY44" fmla="*/ 650799 h 1621138"/>
              <a:gd name="connsiteX45" fmla="*/ 1119672 w 1198431"/>
              <a:gd name="connsiteY45" fmla="*/ 592374 h 1621138"/>
              <a:gd name="connsiteX46" fmla="*/ 1068122 w 1198431"/>
              <a:gd name="connsiteY46" fmla="*/ 572832 h 1621138"/>
              <a:gd name="connsiteX47" fmla="*/ 1049930 w 1198431"/>
              <a:gd name="connsiteY47" fmla="*/ 576713 h 1621138"/>
              <a:gd name="connsiteX48" fmla="*/ 923171 w 1198431"/>
              <a:gd name="connsiteY48" fmla="*/ 657941 h 1621138"/>
              <a:gd name="connsiteX49" fmla="*/ 1005219 w 1198431"/>
              <a:gd name="connsiteY49" fmla="*/ 751453 h 1621138"/>
              <a:gd name="connsiteX0" fmla="*/ 725003 w 1198431"/>
              <a:gd name="connsiteY0" fmla="*/ 706062 h 1621138"/>
              <a:gd name="connsiteX1" fmla="*/ 773511 w 1198431"/>
              <a:gd name="connsiteY1" fmla="*/ 647947 h 1621138"/>
              <a:gd name="connsiteX2" fmla="*/ 766187 w 1198431"/>
              <a:gd name="connsiteY2" fmla="*/ 581321 h 1621138"/>
              <a:gd name="connsiteX3" fmla="*/ 722042 w 1198431"/>
              <a:gd name="connsiteY3" fmla="*/ 509323 h 1621138"/>
              <a:gd name="connsiteX4" fmla="*/ 606576 w 1198431"/>
              <a:gd name="connsiteY4" fmla="*/ 623424 h 1621138"/>
              <a:gd name="connsiteX5" fmla="*/ 605519 w 1198431"/>
              <a:gd name="connsiteY5" fmla="*/ 820602 h 1621138"/>
              <a:gd name="connsiteX6" fmla="*/ 549560 w 1198431"/>
              <a:gd name="connsiteY6" fmla="*/ 870678 h 1621138"/>
              <a:gd name="connsiteX7" fmla="*/ 559341 w 1198431"/>
              <a:gd name="connsiteY7" fmla="*/ 589122 h 1621138"/>
              <a:gd name="connsiteX8" fmla="*/ 671901 w 1198431"/>
              <a:gd name="connsiteY8" fmla="*/ 407127 h 1621138"/>
              <a:gd name="connsiteX9" fmla="*/ 600867 w 1198431"/>
              <a:gd name="connsiteY9" fmla="*/ 98321 h 1621138"/>
              <a:gd name="connsiteX10" fmla="*/ 721759 w 1198431"/>
              <a:gd name="connsiteY10" fmla="*/ 7182 h 1621138"/>
              <a:gd name="connsiteX11" fmla="*/ 746239 w 1198431"/>
              <a:gd name="connsiteY11" fmla="*/ 246477 h 1621138"/>
              <a:gd name="connsiteX12" fmla="*/ 851627 w 1198431"/>
              <a:gd name="connsiteY12" fmla="*/ 473053 h 1621138"/>
              <a:gd name="connsiteX13" fmla="*/ 832865 w 1198431"/>
              <a:gd name="connsiteY13" fmla="*/ 373857 h 1621138"/>
              <a:gd name="connsiteX14" fmla="*/ 772118 w 1198431"/>
              <a:gd name="connsiteY14" fmla="*/ 53906 h 1621138"/>
              <a:gd name="connsiteX15" fmla="*/ 753691 w 1198431"/>
              <a:gd name="connsiteY15" fmla="*/ 18327 h 1621138"/>
              <a:gd name="connsiteX16" fmla="*/ 882390 w 1198431"/>
              <a:gd name="connsiteY16" fmla="*/ 83228 h 1621138"/>
              <a:gd name="connsiteX17" fmla="*/ 976244 w 1198431"/>
              <a:gd name="connsiteY17" fmla="*/ 535610 h 1621138"/>
              <a:gd name="connsiteX18" fmla="*/ 1055083 w 1198431"/>
              <a:gd name="connsiteY18" fmla="*/ 509140 h 1621138"/>
              <a:gd name="connsiteX19" fmla="*/ 1122472 w 1198431"/>
              <a:gd name="connsiteY19" fmla="*/ 513078 h 1621138"/>
              <a:gd name="connsiteX20" fmla="*/ 1175459 w 1198431"/>
              <a:gd name="connsiteY20" fmla="*/ 554921 h 1621138"/>
              <a:gd name="connsiteX21" fmla="*/ 1176298 w 1198431"/>
              <a:gd name="connsiteY21" fmla="*/ 692341 h 1621138"/>
              <a:gd name="connsiteX22" fmla="*/ 1066074 w 1198431"/>
              <a:gd name="connsiteY22" fmla="*/ 809197 h 1621138"/>
              <a:gd name="connsiteX23" fmla="*/ 1036052 w 1198431"/>
              <a:gd name="connsiteY23" fmla="*/ 891099 h 1621138"/>
              <a:gd name="connsiteX24" fmla="*/ 748482 w 1198431"/>
              <a:gd name="connsiteY24" fmla="*/ 1163995 h 1621138"/>
              <a:gd name="connsiteX25" fmla="*/ 332193 w 1198431"/>
              <a:gd name="connsiteY25" fmla="*/ 1522502 h 1621138"/>
              <a:gd name="connsiteX26" fmla="*/ 264168 w 1198431"/>
              <a:gd name="connsiteY26" fmla="*/ 1581761 h 1621138"/>
              <a:gd name="connsiteX27" fmla="*/ 166016 w 1198431"/>
              <a:gd name="connsiteY27" fmla="*/ 1611789 h 1621138"/>
              <a:gd name="connsiteX28" fmla="*/ 0 w 1198431"/>
              <a:gd name="connsiteY28" fmla="*/ 1412206 h 1621138"/>
              <a:gd name="connsiteX29" fmla="*/ 42852 w 1198431"/>
              <a:gd name="connsiteY29" fmla="*/ 1371811 h 1621138"/>
              <a:gd name="connsiteX30" fmla="*/ 316027 w 1198431"/>
              <a:gd name="connsiteY30" fmla="*/ 1096082 h 1621138"/>
              <a:gd name="connsiteX31" fmla="*/ 725003 w 1198431"/>
              <a:gd name="connsiteY31" fmla="*/ 706062 h 1621138"/>
              <a:gd name="connsiteX32" fmla="*/ 380698 w 1198431"/>
              <a:gd name="connsiteY32" fmla="*/ 1388682 h 1621138"/>
              <a:gd name="connsiteX33" fmla="*/ 972548 w 1198431"/>
              <a:gd name="connsiteY33" fmla="*/ 843858 h 1621138"/>
              <a:gd name="connsiteX34" fmla="*/ 852229 w 1198431"/>
              <a:gd name="connsiteY34" fmla="*/ 682627 h 1621138"/>
              <a:gd name="connsiteX35" fmla="*/ 251119 w 1198431"/>
              <a:gd name="connsiteY35" fmla="*/ 1251001 h 1621138"/>
              <a:gd name="connsiteX36" fmla="*/ 380698 w 1198431"/>
              <a:gd name="connsiteY36" fmla="*/ 1388682 h 1621138"/>
              <a:gd name="connsiteX37" fmla="*/ 203338 w 1198431"/>
              <a:gd name="connsiteY37" fmla="*/ 1298332 h 1621138"/>
              <a:gd name="connsiteX38" fmla="*/ 71377 w 1198431"/>
              <a:gd name="connsiteY38" fmla="*/ 1420351 h 1621138"/>
              <a:gd name="connsiteX39" fmla="*/ 192242 w 1198431"/>
              <a:gd name="connsiteY39" fmla="*/ 1554289 h 1621138"/>
              <a:gd name="connsiteX40" fmla="*/ 313838 w 1198431"/>
              <a:gd name="connsiteY40" fmla="*/ 1442978 h 1621138"/>
              <a:gd name="connsiteX41" fmla="*/ 203338 w 1198431"/>
              <a:gd name="connsiteY41" fmla="*/ 1298332 h 1621138"/>
              <a:gd name="connsiteX42" fmla="*/ 1005219 w 1198431"/>
              <a:gd name="connsiteY42" fmla="*/ 751453 h 1621138"/>
              <a:gd name="connsiteX43" fmla="*/ 1066255 w 1198431"/>
              <a:gd name="connsiteY43" fmla="*/ 704767 h 1621138"/>
              <a:gd name="connsiteX44" fmla="*/ 1117433 w 1198431"/>
              <a:gd name="connsiteY44" fmla="*/ 650799 h 1621138"/>
              <a:gd name="connsiteX45" fmla="*/ 1119672 w 1198431"/>
              <a:gd name="connsiteY45" fmla="*/ 592374 h 1621138"/>
              <a:gd name="connsiteX46" fmla="*/ 1068122 w 1198431"/>
              <a:gd name="connsiteY46" fmla="*/ 572832 h 1621138"/>
              <a:gd name="connsiteX47" fmla="*/ 1049930 w 1198431"/>
              <a:gd name="connsiteY47" fmla="*/ 576713 h 1621138"/>
              <a:gd name="connsiteX48" fmla="*/ 923171 w 1198431"/>
              <a:gd name="connsiteY48" fmla="*/ 657941 h 1621138"/>
              <a:gd name="connsiteX49" fmla="*/ 1005219 w 1198431"/>
              <a:gd name="connsiteY49" fmla="*/ 751453 h 1621138"/>
              <a:gd name="connsiteX0" fmla="*/ 725003 w 1198431"/>
              <a:gd name="connsiteY0" fmla="*/ 743581 h 1658657"/>
              <a:gd name="connsiteX1" fmla="*/ 773511 w 1198431"/>
              <a:gd name="connsiteY1" fmla="*/ 685466 h 1658657"/>
              <a:gd name="connsiteX2" fmla="*/ 766187 w 1198431"/>
              <a:gd name="connsiteY2" fmla="*/ 618840 h 1658657"/>
              <a:gd name="connsiteX3" fmla="*/ 722042 w 1198431"/>
              <a:gd name="connsiteY3" fmla="*/ 546842 h 1658657"/>
              <a:gd name="connsiteX4" fmla="*/ 606576 w 1198431"/>
              <a:gd name="connsiteY4" fmla="*/ 660943 h 1658657"/>
              <a:gd name="connsiteX5" fmla="*/ 605519 w 1198431"/>
              <a:gd name="connsiteY5" fmla="*/ 858121 h 1658657"/>
              <a:gd name="connsiteX6" fmla="*/ 549560 w 1198431"/>
              <a:gd name="connsiteY6" fmla="*/ 908197 h 1658657"/>
              <a:gd name="connsiteX7" fmla="*/ 559341 w 1198431"/>
              <a:gd name="connsiteY7" fmla="*/ 626641 h 1658657"/>
              <a:gd name="connsiteX8" fmla="*/ 671901 w 1198431"/>
              <a:gd name="connsiteY8" fmla="*/ 444646 h 1658657"/>
              <a:gd name="connsiteX9" fmla="*/ 600867 w 1198431"/>
              <a:gd name="connsiteY9" fmla="*/ 135840 h 1658657"/>
              <a:gd name="connsiteX10" fmla="*/ 721759 w 1198431"/>
              <a:gd name="connsiteY10" fmla="*/ 44701 h 1658657"/>
              <a:gd name="connsiteX11" fmla="*/ 746239 w 1198431"/>
              <a:gd name="connsiteY11" fmla="*/ 283996 h 1658657"/>
              <a:gd name="connsiteX12" fmla="*/ 851627 w 1198431"/>
              <a:gd name="connsiteY12" fmla="*/ 510572 h 1658657"/>
              <a:gd name="connsiteX13" fmla="*/ 832865 w 1198431"/>
              <a:gd name="connsiteY13" fmla="*/ 411376 h 1658657"/>
              <a:gd name="connsiteX14" fmla="*/ 772118 w 1198431"/>
              <a:gd name="connsiteY14" fmla="*/ 91425 h 1658657"/>
              <a:gd name="connsiteX15" fmla="*/ 761217 w 1198431"/>
              <a:gd name="connsiteY15" fmla="*/ 140 h 1658657"/>
              <a:gd name="connsiteX16" fmla="*/ 882390 w 1198431"/>
              <a:gd name="connsiteY16" fmla="*/ 120747 h 1658657"/>
              <a:gd name="connsiteX17" fmla="*/ 976244 w 1198431"/>
              <a:gd name="connsiteY17" fmla="*/ 573129 h 1658657"/>
              <a:gd name="connsiteX18" fmla="*/ 1055083 w 1198431"/>
              <a:gd name="connsiteY18" fmla="*/ 546659 h 1658657"/>
              <a:gd name="connsiteX19" fmla="*/ 1122472 w 1198431"/>
              <a:gd name="connsiteY19" fmla="*/ 550597 h 1658657"/>
              <a:gd name="connsiteX20" fmla="*/ 1175459 w 1198431"/>
              <a:gd name="connsiteY20" fmla="*/ 592440 h 1658657"/>
              <a:gd name="connsiteX21" fmla="*/ 1176298 w 1198431"/>
              <a:gd name="connsiteY21" fmla="*/ 729860 h 1658657"/>
              <a:gd name="connsiteX22" fmla="*/ 1066074 w 1198431"/>
              <a:gd name="connsiteY22" fmla="*/ 846716 h 1658657"/>
              <a:gd name="connsiteX23" fmla="*/ 1036052 w 1198431"/>
              <a:gd name="connsiteY23" fmla="*/ 928618 h 1658657"/>
              <a:gd name="connsiteX24" fmla="*/ 748482 w 1198431"/>
              <a:gd name="connsiteY24" fmla="*/ 1201514 h 1658657"/>
              <a:gd name="connsiteX25" fmla="*/ 332193 w 1198431"/>
              <a:gd name="connsiteY25" fmla="*/ 1560021 h 1658657"/>
              <a:gd name="connsiteX26" fmla="*/ 264168 w 1198431"/>
              <a:gd name="connsiteY26" fmla="*/ 1619280 h 1658657"/>
              <a:gd name="connsiteX27" fmla="*/ 166016 w 1198431"/>
              <a:gd name="connsiteY27" fmla="*/ 1649308 h 1658657"/>
              <a:gd name="connsiteX28" fmla="*/ 0 w 1198431"/>
              <a:gd name="connsiteY28" fmla="*/ 1449725 h 1658657"/>
              <a:gd name="connsiteX29" fmla="*/ 42852 w 1198431"/>
              <a:gd name="connsiteY29" fmla="*/ 1409330 h 1658657"/>
              <a:gd name="connsiteX30" fmla="*/ 316027 w 1198431"/>
              <a:gd name="connsiteY30" fmla="*/ 1133601 h 1658657"/>
              <a:gd name="connsiteX31" fmla="*/ 725003 w 1198431"/>
              <a:gd name="connsiteY31" fmla="*/ 743581 h 1658657"/>
              <a:gd name="connsiteX32" fmla="*/ 380698 w 1198431"/>
              <a:gd name="connsiteY32" fmla="*/ 1426201 h 1658657"/>
              <a:gd name="connsiteX33" fmla="*/ 972548 w 1198431"/>
              <a:gd name="connsiteY33" fmla="*/ 881377 h 1658657"/>
              <a:gd name="connsiteX34" fmla="*/ 852229 w 1198431"/>
              <a:gd name="connsiteY34" fmla="*/ 720146 h 1658657"/>
              <a:gd name="connsiteX35" fmla="*/ 251119 w 1198431"/>
              <a:gd name="connsiteY35" fmla="*/ 1288520 h 1658657"/>
              <a:gd name="connsiteX36" fmla="*/ 380698 w 1198431"/>
              <a:gd name="connsiteY36" fmla="*/ 1426201 h 1658657"/>
              <a:gd name="connsiteX37" fmla="*/ 203338 w 1198431"/>
              <a:gd name="connsiteY37" fmla="*/ 1335851 h 1658657"/>
              <a:gd name="connsiteX38" fmla="*/ 71377 w 1198431"/>
              <a:gd name="connsiteY38" fmla="*/ 1457870 h 1658657"/>
              <a:gd name="connsiteX39" fmla="*/ 192242 w 1198431"/>
              <a:gd name="connsiteY39" fmla="*/ 1591808 h 1658657"/>
              <a:gd name="connsiteX40" fmla="*/ 313838 w 1198431"/>
              <a:gd name="connsiteY40" fmla="*/ 1480497 h 1658657"/>
              <a:gd name="connsiteX41" fmla="*/ 203338 w 1198431"/>
              <a:gd name="connsiteY41" fmla="*/ 1335851 h 1658657"/>
              <a:gd name="connsiteX42" fmla="*/ 1005219 w 1198431"/>
              <a:gd name="connsiteY42" fmla="*/ 788972 h 1658657"/>
              <a:gd name="connsiteX43" fmla="*/ 1066255 w 1198431"/>
              <a:gd name="connsiteY43" fmla="*/ 742286 h 1658657"/>
              <a:gd name="connsiteX44" fmla="*/ 1117433 w 1198431"/>
              <a:gd name="connsiteY44" fmla="*/ 688318 h 1658657"/>
              <a:gd name="connsiteX45" fmla="*/ 1119672 w 1198431"/>
              <a:gd name="connsiteY45" fmla="*/ 629893 h 1658657"/>
              <a:gd name="connsiteX46" fmla="*/ 1068122 w 1198431"/>
              <a:gd name="connsiteY46" fmla="*/ 610351 h 1658657"/>
              <a:gd name="connsiteX47" fmla="*/ 1049930 w 1198431"/>
              <a:gd name="connsiteY47" fmla="*/ 614232 h 1658657"/>
              <a:gd name="connsiteX48" fmla="*/ 923171 w 1198431"/>
              <a:gd name="connsiteY48" fmla="*/ 695460 h 1658657"/>
              <a:gd name="connsiteX49" fmla="*/ 1005219 w 1198431"/>
              <a:gd name="connsiteY49" fmla="*/ 788972 h 1658657"/>
              <a:gd name="connsiteX0" fmla="*/ 725003 w 1198431"/>
              <a:gd name="connsiteY0" fmla="*/ 727095 h 1642171"/>
              <a:gd name="connsiteX1" fmla="*/ 773511 w 1198431"/>
              <a:gd name="connsiteY1" fmla="*/ 668980 h 1642171"/>
              <a:gd name="connsiteX2" fmla="*/ 766187 w 1198431"/>
              <a:gd name="connsiteY2" fmla="*/ 602354 h 1642171"/>
              <a:gd name="connsiteX3" fmla="*/ 722042 w 1198431"/>
              <a:gd name="connsiteY3" fmla="*/ 530356 h 1642171"/>
              <a:gd name="connsiteX4" fmla="*/ 606576 w 1198431"/>
              <a:gd name="connsiteY4" fmla="*/ 644457 h 1642171"/>
              <a:gd name="connsiteX5" fmla="*/ 605519 w 1198431"/>
              <a:gd name="connsiteY5" fmla="*/ 841635 h 1642171"/>
              <a:gd name="connsiteX6" fmla="*/ 549560 w 1198431"/>
              <a:gd name="connsiteY6" fmla="*/ 891711 h 1642171"/>
              <a:gd name="connsiteX7" fmla="*/ 559341 w 1198431"/>
              <a:gd name="connsiteY7" fmla="*/ 610155 h 1642171"/>
              <a:gd name="connsiteX8" fmla="*/ 671901 w 1198431"/>
              <a:gd name="connsiteY8" fmla="*/ 428160 h 1642171"/>
              <a:gd name="connsiteX9" fmla="*/ 600867 w 1198431"/>
              <a:gd name="connsiteY9" fmla="*/ 119354 h 1642171"/>
              <a:gd name="connsiteX10" fmla="*/ 721759 w 1198431"/>
              <a:gd name="connsiteY10" fmla="*/ 28215 h 1642171"/>
              <a:gd name="connsiteX11" fmla="*/ 746239 w 1198431"/>
              <a:gd name="connsiteY11" fmla="*/ 267510 h 1642171"/>
              <a:gd name="connsiteX12" fmla="*/ 851627 w 1198431"/>
              <a:gd name="connsiteY12" fmla="*/ 494086 h 1642171"/>
              <a:gd name="connsiteX13" fmla="*/ 832865 w 1198431"/>
              <a:gd name="connsiteY13" fmla="*/ 394890 h 1642171"/>
              <a:gd name="connsiteX14" fmla="*/ 772118 w 1198431"/>
              <a:gd name="connsiteY14" fmla="*/ 74939 h 1642171"/>
              <a:gd name="connsiteX15" fmla="*/ 759038 w 1198431"/>
              <a:gd name="connsiteY15" fmla="*/ 162 h 1642171"/>
              <a:gd name="connsiteX16" fmla="*/ 882390 w 1198431"/>
              <a:gd name="connsiteY16" fmla="*/ 104261 h 1642171"/>
              <a:gd name="connsiteX17" fmla="*/ 976244 w 1198431"/>
              <a:gd name="connsiteY17" fmla="*/ 556643 h 1642171"/>
              <a:gd name="connsiteX18" fmla="*/ 1055083 w 1198431"/>
              <a:gd name="connsiteY18" fmla="*/ 530173 h 1642171"/>
              <a:gd name="connsiteX19" fmla="*/ 1122472 w 1198431"/>
              <a:gd name="connsiteY19" fmla="*/ 534111 h 1642171"/>
              <a:gd name="connsiteX20" fmla="*/ 1175459 w 1198431"/>
              <a:gd name="connsiteY20" fmla="*/ 575954 h 1642171"/>
              <a:gd name="connsiteX21" fmla="*/ 1176298 w 1198431"/>
              <a:gd name="connsiteY21" fmla="*/ 713374 h 1642171"/>
              <a:gd name="connsiteX22" fmla="*/ 1066074 w 1198431"/>
              <a:gd name="connsiteY22" fmla="*/ 830230 h 1642171"/>
              <a:gd name="connsiteX23" fmla="*/ 1036052 w 1198431"/>
              <a:gd name="connsiteY23" fmla="*/ 912132 h 1642171"/>
              <a:gd name="connsiteX24" fmla="*/ 748482 w 1198431"/>
              <a:gd name="connsiteY24" fmla="*/ 1185028 h 1642171"/>
              <a:gd name="connsiteX25" fmla="*/ 332193 w 1198431"/>
              <a:gd name="connsiteY25" fmla="*/ 1543535 h 1642171"/>
              <a:gd name="connsiteX26" fmla="*/ 264168 w 1198431"/>
              <a:gd name="connsiteY26" fmla="*/ 1602794 h 1642171"/>
              <a:gd name="connsiteX27" fmla="*/ 166016 w 1198431"/>
              <a:gd name="connsiteY27" fmla="*/ 1632822 h 1642171"/>
              <a:gd name="connsiteX28" fmla="*/ 0 w 1198431"/>
              <a:gd name="connsiteY28" fmla="*/ 1433239 h 1642171"/>
              <a:gd name="connsiteX29" fmla="*/ 42852 w 1198431"/>
              <a:gd name="connsiteY29" fmla="*/ 1392844 h 1642171"/>
              <a:gd name="connsiteX30" fmla="*/ 316027 w 1198431"/>
              <a:gd name="connsiteY30" fmla="*/ 1117115 h 1642171"/>
              <a:gd name="connsiteX31" fmla="*/ 725003 w 1198431"/>
              <a:gd name="connsiteY31" fmla="*/ 727095 h 1642171"/>
              <a:gd name="connsiteX32" fmla="*/ 380698 w 1198431"/>
              <a:gd name="connsiteY32" fmla="*/ 1409715 h 1642171"/>
              <a:gd name="connsiteX33" fmla="*/ 972548 w 1198431"/>
              <a:gd name="connsiteY33" fmla="*/ 864891 h 1642171"/>
              <a:gd name="connsiteX34" fmla="*/ 852229 w 1198431"/>
              <a:gd name="connsiteY34" fmla="*/ 703660 h 1642171"/>
              <a:gd name="connsiteX35" fmla="*/ 251119 w 1198431"/>
              <a:gd name="connsiteY35" fmla="*/ 1272034 h 1642171"/>
              <a:gd name="connsiteX36" fmla="*/ 380698 w 1198431"/>
              <a:gd name="connsiteY36" fmla="*/ 1409715 h 1642171"/>
              <a:gd name="connsiteX37" fmla="*/ 203338 w 1198431"/>
              <a:gd name="connsiteY37" fmla="*/ 1319365 h 1642171"/>
              <a:gd name="connsiteX38" fmla="*/ 71377 w 1198431"/>
              <a:gd name="connsiteY38" fmla="*/ 1441384 h 1642171"/>
              <a:gd name="connsiteX39" fmla="*/ 192242 w 1198431"/>
              <a:gd name="connsiteY39" fmla="*/ 1575322 h 1642171"/>
              <a:gd name="connsiteX40" fmla="*/ 313838 w 1198431"/>
              <a:gd name="connsiteY40" fmla="*/ 1464011 h 1642171"/>
              <a:gd name="connsiteX41" fmla="*/ 203338 w 1198431"/>
              <a:gd name="connsiteY41" fmla="*/ 1319365 h 1642171"/>
              <a:gd name="connsiteX42" fmla="*/ 1005219 w 1198431"/>
              <a:gd name="connsiteY42" fmla="*/ 772486 h 1642171"/>
              <a:gd name="connsiteX43" fmla="*/ 1066255 w 1198431"/>
              <a:gd name="connsiteY43" fmla="*/ 725800 h 1642171"/>
              <a:gd name="connsiteX44" fmla="*/ 1117433 w 1198431"/>
              <a:gd name="connsiteY44" fmla="*/ 671832 h 1642171"/>
              <a:gd name="connsiteX45" fmla="*/ 1119672 w 1198431"/>
              <a:gd name="connsiteY45" fmla="*/ 613407 h 1642171"/>
              <a:gd name="connsiteX46" fmla="*/ 1068122 w 1198431"/>
              <a:gd name="connsiteY46" fmla="*/ 593865 h 1642171"/>
              <a:gd name="connsiteX47" fmla="*/ 1049930 w 1198431"/>
              <a:gd name="connsiteY47" fmla="*/ 597746 h 1642171"/>
              <a:gd name="connsiteX48" fmla="*/ 923171 w 1198431"/>
              <a:gd name="connsiteY48" fmla="*/ 678974 h 1642171"/>
              <a:gd name="connsiteX49" fmla="*/ 1005219 w 1198431"/>
              <a:gd name="connsiteY49" fmla="*/ 772486 h 1642171"/>
              <a:gd name="connsiteX0" fmla="*/ 725003 w 1198431"/>
              <a:gd name="connsiteY0" fmla="*/ 727095 h 1642171"/>
              <a:gd name="connsiteX1" fmla="*/ 773511 w 1198431"/>
              <a:gd name="connsiteY1" fmla="*/ 668980 h 1642171"/>
              <a:gd name="connsiteX2" fmla="*/ 766187 w 1198431"/>
              <a:gd name="connsiteY2" fmla="*/ 602354 h 1642171"/>
              <a:gd name="connsiteX3" fmla="*/ 722042 w 1198431"/>
              <a:gd name="connsiteY3" fmla="*/ 530356 h 1642171"/>
              <a:gd name="connsiteX4" fmla="*/ 606576 w 1198431"/>
              <a:gd name="connsiteY4" fmla="*/ 644457 h 1642171"/>
              <a:gd name="connsiteX5" fmla="*/ 605519 w 1198431"/>
              <a:gd name="connsiteY5" fmla="*/ 841635 h 1642171"/>
              <a:gd name="connsiteX6" fmla="*/ 549560 w 1198431"/>
              <a:gd name="connsiteY6" fmla="*/ 891711 h 1642171"/>
              <a:gd name="connsiteX7" fmla="*/ 559341 w 1198431"/>
              <a:gd name="connsiteY7" fmla="*/ 610155 h 1642171"/>
              <a:gd name="connsiteX8" fmla="*/ 671901 w 1198431"/>
              <a:gd name="connsiteY8" fmla="*/ 428160 h 1642171"/>
              <a:gd name="connsiteX9" fmla="*/ 600867 w 1198431"/>
              <a:gd name="connsiteY9" fmla="*/ 119354 h 1642171"/>
              <a:gd name="connsiteX10" fmla="*/ 726301 w 1198431"/>
              <a:gd name="connsiteY10" fmla="*/ 20127 h 1642171"/>
              <a:gd name="connsiteX11" fmla="*/ 746239 w 1198431"/>
              <a:gd name="connsiteY11" fmla="*/ 267510 h 1642171"/>
              <a:gd name="connsiteX12" fmla="*/ 851627 w 1198431"/>
              <a:gd name="connsiteY12" fmla="*/ 494086 h 1642171"/>
              <a:gd name="connsiteX13" fmla="*/ 832865 w 1198431"/>
              <a:gd name="connsiteY13" fmla="*/ 394890 h 1642171"/>
              <a:gd name="connsiteX14" fmla="*/ 772118 w 1198431"/>
              <a:gd name="connsiteY14" fmla="*/ 74939 h 1642171"/>
              <a:gd name="connsiteX15" fmla="*/ 759038 w 1198431"/>
              <a:gd name="connsiteY15" fmla="*/ 162 h 1642171"/>
              <a:gd name="connsiteX16" fmla="*/ 882390 w 1198431"/>
              <a:gd name="connsiteY16" fmla="*/ 104261 h 1642171"/>
              <a:gd name="connsiteX17" fmla="*/ 976244 w 1198431"/>
              <a:gd name="connsiteY17" fmla="*/ 556643 h 1642171"/>
              <a:gd name="connsiteX18" fmla="*/ 1055083 w 1198431"/>
              <a:gd name="connsiteY18" fmla="*/ 530173 h 1642171"/>
              <a:gd name="connsiteX19" fmla="*/ 1122472 w 1198431"/>
              <a:gd name="connsiteY19" fmla="*/ 534111 h 1642171"/>
              <a:gd name="connsiteX20" fmla="*/ 1175459 w 1198431"/>
              <a:gd name="connsiteY20" fmla="*/ 575954 h 1642171"/>
              <a:gd name="connsiteX21" fmla="*/ 1176298 w 1198431"/>
              <a:gd name="connsiteY21" fmla="*/ 713374 h 1642171"/>
              <a:gd name="connsiteX22" fmla="*/ 1066074 w 1198431"/>
              <a:gd name="connsiteY22" fmla="*/ 830230 h 1642171"/>
              <a:gd name="connsiteX23" fmla="*/ 1036052 w 1198431"/>
              <a:gd name="connsiteY23" fmla="*/ 912132 h 1642171"/>
              <a:gd name="connsiteX24" fmla="*/ 748482 w 1198431"/>
              <a:gd name="connsiteY24" fmla="*/ 1185028 h 1642171"/>
              <a:gd name="connsiteX25" fmla="*/ 332193 w 1198431"/>
              <a:gd name="connsiteY25" fmla="*/ 1543535 h 1642171"/>
              <a:gd name="connsiteX26" fmla="*/ 264168 w 1198431"/>
              <a:gd name="connsiteY26" fmla="*/ 1602794 h 1642171"/>
              <a:gd name="connsiteX27" fmla="*/ 166016 w 1198431"/>
              <a:gd name="connsiteY27" fmla="*/ 1632822 h 1642171"/>
              <a:gd name="connsiteX28" fmla="*/ 0 w 1198431"/>
              <a:gd name="connsiteY28" fmla="*/ 1433239 h 1642171"/>
              <a:gd name="connsiteX29" fmla="*/ 42852 w 1198431"/>
              <a:gd name="connsiteY29" fmla="*/ 1392844 h 1642171"/>
              <a:gd name="connsiteX30" fmla="*/ 316027 w 1198431"/>
              <a:gd name="connsiteY30" fmla="*/ 1117115 h 1642171"/>
              <a:gd name="connsiteX31" fmla="*/ 725003 w 1198431"/>
              <a:gd name="connsiteY31" fmla="*/ 727095 h 1642171"/>
              <a:gd name="connsiteX32" fmla="*/ 380698 w 1198431"/>
              <a:gd name="connsiteY32" fmla="*/ 1409715 h 1642171"/>
              <a:gd name="connsiteX33" fmla="*/ 972548 w 1198431"/>
              <a:gd name="connsiteY33" fmla="*/ 864891 h 1642171"/>
              <a:gd name="connsiteX34" fmla="*/ 852229 w 1198431"/>
              <a:gd name="connsiteY34" fmla="*/ 703660 h 1642171"/>
              <a:gd name="connsiteX35" fmla="*/ 251119 w 1198431"/>
              <a:gd name="connsiteY35" fmla="*/ 1272034 h 1642171"/>
              <a:gd name="connsiteX36" fmla="*/ 380698 w 1198431"/>
              <a:gd name="connsiteY36" fmla="*/ 1409715 h 1642171"/>
              <a:gd name="connsiteX37" fmla="*/ 203338 w 1198431"/>
              <a:gd name="connsiteY37" fmla="*/ 1319365 h 1642171"/>
              <a:gd name="connsiteX38" fmla="*/ 71377 w 1198431"/>
              <a:gd name="connsiteY38" fmla="*/ 1441384 h 1642171"/>
              <a:gd name="connsiteX39" fmla="*/ 192242 w 1198431"/>
              <a:gd name="connsiteY39" fmla="*/ 1575322 h 1642171"/>
              <a:gd name="connsiteX40" fmla="*/ 313838 w 1198431"/>
              <a:gd name="connsiteY40" fmla="*/ 1464011 h 1642171"/>
              <a:gd name="connsiteX41" fmla="*/ 203338 w 1198431"/>
              <a:gd name="connsiteY41" fmla="*/ 1319365 h 1642171"/>
              <a:gd name="connsiteX42" fmla="*/ 1005219 w 1198431"/>
              <a:gd name="connsiteY42" fmla="*/ 772486 h 1642171"/>
              <a:gd name="connsiteX43" fmla="*/ 1066255 w 1198431"/>
              <a:gd name="connsiteY43" fmla="*/ 725800 h 1642171"/>
              <a:gd name="connsiteX44" fmla="*/ 1117433 w 1198431"/>
              <a:gd name="connsiteY44" fmla="*/ 671832 h 1642171"/>
              <a:gd name="connsiteX45" fmla="*/ 1119672 w 1198431"/>
              <a:gd name="connsiteY45" fmla="*/ 613407 h 1642171"/>
              <a:gd name="connsiteX46" fmla="*/ 1068122 w 1198431"/>
              <a:gd name="connsiteY46" fmla="*/ 593865 h 1642171"/>
              <a:gd name="connsiteX47" fmla="*/ 1049930 w 1198431"/>
              <a:gd name="connsiteY47" fmla="*/ 597746 h 1642171"/>
              <a:gd name="connsiteX48" fmla="*/ 923171 w 1198431"/>
              <a:gd name="connsiteY48" fmla="*/ 678974 h 1642171"/>
              <a:gd name="connsiteX49" fmla="*/ 1005219 w 1198431"/>
              <a:gd name="connsiteY49" fmla="*/ 772486 h 1642171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6239 w 1198431"/>
              <a:gd name="connsiteY11" fmla="*/ 267418 h 1642079"/>
              <a:gd name="connsiteX12" fmla="*/ 851627 w 1198431"/>
              <a:gd name="connsiteY12" fmla="*/ 493994 h 1642079"/>
              <a:gd name="connsiteX13" fmla="*/ 832865 w 1198431"/>
              <a:gd name="connsiteY13" fmla="*/ 394798 h 1642079"/>
              <a:gd name="connsiteX14" fmla="*/ 750987 w 1198431"/>
              <a:gd name="connsiteY14" fmla="*/ 111209 h 1642079"/>
              <a:gd name="connsiteX15" fmla="*/ 759038 w 1198431"/>
              <a:gd name="connsiteY15" fmla="*/ 70 h 1642079"/>
              <a:gd name="connsiteX16" fmla="*/ 882390 w 1198431"/>
              <a:gd name="connsiteY16" fmla="*/ 104169 h 1642079"/>
              <a:gd name="connsiteX17" fmla="*/ 976244 w 1198431"/>
              <a:gd name="connsiteY17" fmla="*/ 556551 h 1642079"/>
              <a:gd name="connsiteX18" fmla="*/ 1055083 w 1198431"/>
              <a:gd name="connsiteY18" fmla="*/ 530081 h 1642079"/>
              <a:gd name="connsiteX19" fmla="*/ 1122472 w 1198431"/>
              <a:gd name="connsiteY19" fmla="*/ 534019 h 1642079"/>
              <a:gd name="connsiteX20" fmla="*/ 1175459 w 1198431"/>
              <a:gd name="connsiteY20" fmla="*/ 575862 h 1642079"/>
              <a:gd name="connsiteX21" fmla="*/ 1176298 w 1198431"/>
              <a:gd name="connsiteY21" fmla="*/ 713282 h 1642079"/>
              <a:gd name="connsiteX22" fmla="*/ 1066074 w 1198431"/>
              <a:gd name="connsiteY22" fmla="*/ 830138 h 1642079"/>
              <a:gd name="connsiteX23" fmla="*/ 1036052 w 1198431"/>
              <a:gd name="connsiteY23" fmla="*/ 912040 h 1642079"/>
              <a:gd name="connsiteX24" fmla="*/ 748482 w 1198431"/>
              <a:gd name="connsiteY24" fmla="*/ 1184936 h 1642079"/>
              <a:gd name="connsiteX25" fmla="*/ 332193 w 1198431"/>
              <a:gd name="connsiteY25" fmla="*/ 1543443 h 1642079"/>
              <a:gd name="connsiteX26" fmla="*/ 264168 w 1198431"/>
              <a:gd name="connsiteY26" fmla="*/ 1602702 h 1642079"/>
              <a:gd name="connsiteX27" fmla="*/ 166016 w 1198431"/>
              <a:gd name="connsiteY27" fmla="*/ 1632730 h 1642079"/>
              <a:gd name="connsiteX28" fmla="*/ 0 w 1198431"/>
              <a:gd name="connsiteY28" fmla="*/ 1433147 h 1642079"/>
              <a:gd name="connsiteX29" fmla="*/ 42852 w 1198431"/>
              <a:gd name="connsiteY29" fmla="*/ 1392752 h 1642079"/>
              <a:gd name="connsiteX30" fmla="*/ 316027 w 1198431"/>
              <a:gd name="connsiteY30" fmla="*/ 1117023 h 1642079"/>
              <a:gd name="connsiteX31" fmla="*/ 725003 w 1198431"/>
              <a:gd name="connsiteY31" fmla="*/ 727003 h 1642079"/>
              <a:gd name="connsiteX32" fmla="*/ 380698 w 1198431"/>
              <a:gd name="connsiteY32" fmla="*/ 1409623 h 1642079"/>
              <a:gd name="connsiteX33" fmla="*/ 972548 w 1198431"/>
              <a:gd name="connsiteY33" fmla="*/ 864799 h 1642079"/>
              <a:gd name="connsiteX34" fmla="*/ 852229 w 1198431"/>
              <a:gd name="connsiteY34" fmla="*/ 703568 h 1642079"/>
              <a:gd name="connsiteX35" fmla="*/ 251119 w 1198431"/>
              <a:gd name="connsiteY35" fmla="*/ 1271942 h 1642079"/>
              <a:gd name="connsiteX36" fmla="*/ 380698 w 1198431"/>
              <a:gd name="connsiteY36" fmla="*/ 1409623 h 1642079"/>
              <a:gd name="connsiteX37" fmla="*/ 203338 w 1198431"/>
              <a:gd name="connsiteY37" fmla="*/ 1319273 h 1642079"/>
              <a:gd name="connsiteX38" fmla="*/ 71377 w 1198431"/>
              <a:gd name="connsiteY38" fmla="*/ 1441292 h 1642079"/>
              <a:gd name="connsiteX39" fmla="*/ 192242 w 1198431"/>
              <a:gd name="connsiteY39" fmla="*/ 1575230 h 1642079"/>
              <a:gd name="connsiteX40" fmla="*/ 313838 w 1198431"/>
              <a:gd name="connsiteY40" fmla="*/ 1463919 h 1642079"/>
              <a:gd name="connsiteX41" fmla="*/ 203338 w 1198431"/>
              <a:gd name="connsiteY41" fmla="*/ 1319273 h 1642079"/>
              <a:gd name="connsiteX42" fmla="*/ 1005219 w 1198431"/>
              <a:gd name="connsiteY42" fmla="*/ 772394 h 1642079"/>
              <a:gd name="connsiteX43" fmla="*/ 1066255 w 1198431"/>
              <a:gd name="connsiteY43" fmla="*/ 725708 h 1642079"/>
              <a:gd name="connsiteX44" fmla="*/ 1117433 w 1198431"/>
              <a:gd name="connsiteY44" fmla="*/ 671740 h 1642079"/>
              <a:gd name="connsiteX45" fmla="*/ 1119672 w 1198431"/>
              <a:gd name="connsiteY45" fmla="*/ 613315 h 1642079"/>
              <a:gd name="connsiteX46" fmla="*/ 1068122 w 1198431"/>
              <a:gd name="connsiteY46" fmla="*/ 593773 h 1642079"/>
              <a:gd name="connsiteX47" fmla="*/ 1049930 w 1198431"/>
              <a:gd name="connsiteY47" fmla="*/ 597654 h 1642079"/>
              <a:gd name="connsiteX48" fmla="*/ 923171 w 1198431"/>
              <a:gd name="connsiteY48" fmla="*/ 678882 h 1642079"/>
              <a:gd name="connsiteX49" fmla="*/ 1005219 w 1198431"/>
              <a:gd name="connsiteY49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6239 w 1198431"/>
              <a:gd name="connsiteY11" fmla="*/ 267418 h 1642079"/>
              <a:gd name="connsiteX12" fmla="*/ 851627 w 1198431"/>
              <a:gd name="connsiteY12" fmla="*/ 493994 h 1642079"/>
              <a:gd name="connsiteX13" fmla="*/ 832865 w 1198431"/>
              <a:gd name="connsiteY13" fmla="*/ 394798 h 1642079"/>
              <a:gd name="connsiteX14" fmla="*/ 750987 w 1198431"/>
              <a:gd name="connsiteY14" fmla="*/ 111209 h 1642079"/>
              <a:gd name="connsiteX15" fmla="*/ 759038 w 1198431"/>
              <a:gd name="connsiteY15" fmla="*/ 70 h 1642079"/>
              <a:gd name="connsiteX16" fmla="*/ 882390 w 1198431"/>
              <a:gd name="connsiteY16" fmla="*/ 104169 h 1642079"/>
              <a:gd name="connsiteX17" fmla="*/ 976244 w 1198431"/>
              <a:gd name="connsiteY17" fmla="*/ 556551 h 1642079"/>
              <a:gd name="connsiteX18" fmla="*/ 1055083 w 1198431"/>
              <a:gd name="connsiteY18" fmla="*/ 530081 h 1642079"/>
              <a:gd name="connsiteX19" fmla="*/ 1122472 w 1198431"/>
              <a:gd name="connsiteY19" fmla="*/ 534019 h 1642079"/>
              <a:gd name="connsiteX20" fmla="*/ 1175459 w 1198431"/>
              <a:gd name="connsiteY20" fmla="*/ 575862 h 1642079"/>
              <a:gd name="connsiteX21" fmla="*/ 1176298 w 1198431"/>
              <a:gd name="connsiteY21" fmla="*/ 713282 h 1642079"/>
              <a:gd name="connsiteX22" fmla="*/ 1066074 w 1198431"/>
              <a:gd name="connsiteY22" fmla="*/ 830138 h 1642079"/>
              <a:gd name="connsiteX23" fmla="*/ 1036052 w 1198431"/>
              <a:gd name="connsiteY23" fmla="*/ 912040 h 1642079"/>
              <a:gd name="connsiteX24" fmla="*/ 748482 w 1198431"/>
              <a:gd name="connsiteY24" fmla="*/ 1184936 h 1642079"/>
              <a:gd name="connsiteX25" fmla="*/ 332193 w 1198431"/>
              <a:gd name="connsiteY25" fmla="*/ 1543443 h 1642079"/>
              <a:gd name="connsiteX26" fmla="*/ 264168 w 1198431"/>
              <a:gd name="connsiteY26" fmla="*/ 1602702 h 1642079"/>
              <a:gd name="connsiteX27" fmla="*/ 166016 w 1198431"/>
              <a:gd name="connsiteY27" fmla="*/ 1632730 h 1642079"/>
              <a:gd name="connsiteX28" fmla="*/ 0 w 1198431"/>
              <a:gd name="connsiteY28" fmla="*/ 1433147 h 1642079"/>
              <a:gd name="connsiteX29" fmla="*/ 42852 w 1198431"/>
              <a:gd name="connsiteY29" fmla="*/ 1392752 h 1642079"/>
              <a:gd name="connsiteX30" fmla="*/ 316027 w 1198431"/>
              <a:gd name="connsiteY30" fmla="*/ 1117023 h 1642079"/>
              <a:gd name="connsiteX31" fmla="*/ 725003 w 1198431"/>
              <a:gd name="connsiteY31" fmla="*/ 727003 h 1642079"/>
              <a:gd name="connsiteX32" fmla="*/ 380698 w 1198431"/>
              <a:gd name="connsiteY32" fmla="*/ 1409623 h 1642079"/>
              <a:gd name="connsiteX33" fmla="*/ 972548 w 1198431"/>
              <a:gd name="connsiteY33" fmla="*/ 864799 h 1642079"/>
              <a:gd name="connsiteX34" fmla="*/ 852229 w 1198431"/>
              <a:gd name="connsiteY34" fmla="*/ 703568 h 1642079"/>
              <a:gd name="connsiteX35" fmla="*/ 251119 w 1198431"/>
              <a:gd name="connsiteY35" fmla="*/ 1271942 h 1642079"/>
              <a:gd name="connsiteX36" fmla="*/ 380698 w 1198431"/>
              <a:gd name="connsiteY36" fmla="*/ 1409623 h 1642079"/>
              <a:gd name="connsiteX37" fmla="*/ 203338 w 1198431"/>
              <a:gd name="connsiteY37" fmla="*/ 1319273 h 1642079"/>
              <a:gd name="connsiteX38" fmla="*/ 71377 w 1198431"/>
              <a:gd name="connsiteY38" fmla="*/ 1441292 h 1642079"/>
              <a:gd name="connsiteX39" fmla="*/ 192242 w 1198431"/>
              <a:gd name="connsiteY39" fmla="*/ 1575230 h 1642079"/>
              <a:gd name="connsiteX40" fmla="*/ 313838 w 1198431"/>
              <a:gd name="connsiteY40" fmla="*/ 1463919 h 1642079"/>
              <a:gd name="connsiteX41" fmla="*/ 203338 w 1198431"/>
              <a:gd name="connsiteY41" fmla="*/ 1319273 h 1642079"/>
              <a:gd name="connsiteX42" fmla="*/ 1005219 w 1198431"/>
              <a:gd name="connsiteY42" fmla="*/ 772394 h 1642079"/>
              <a:gd name="connsiteX43" fmla="*/ 1066255 w 1198431"/>
              <a:gd name="connsiteY43" fmla="*/ 725708 h 1642079"/>
              <a:gd name="connsiteX44" fmla="*/ 1117433 w 1198431"/>
              <a:gd name="connsiteY44" fmla="*/ 671740 h 1642079"/>
              <a:gd name="connsiteX45" fmla="*/ 1119672 w 1198431"/>
              <a:gd name="connsiteY45" fmla="*/ 613315 h 1642079"/>
              <a:gd name="connsiteX46" fmla="*/ 1068122 w 1198431"/>
              <a:gd name="connsiteY46" fmla="*/ 593773 h 1642079"/>
              <a:gd name="connsiteX47" fmla="*/ 1049930 w 1198431"/>
              <a:gd name="connsiteY47" fmla="*/ 597654 h 1642079"/>
              <a:gd name="connsiteX48" fmla="*/ 923171 w 1198431"/>
              <a:gd name="connsiteY48" fmla="*/ 678882 h 1642079"/>
              <a:gd name="connsiteX49" fmla="*/ 1005219 w 1198431"/>
              <a:gd name="connsiteY49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1969 w 1198431"/>
              <a:gd name="connsiteY11" fmla="*/ 126004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1969 w 1198431"/>
              <a:gd name="connsiteY11" fmla="*/ 126004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40778 w 1198431"/>
              <a:gd name="connsiteY10" fmla="*/ 6888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1383 h 1636459"/>
              <a:gd name="connsiteX1" fmla="*/ 773511 w 1198431"/>
              <a:gd name="connsiteY1" fmla="*/ 663268 h 1636459"/>
              <a:gd name="connsiteX2" fmla="*/ 766187 w 1198431"/>
              <a:gd name="connsiteY2" fmla="*/ 596642 h 1636459"/>
              <a:gd name="connsiteX3" fmla="*/ 722042 w 1198431"/>
              <a:gd name="connsiteY3" fmla="*/ 524644 h 1636459"/>
              <a:gd name="connsiteX4" fmla="*/ 606576 w 1198431"/>
              <a:gd name="connsiteY4" fmla="*/ 638745 h 1636459"/>
              <a:gd name="connsiteX5" fmla="*/ 605519 w 1198431"/>
              <a:gd name="connsiteY5" fmla="*/ 835923 h 1636459"/>
              <a:gd name="connsiteX6" fmla="*/ 549560 w 1198431"/>
              <a:gd name="connsiteY6" fmla="*/ 885999 h 1636459"/>
              <a:gd name="connsiteX7" fmla="*/ 559341 w 1198431"/>
              <a:gd name="connsiteY7" fmla="*/ 604443 h 1636459"/>
              <a:gd name="connsiteX8" fmla="*/ 671901 w 1198431"/>
              <a:gd name="connsiteY8" fmla="*/ 422448 h 1636459"/>
              <a:gd name="connsiteX9" fmla="*/ 600867 w 1198431"/>
              <a:gd name="connsiteY9" fmla="*/ 113642 h 1636459"/>
              <a:gd name="connsiteX10" fmla="*/ 740778 w 1198431"/>
              <a:gd name="connsiteY10" fmla="*/ 1268 h 1636459"/>
              <a:gd name="connsiteX11" fmla="*/ 750854 w 1198431"/>
              <a:gd name="connsiteY11" fmla="*/ 108352 h 1636459"/>
              <a:gd name="connsiteX12" fmla="*/ 746239 w 1198431"/>
              <a:gd name="connsiteY12" fmla="*/ 261798 h 1636459"/>
              <a:gd name="connsiteX13" fmla="*/ 825214 w 1198431"/>
              <a:gd name="connsiteY13" fmla="*/ 433111 h 1636459"/>
              <a:gd name="connsiteX14" fmla="*/ 831255 w 1198431"/>
              <a:gd name="connsiteY14" fmla="*/ 321957 h 1636459"/>
              <a:gd name="connsiteX15" fmla="*/ 750987 w 1198431"/>
              <a:gd name="connsiteY15" fmla="*/ 105589 h 1636459"/>
              <a:gd name="connsiteX16" fmla="*/ 746999 w 1198431"/>
              <a:gd name="connsiteY16" fmla="*/ 100 h 1636459"/>
              <a:gd name="connsiteX17" fmla="*/ 882390 w 1198431"/>
              <a:gd name="connsiteY17" fmla="*/ 98549 h 1636459"/>
              <a:gd name="connsiteX18" fmla="*/ 976244 w 1198431"/>
              <a:gd name="connsiteY18" fmla="*/ 550931 h 1636459"/>
              <a:gd name="connsiteX19" fmla="*/ 1055083 w 1198431"/>
              <a:gd name="connsiteY19" fmla="*/ 524461 h 1636459"/>
              <a:gd name="connsiteX20" fmla="*/ 1122472 w 1198431"/>
              <a:gd name="connsiteY20" fmla="*/ 528399 h 1636459"/>
              <a:gd name="connsiteX21" fmla="*/ 1175459 w 1198431"/>
              <a:gd name="connsiteY21" fmla="*/ 570242 h 1636459"/>
              <a:gd name="connsiteX22" fmla="*/ 1176298 w 1198431"/>
              <a:gd name="connsiteY22" fmla="*/ 707662 h 1636459"/>
              <a:gd name="connsiteX23" fmla="*/ 1066074 w 1198431"/>
              <a:gd name="connsiteY23" fmla="*/ 824518 h 1636459"/>
              <a:gd name="connsiteX24" fmla="*/ 1036052 w 1198431"/>
              <a:gd name="connsiteY24" fmla="*/ 906420 h 1636459"/>
              <a:gd name="connsiteX25" fmla="*/ 748482 w 1198431"/>
              <a:gd name="connsiteY25" fmla="*/ 1179316 h 1636459"/>
              <a:gd name="connsiteX26" fmla="*/ 332193 w 1198431"/>
              <a:gd name="connsiteY26" fmla="*/ 1537823 h 1636459"/>
              <a:gd name="connsiteX27" fmla="*/ 264168 w 1198431"/>
              <a:gd name="connsiteY27" fmla="*/ 1597082 h 1636459"/>
              <a:gd name="connsiteX28" fmla="*/ 166016 w 1198431"/>
              <a:gd name="connsiteY28" fmla="*/ 1627110 h 1636459"/>
              <a:gd name="connsiteX29" fmla="*/ 0 w 1198431"/>
              <a:gd name="connsiteY29" fmla="*/ 1427527 h 1636459"/>
              <a:gd name="connsiteX30" fmla="*/ 42852 w 1198431"/>
              <a:gd name="connsiteY30" fmla="*/ 1387132 h 1636459"/>
              <a:gd name="connsiteX31" fmla="*/ 316027 w 1198431"/>
              <a:gd name="connsiteY31" fmla="*/ 1111403 h 1636459"/>
              <a:gd name="connsiteX32" fmla="*/ 725003 w 1198431"/>
              <a:gd name="connsiteY32" fmla="*/ 721383 h 1636459"/>
              <a:gd name="connsiteX33" fmla="*/ 380698 w 1198431"/>
              <a:gd name="connsiteY33" fmla="*/ 1404003 h 1636459"/>
              <a:gd name="connsiteX34" fmla="*/ 972548 w 1198431"/>
              <a:gd name="connsiteY34" fmla="*/ 859179 h 1636459"/>
              <a:gd name="connsiteX35" fmla="*/ 852229 w 1198431"/>
              <a:gd name="connsiteY35" fmla="*/ 697948 h 1636459"/>
              <a:gd name="connsiteX36" fmla="*/ 251119 w 1198431"/>
              <a:gd name="connsiteY36" fmla="*/ 1266322 h 1636459"/>
              <a:gd name="connsiteX37" fmla="*/ 380698 w 1198431"/>
              <a:gd name="connsiteY37" fmla="*/ 1404003 h 1636459"/>
              <a:gd name="connsiteX38" fmla="*/ 203338 w 1198431"/>
              <a:gd name="connsiteY38" fmla="*/ 1313653 h 1636459"/>
              <a:gd name="connsiteX39" fmla="*/ 71377 w 1198431"/>
              <a:gd name="connsiteY39" fmla="*/ 1435672 h 1636459"/>
              <a:gd name="connsiteX40" fmla="*/ 192242 w 1198431"/>
              <a:gd name="connsiteY40" fmla="*/ 1569610 h 1636459"/>
              <a:gd name="connsiteX41" fmla="*/ 313838 w 1198431"/>
              <a:gd name="connsiteY41" fmla="*/ 1458299 h 1636459"/>
              <a:gd name="connsiteX42" fmla="*/ 203338 w 1198431"/>
              <a:gd name="connsiteY42" fmla="*/ 1313653 h 1636459"/>
              <a:gd name="connsiteX43" fmla="*/ 1005219 w 1198431"/>
              <a:gd name="connsiteY43" fmla="*/ 766774 h 1636459"/>
              <a:gd name="connsiteX44" fmla="*/ 1066255 w 1198431"/>
              <a:gd name="connsiteY44" fmla="*/ 720088 h 1636459"/>
              <a:gd name="connsiteX45" fmla="*/ 1117433 w 1198431"/>
              <a:gd name="connsiteY45" fmla="*/ 666120 h 1636459"/>
              <a:gd name="connsiteX46" fmla="*/ 1119672 w 1198431"/>
              <a:gd name="connsiteY46" fmla="*/ 607695 h 1636459"/>
              <a:gd name="connsiteX47" fmla="*/ 1068122 w 1198431"/>
              <a:gd name="connsiteY47" fmla="*/ 588153 h 1636459"/>
              <a:gd name="connsiteX48" fmla="*/ 1049930 w 1198431"/>
              <a:gd name="connsiteY48" fmla="*/ 592034 h 1636459"/>
              <a:gd name="connsiteX49" fmla="*/ 923171 w 1198431"/>
              <a:gd name="connsiteY49" fmla="*/ 673262 h 1636459"/>
              <a:gd name="connsiteX50" fmla="*/ 1005219 w 1198431"/>
              <a:gd name="connsiteY50" fmla="*/ 766774 h 1636459"/>
              <a:gd name="connsiteX0" fmla="*/ 725003 w 1198431"/>
              <a:gd name="connsiteY0" fmla="*/ 721383 h 1636459"/>
              <a:gd name="connsiteX1" fmla="*/ 773511 w 1198431"/>
              <a:gd name="connsiteY1" fmla="*/ 663268 h 1636459"/>
              <a:gd name="connsiteX2" fmla="*/ 766187 w 1198431"/>
              <a:gd name="connsiteY2" fmla="*/ 596642 h 1636459"/>
              <a:gd name="connsiteX3" fmla="*/ 722042 w 1198431"/>
              <a:gd name="connsiteY3" fmla="*/ 524644 h 1636459"/>
              <a:gd name="connsiteX4" fmla="*/ 606576 w 1198431"/>
              <a:gd name="connsiteY4" fmla="*/ 638745 h 1636459"/>
              <a:gd name="connsiteX5" fmla="*/ 605519 w 1198431"/>
              <a:gd name="connsiteY5" fmla="*/ 835923 h 1636459"/>
              <a:gd name="connsiteX6" fmla="*/ 549560 w 1198431"/>
              <a:gd name="connsiteY6" fmla="*/ 885999 h 1636459"/>
              <a:gd name="connsiteX7" fmla="*/ 559341 w 1198431"/>
              <a:gd name="connsiteY7" fmla="*/ 604443 h 1636459"/>
              <a:gd name="connsiteX8" fmla="*/ 671901 w 1198431"/>
              <a:gd name="connsiteY8" fmla="*/ 422448 h 1636459"/>
              <a:gd name="connsiteX9" fmla="*/ 600867 w 1198431"/>
              <a:gd name="connsiteY9" fmla="*/ 113642 h 1636459"/>
              <a:gd name="connsiteX10" fmla="*/ 740778 w 1198431"/>
              <a:gd name="connsiteY10" fmla="*/ 1268 h 1636459"/>
              <a:gd name="connsiteX11" fmla="*/ 750854 w 1198431"/>
              <a:gd name="connsiteY11" fmla="*/ 108352 h 1636459"/>
              <a:gd name="connsiteX12" fmla="*/ 746239 w 1198431"/>
              <a:gd name="connsiteY12" fmla="*/ 261798 h 1636459"/>
              <a:gd name="connsiteX13" fmla="*/ 825214 w 1198431"/>
              <a:gd name="connsiteY13" fmla="*/ 433111 h 1636459"/>
              <a:gd name="connsiteX14" fmla="*/ 831255 w 1198431"/>
              <a:gd name="connsiteY14" fmla="*/ 321957 h 1636459"/>
              <a:gd name="connsiteX15" fmla="*/ 750987 w 1198431"/>
              <a:gd name="connsiteY15" fmla="*/ 105589 h 1636459"/>
              <a:gd name="connsiteX16" fmla="*/ 746999 w 1198431"/>
              <a:gd name="connsiteY16" fmla="*/ 100 h 1636459"/>
              <a:gd name="connsiteX17" fmla="*/ 882390 w 1198431"/>
              <a:gd name="connsiteY17" fmla="*/ 98549 h 1636459"/>
              <a:gd name="connsiteX18" fmla="*/ 976244 w 1198431"/>
              <a:gd name="connsiteY18" fmla="*/ 550931 h 1636459"/>
              <a:gd name="connsiteX19" fmla="*/ 1055083 w 1198431"/>
              <a:gd name="connsiteY19" fmla="*/ 524461 h 1636459"/>
              <a:gd name="connsiteX20" fmla="*/ 1122472 w 1198431"/>
              <a:gd name="connsiteY20" fmla="*/ 528399 h 1636459"/>
              <a:gd name="connsiteX21" fmla="*/ 1175459 w 1198431"/>
              <a:gd name="connsiteY21" fmla="*/ 570242 h 1636459"/>
              <a:gd name="connsiteX22" fmla="*/ 1176298 w 1198431"/>
              <a:gd name="connsiteY22" fmla="*/ 707662 h 1636459"/>
              <a:gd name="connsiteX23" fmla="*/ 1066074 w 1198431"/>
              <a:gd name="connsiteY23" fmla="*/ 824518 h 1636459"/>
              <a:gd name="connsiteX24" fmla="*/ 1036052 w 1198431"/>
              <a:gd name="connsiteY24" fmla="*/ 906420 h 1636459"/>
              <a:gd name="connsiteX25" fmla="*/ 748482 w 1198431"/>
              <a:gd name="connsiteY25" fmla="*/ 1179316 h 1636459"/>
              <a:gd name="connsiteX26" fmla="*/ 332193 w 1198431"/>
              <a:gd name="connsiteY26" fmla="*/ 1537823 h 1636459"/>
              <a:gd name="connsiteX27" fmla="*/ 264168 w 1198431"/>
              <a:gd name="connsiteY27" fmla="*/ 1597082 h 1636459"/>
              <a:gd name="connsiteX28" fmla="*/ 166016 w 1198431"/>
              <a:gd name="connsiteY28" fmla="*/ 1627110 h 1636459"/>
              <a:gd name="connsiteX29" fmla="*/ 0 w 1198431"/>
              <a:gd name="connsiteY29" fmla="*/ 1427527 h 1636459"/>
              <a:gd name="connsiteX30" fmla="*/ 42852 w 1198431"/>
              <a:gd name="connsiteY30" fmla="*/ 1387132 h 1636459"/>
              <a:gd name="connsiteX31" fmla="*/ 316027 w 1198431"/>
              <a:gd name="connsiteY31" fmla="*/ 1111403 h 1636459"/>
              <a:gd name="connsiteX32" fmla="*/ 725003 w 1198431"/>
              <a:gd name="connsiteY32" fmla="*/ 721383 h 1636459"/>
              <a:gd name="connsiteX33" fmla="*/ 380698 w 1198431"/>
              <a:gd name="connsiteY33" fmla="*/ 1404003 h 1636459"/>
              <a:gd name="connsiteX34" fmla="*/ 972548 w 1198431"/>
              <a:gd name="connsiteY34" fmla="*/ 859179 h 1636459"/>
              <a:gd name="connsiteX35" fmla="*/ 852229 w 1198431"/>
              <a:gd name="connsiteY35" fmla="*/ 697948 h 1636459"/>
              <a:gd name="connsiteX36" fmla="*/ 251119 w 1198431"/>
              <a:gd name="connsiteY36" fmla="*/ 1266322 h 1636459"/>
              <a:gd name="connsiteX37" fmla="*/ 380698 w 1198431"/>
              <a:gd name="connsiteY37" fmla="*/ 1404003 h 1636459"/>
              <a:gd name="connsiteX38" fmla="*/ 203338 w 1198431"/>
              <a:gd name="connsiteY38" fmla="*/ 1313653 h 1636459"/>
              <a:gd name="connsiteX39" fmla="*/ 71377 w 1198431"/>
              <a:gd name="connsiteY39" fmla="*/ 1435672 h 1636459"/>
              <a:gd name="connsiteX40" fmla="*/ 192242 w 1198431"/>
              <a:gd name="connsiteY40" fmla="*/ 1569610 h 1636459"/>
              <a:gd name="connsiteX41" fmla="*/ 313838 w 1198431"/>
              <a:gd name="connsiteY41" fmla="*/ 1458299 h 1636459"/>
              <a:gd name="connsiteX42" fmla="*/ 203338 w 1198431"/>
              <a:gd name="connsiteY42" fmla="*/ 1313653 h 1636459"/>
              <a:gd name="connsiteX43" fmla="*/ 1005219 w 1198431"/>
              <a:gd name="connsiteY43" fmla="*/ 766774 h 1636459"/>
              <a:gd name="connsiteX44" fmla="*/ 1066255 w 1198431"/>
              <a:gd name="connsiteY44" fmla="*/ 720088 h 1636459"/>
              <a:gd name="connsiteX45" fmla="*/ 1117433 w 1198431"/>
              <a:gd name="connsiteY45" fmla="*/ 666120 h 1636459"/>
              <a:gd name="connsiteX46" fmla="*/ 1119672 w 1198431"/>
              <a:gd name="connsiteY46" fmla="*/ 607695 h 1636459"/>
              <a:gd name="connsiteX47" fmla="*/ 1068122 w 1198431"/>
              <a:gd name="connsiteY47" fmla="*/ 588153 h 1636459"/>
              <a:gd name="connsiteX48" fmla="*/ 1049930 w 1198431"/>
              <a:gd name="connsiteY48" fmla="*/ 592034 h 1636459"/>
              <a:gd name="connsiteX49" fmla="*/ 923171 w 1198431"/>
              <a:gd name="connsiteY49" fmla="*/ 673262 h 1636459"/>
              <a:gd name="connsiteX50" fmla="*/ 1005219 w 1198431"/>
              <a:gd name="connsiteY50" fmla="*/ 766774 h 1636459"/>
              <a:gd name="connsiteX0" fmla="*/ 725003 w 1198431"/>
              <a:gd name="connsiteY0" fmla="*/ 720928 h 1636004"/>
              <a:gd name="connsiteX1" fmla="*/ 773511 w 1198431"/>
              <a:gd name="connsiteY1" fmla="*/ 662813 h 1636004"/>
              <a:gd name="connsiteX2" fmla="*/ 766187 w 1198431"/>
              <a:gd name="connsiteY2" fmla="*/ 596187 h 1636004"/>
              <a:gd name="connsiteX3" fmla="*/ 722042 w 1198431"/>
              <a:gd name="connsiteY3" fmla="*/ 524189 h 1636004"/>
              <a:gd name="connsiteX4" fmla="*/ 606576 w 1198431"/>
              <a:gd name="connsiteY4" fmla="*/ 638290 h 1636004"/>
              <a:gd name="connsiteX5" fmla="*/ 605519 w 1198431"/>
              <a:gd name="connsiteY5" fmla="*/ 835468 h 1636004"/>
              <a:gd name="connsiteX6" fmla="*/ 549560 w 1198431"/>
              <a:gd name="connsiteY6" fmla="*/ 885544 h 1636004"/>
              <a:gd name="connsiteX7" fmla="*/ 559341 w 1198431"/>
              <a:gd name="connsiteY7" fmla="*/ 603988 h 1636004"/>
              <a:gd name="connsiteX8" fmla="*/ 671901 w 1198431"/>
              <a:gd name="connsiteY8" fmla="*/ 421993 h 1636004"/>
              <a:gd name="connsiteX9" fmla="*/ 600867 w 1198431"/>
              <a:gd name="connsiteY9" fmla="*/ 113187 h 1636004"/>
              <a:gd name="connsiteX10" fmla="*/ 740778 w 1198431"/>
              <a:gd name="connsiteY10" fmla="*/ 813 h 1636004"/>
              <a:gd name="connsiteX11" fmla="*/ 750854 w 1198431"/>
              <a:gd name="connsiteY11" fmla="*/ 107897 h 1636004"/>
              <a:gd name="connsiteX12" fmla="*/ 746239 w 1198431"/>
              <a:gd name="connsiteY12" fmla="*/ 261343 h 1636004"/>
              <a:gd name="connsiteX13" fmla="*/ 825214 w 1198431"/>
              <a:gd name="connsiteY13" fmla="*/ 432656 h 1636004"/>
              <a:gd name="connsiteX14" fmla="*/ 831255 w 1198431"/>
              <a:gd name="connsiteY14" fmla="*/ 321502 h 1636004"/>
              <a:gd name="connsiteX15" fmla="*/ 750987 w 1198431"/>
              <a:gd name="connsiteY15" fmla="*/ 105134 h 1636004"/>
              <a:gd name="connsiteX16" fmla="*/ 742132 w 1198431"/>
              <a:gd name="connsiteY16" fmla="*/ 103 h 1636004"/>
              <a:gd name="connsiteX17" fmla="*/ 882390 w 1198431"/>
              <a:gd name="connsiteY17" fmla="*/ 98094 h 1636004"/>
              <a:gd name="connsiteX18" fmla="*/ 976244 w 1198431"/>
              <a:gd name="connsiteY18" fmla="*/ 550476 h 1636004"/>
              <a:gd name="connsiteX19" fmla="*/ 1055083 w 1198431"/>
              <a:gd name="connsiteY19" fmla="*/ 524006 h 1636004"/>
              <a:gd name="connsiteX20" fmla="*/ 1122472 w 1198431"/>
              <a:gd name="connsiteY20" fmla="*/ 527944 h 1636004"/>
              <a:gd name="connsiteX21" fmla="*/ 1175459 w 1198431"/>
              <a:gd name="connsiteY21" fmla="*/ 569787 h 1636004"/>
              <a:gd name="connsiteX22" fmla="*/ 1176298 w 1198431"/>
              <a:gd name="connsiteY22" fmla="*/ 707207 h 1636004"/>
              <a:gd name="connsiteX23" fmla="*/ 1066074 w 1198431"/>
              <a:gd name="connsiteY23" fmla="*/ 824063 h 1636004"/>
              <a:gd name="connsiteX24" fmla="*/ 1036052 w 1198431"/>
              <a:gd name="connsiteY24" fmla="*/ 905965 h 1636004"/>
              <a:gd name="connsiteX25" fmla="*/ 748482 w 1198431"/>
              <a:gd name="connsiteY25" fmla="*/ 1178861 h 1636004"/>
              <a:gd name="connsiteX26" fmla="*/ 332193 w 1198431"/>
              <a:gd name="connsiteY26" fmla="*/ 1537368 h 1636004"/>
              <a:gd name="connsiteX27" fmla="*/ 264168 w 1198431"/>
              <a:gd name="connsiteY27" fmla="*/ 1596627 h 1636004"/>
              <a:gd name="connsiteX28" fmla="*/ 166016 w 1198431"/>
              <a:gd name="connsiteY28" fmla="*/ 1626655 h 1636004"/>
              <a:gd name="connsiteX29" fmla="*/ 0 w 1198431"/>
              <a:gd name="connsiteY29" fmla="*/ 1427072 h 1636004"/>
              <a:gd name="connsiteX30" fmla="*/ 42852 w 1198431"/>
              <a:gd name="connsiteY30" fmla="*/ 1386677 h 1636004"/>
              <a:gd name="connsiteX31" fmla="*/ 316027 w 1198431"/>
              <a:gd name="connsiteY31" fmla="*/ 1110948 h 1636004"/>
              <a:gd name="connsiteX32" fmla="*/ 725003 w 1198431"/>
              <a:gd name="connsiteY32" fmla="*/ 720928 h 1636004"/>
              <a:gd name="connsiteX33" fmla="*/ 380698 w 1198431"/>
              <a:gd name="connsiteY33" fmla="*/ 1403548 h 1636004"/>
              <a:gd name="connsiteX34" fmla="*/ 972548 w 1198431"/>
              <a:gd name="connsiteY34" fmla="*/ 858724 h 1636004"/>
              <a:gd name="connsiteX35" fmla="*/ 852229 w 1198431"/>
              <a:gd name="connsiteY35" fmla="*/ 697493 h 1636004"/>
              <a:gd name="connsiteX36" fmla="*/ 251119 w 1198431"/>
              <a:gd name="connsiteY36" fmla="*/ 1265867 h 1636004"/>
              <a:gd name="connsiteX37" fmla="*/ 380698 w 1198431"/>
              <a:gd name="connsiteY37" fmla="*/ 1403548 h 1636004"/>
              <a:gd name="connsiteX38" fmla="*/ 203338 w 1198431"/>
              <a:gd name="connsiteY38" fmla="*/ 1313198 h 1636004"/>
              <a:gd name="connsiteX39" fmla="*/ 71377 w 1198431"/>
              <a:gd name="connsiteY39" fmla="*/ 1435217 h 1636004"/>
              <a:gd name="connsiteX40" fmla="*/ 192242 w 1198431"/>
              <a:gd name="connsiteY40" fmla="*/ 1569155 h 1636004"/>
              <a:gd name="connsiteX41" fmla="*/ 313838 w 1198431"/>
              <a:gd name="connsiteY41" fmla="*/ 1457844 h 1636004"/>
              <a:gd name="connsiteX42" fmla="*/ 203338 w 1198431"/>
              <a:gd name="connsiteY42" fmla="*/ 1313198 h 1636004"/>
              <a:gd name="connsiteX43" fmla="*/ 1005219 w 1198431"/>
              <a:gd name="connsiteY43" fmla="*/ 766319 h 1636004"/>
              <a:gd name="connsiteX44" fmla="*/ 1066255 w 1198431"/>
              <a:gd name="connsiteY44" fmla="*/ 719633 h 1636004"/>
              <a:gd name="connsiteX45" fmla="*/ 1117433 w 1198431"/>
              <a:gd name="connsiteY45" fmla="*/ 665665 h 1636004"/>
              <a:gd name="connsiteX46" fmla="*/ 1119672 w 1198431"/>
              <a:gd name="connsiteY46" fmla="*/ 607240 h 1636004"/>
              <a:gd name="connsiteX47" fmla="*/ 1068122 w 1198431"/>
              <a:gd name="connsiteY47" fmla="*/ 587698 h 1636004"/>
              <a:gd name="connsiteX48" fmla="*/ 1049930 w 1198431"/>
              <a:gd name="connsiteY48" fmla="*/ 591579 h 1636004"/>
              <a:gd name="connsiteX49" fmla="*/ 923171 w 1198431"/>
              <a:gd name="connsiteY49" fmla="*/ 672807 h 1636004"/>
              <a:gd name="connsiteX50" fmla="*/ 1005219 w 1198431"/>
              <a:gd name="connsiteY50" fmla="*/ 766319 h 1636004"/>
              <a:gd name="connsiteX0" fmla="*/ 725003 w 1198431"/>
              <a:gd name="connsiteY0" fmla="*/ 720137 h 1635213"/>
              <a:gd name="connsiteX1" fmla="*/ 773511 w 1198431"/>
              <a:gd name="connsiteY1" fmla="*/ 662022 h 1635213"/>
              <a:gd name="connsiteX2" fmla="*/ 766187 w 1198431"/>
              <a:gd name="connsiteY2" fmla="*/ 595396 h 1635213"/>
              <a:gd name="connsiteX3" fmla="*/ 722042 w 1198431"/>
              <a:gd name="connsiteY3" fmla="*/ 523398 h 1635213"/>
              <a:gd name="connsiteX4" fmla="*/ 606576 w 1198431"/>
              <a:gd name="connsiteY4" fmla="*/ 637499 h 1635213"/>
              <a:gd name="connsiteX5" fmla="*/ 605519 w 1198431"/>
              <a:gd name="connsiteY5" fmla="*/ 834677 h 1635213"/>
              <a:gd name="connsiteX6" fmla="*/ 549560 w 1198431"/>
              <a:gd name="connsiteY6" fmla="*/ 884753 h 1635213"/>
              <a:gd name="connsiteX7" fmla="*/ 559341 w 1198431"/>
              <a:gd name="connsiteY7" fmla="*/ 603197 h 1635213"/>
              <a:gd name="connsiteX8" fmla="*/ 671901 w 1198431"/>
              <a:gd name="connsiteY8" fmla="*/ 421202 h 1635213"/>
              <a:gd name="connsiteX9" fmla="*/ 600867 w 1198431"/>
              <a:gd name="connsiteY9" fmla="*/ 112396 h 1635213"/>
              <a:gd name="connsiteX10" fmla="*/ 740778 w 1198431"/>
              <a:gd name="connsiteY10" fmla="*/ 22 h 1635213"/>
              <a:gd name="connsiteX11" fmla="*/ 750854 w 1198431"/>
              <a:gd name="connsiteY11" fmla="*/ 107106 h 1635213"/>
              <a:gd name="connsiteX12" fmla="*/ 746239 w 1198431"/>
              <a:gd name="connsiteY12" fmla="*/ 260552 h 1635213"/>
              <a:gd name="connsiteX13" fmla="*/ 825214 w 1198431"/>
              <a:gd name="connsiteY13" fmla="*/ 431865 h 1635213"/>
              <a:gd name="connsiteX14" fmla="*/ 831255 w 1198431"/>
              <a:gd name="connsiteY14" fmla="*/ 320711 h 1635213"/>
              <a:gd name="connsiteX15" fmla="*/ 750987 w 1198431"/>
              <a:gd name="connsiteY15" fmla="*/ 104343 h 1635213"/>
              <a:gd name="connsiteX16" fmla="*/ 735324 w 1198431"/>
              <a:gd name="connsiteY16" fmla="*/ 542 h 1635213"/>
              <a:gd name="connsiteX17" fmla="*/ 882390 w 1198431"/>
              <a:gd name="connsiteY17" fmla="*/ 97303 h 1635213"/>
              <a:gd name="connsiteX18" fmla="*/ 976244 w 1198431"/>
              <a:gd name="connsiteY18" fmla="*/ 549685 h 1635213"/>
              <a:gd name="connsiteX19" fmla="*/ 1055083 w 1198431"/>
              <a:gd name="connsiteY19" fmla="*/ 523215 h 1635213"/>
              <a:gd name="connsiteX20" fmla="*/ 1122472 w 1198431"/>
              <a:gd name="connsiteY20" fmla="*/ 527153 h 1635213"/>
              <a:gd name="connsiteX21" fmla="*/ 1175459 w 1198431"/>
              <a:gd name="connsiteY21" fmla="*/ 568996 h 1635213"/>
              <a:gd name="connsiteX22" fmla="*/ 1176298 w 1198431"/>
              <a:gd name="connsiteY22" fmla="*/ 706416 h 1635213"/>
              <a:gd name="connsiteX23" fmla="*/ 1066074 w 1198431"/>
              <a:gd name="connsiteY23" fmla="*/ 823272 h 1635213"/>
              <a:gd name="connsiteX24" fmla="*/ 1036052 w 1198431"/>
              <a:gd name="connsiteY24" fmla="*/ 905174 h 1635213"/>
              <a:gd name="connsiteX25" fmla="*/ 748482 w 1198431"/>
              <a:gd name="connsiteY25" fmla="*/ 1178070 h 1635213"/>
              <a:gd name="connsiteX26" fmla="*/ 332193 w 1198431"/>
              <a:gd name="connsiteY26" fmla="*/ 1536577 h 1635213"/>
              <a:gd name="connsiteX27" fmla="*/ 264168 w 1198431"/>
              <a:gd name="connsiteY27" fmla="*/ 1595836 h 1635213"/>
              <a:gd name="connsiteX28" fmla="*/ 166016 w 1198431"/>
              <a:gd name="connsiteY28" fmla="*/ 1625864 h 1635213"/>
              <a:gd name="connsiteX29" fmla="*/ 0 w 1198431"/>
              <a:gd name="connsiteY29" fmla="*/ 1426281 h 1635213"/>
              <a:gd name="connsiteX30" fmla="*/ 42852 w 1198431"/>
              <a:gd name="connsiteY30" fmla="*/ 1385886 h 1635213"/>
              <a:gd name="connsiteX31" fmla="*/ 316027 w 1198431"/>
              <a:gd name="connsiteY31" fmla="*/ 1110157 h 1635213"/>
              <a:gd name="connsiteX32" fmla="*/ 725003 w 1198431"/>
              <a:gd name="connsiteY32" fmla="*/ 720137 h 1635213"/>
              <a:gd name="connsiteX33" fmla="*/ 380698 w 1198431"/>
              <a:gd name="connsiteY33" fmla="*/ 1402757 h 1635213"/>
              <a:gd name="connsiteX34" fmla="*/ 972548 w 1198431"/>
              <a:gd name="connsiteY34" fmla="*/ 857933 h 1635213"/>
              <a:gd name="connsiteX35" fmla="*/ 852229 w 1198431"/>
              <a:gd name="connsiteY35" fmla="*/ 696702 h 1635213"/>
              <a:gd name="connsiteX36" fmla="*/ 251119 w 1198431"/>
              <a:gd name="connsiteY36" fmla="*/ 1265076 h 1635213"/>
              <a:gd name="connsiteX37" fmla="*/ 380698 w 1198431"/>
              <a:gd name="connsiteY37" fmla="*/ 1402757 h 1635213"/>
              <a:gd name="connsiteX38" fmla="*/ 203338 w 1198431"/>
              <a:gd name="connsiteY38" fmla="*/ 1312407 h 1635213"/>
              <a:gd name="connsiteX39" fmla="*/ 71377 w 1198431"/>
              <a:gd name="connsiteY39" fmla="*/ 1434426 h 1635213"/>
              <a:gd name="connsiteX40" fmla="*/ 192242 w 1198431"/>
              <a:gd name="connsiteY40" fmla="*/ 1568364 h 1635213"/>
              <a:gd name="connsiteX41" fmla="*/ 313838 w 1198431"/>
              <a:gd name="connsiteY41" fmla="*/ 1457053 h 1635213"/>
              <a:gd name="connsiteX42" fmla="*/ 203338 w 1198431"/>
              <a:gd name="connsiteY42" fmla="*/ 1312407 h 1635213"/>
              <a:gd name="connsiteX43" fmla="*/ 1005219 w 1198431"/>
              <a:gd name="connsiteY43" fmla="*/ 765528 h 1635213"/>
              <a:gd name="connsiteX44" fmla="*/ 1066255 w 1198431"/>
              <a:gd name="connsiteY44" fmla="*/ 718842 h 1635213"/>
              <a:gd name="connsiteX45" fmla="*/ 1117433 w 1198431"/>
              <a:gd name="connsiteY45" fmla="*/ 664874 h 1635213"/>
              <a:gd name="connsiteX46" fmla="*/ 1119672 w 1198431"/>
              <a:gd name="connsiteY46" fmla="*/ 606449 h 1635213"/>
              <a:gd name="connsiteX47" fmla="*/ 1068122 w 1198431"/>
              <a:gd name="connsiteY47" fmla="*/ 586907 h 1635213"/>
              <a:gd name="connsiteX48" fmla="*/ 1049930 w 1198431"/>
              <a:gd name="connsiteY48" fmla="*/ 590788 h 1635213"/>
              <a:gd name="connsiteX49" fmla="*/ 923171 w 1198431"/>
              <a:gd name="connsiteY49" fmla="*/ 672016 h 1635213"/>
              <a:gd name="connsiteX50" fmla="*/ 1005219 w 1198431"/>
              <a:gd name="connsiteY50" fmla="*/ 765528 h 1635213"/>
              <a:gd name="connsiteX0" fmla="*/ 725003 w 1198431"/>
              <a:gd name="connsiteY0" fmla="*/ 720141 h 1635217"/>
              <a:gd name="connsiteX1" fmla="*/ 773511 w 1198431"/>
              <a:gd name="connsiteY1" fmla="*/ 662026 h 1635217"/>
              <a:gd name="connsiteX2" fmla="*/ 766187 w 1198431"/>
              <a:gd name="connsiteY2" fmla="*/ 595400 h 1635217"/>
              <a:gd name="connsiteX3" fmla="*/ 722042 w 1198431"/>
              <a:gd name="connsiteY3" fmla="*/ 523402 h 1635217"/>
              <a:gd name="connsiteX4" fmla="*/ 606576 w 1198431"/>
              <a:gd name="connsiteY4" fmla="*/ 637503 h 1635217"/>
              <a:gd name="connsiteX5" fmla="*/ 605519 w 1198431"/>
              <a:gd name="connsiteY5" fmla="*/ 834681 h 1635217"/>
              <a:gd name="connsiteX6" fmla="*/ 549560 w 1198431"/>
              <a:gd name="connsiteY6" fmla="*/ 884757 h 1635217"/>
              <a:gd name="connsiteX7" fmla="*/ 559341 w 1198431"/>
              <a:gd name="connsiteY7" fmla="*/ 603201 h 1635217"/>
              <a:gd name="connsiteX8" fmla="*/ 671901 w 1198431"/>
              <a:gd name="connsiteY8" fmla="*/ 421206 h 1635217"/>
              <a:gd name="connsiteX9" fmla="*/ 600867 w 1198431"/>
              <a:gd name="connsiteY9" fmla="*/ 112400 h 1635217"/>
              <a:gd name="connsiteX10" fmla="*/ 740778 w 1198431"/>
              <a:gd name="connsiteY10" fmla="*/ 26 h 1635217"/>
              <a:gd name="connsiteX11" fmla="*/ 750854 w 1198431"/>
              <a:gd name="connsiteY11" fmla="*/ 107110 h 1635217"/>
              <a:gd name="connsiteX12" fmla="*/ 746239 w 1198431"/>
              <a:gd name="connsiteY12" fmla="*/ 260556 h 1635217"/>
              <a:gd name="connsiteX13" fmla="*/ 825214 w 1198431"/>
              <a:gd name="connsiteY13" fmla="*/ 431869 h 1635217"/>
              <a:gd name="connsiteX14" fmla="*/ 831255 w 1198431"/>
              <a:gd name="connsiteY14" fmla="*/ 320715 h 1635217"/>
              <a:gd name="connsiteX15" fmla="*/ 750987 w 1198431"/>
              <a:gd name="connsiteY15" fmla="*/ 104347 h 1635217"/>
              <a:gd name="connsiteX16" fmla="*/ 747805 w 1198431"/>
              <a:gd name="connsiteY16" fmla="*/ 108 h 1635217"/>
              <a:gd name="connsiteX17" fmla="*/ 882390 w 1198431"/>
              <a:gd name="connsiteY17" fmla="*/ 97307 h 1635217"/>
              <a:gd name="connsiteX18" fmla="*/ 976244 w 1198431"/>
              <a:gd name="connsiteY18" fmla="*/ 549689 h 1635217"/>
              <a:gd name="connsiteX19" fmla="*/ 1055083 w 1198431"/>
              <a:gd name="connsiteY19" fmla="*/ 523219 h 1635217"/>
              <a:gd name="connsiteX20" fmla="*/ 1122472 w 1198431"/>
              <a:gd name="connsiteY20" fmla="*/ 527157 h 1635217"/>
              <a:gd name="connsiteX21" fmla="*/ 1175459 w 1198431"/>
              <a:gd name="connsiteY21" fmla="*/ 569000 h 1635217"/>
              <a:gd name="connsiteX22" fmla="*/ 1176298 w 1198431"/>
              <a:gd name="connsiteY22" fmla="*/ 706420 h 1635217"/>
              <a:gd name="connsiteX23" fmla="*/ 1066074 w 1198431"/>
              <a:gd name="connsiteY23" fmla="*/ 823276 h 1635217"/>
              <a:gd name="connsiteX24" fmla="*/ 1036052 w 1198431"/>
              <a:gd name="connsiteY24" fmla="*/ 905178 h 1635217"/>
              <a:gd name="connsiteX25" fmla="*/ 748482 w 1198431"/>
              <a:gd name="connsiteY25" fmla="*/ 1178074 h 1635217"/>
              <a:gd name="connsiteX26" fmla="*/ 332193 w 1198431"/>
              <a:gd name="connsiteY26" fmla="*/ 1536581 h 1635217"/>
              <a:gd name="connsiteX27" fmla="*/ 264168 w 1198431"/>
              <a:gd name="connsiteY27" fmla="*/ 1595840 h 1635217"/>
              <a:gd name="connsiteX28" fmla="*/ 166016 w 1198431"/>
              <a:gd name="connsiteY28" fmla="*/ 1625868 h 1635217"/>
              <a:gd name="connsiteX29" fmla="*/ 0 w 1198431"/>
              <a:gd name="connsiteY29" fmla="*/ 1426285 h 1635217"/>
              <a:gd name="connsiteX30" fmla="*/ 42852 w 1198431"/>
              <a:gd name="connsiteY30" fmla="*/ 1385890 h 1635217"/>
              <a:gd name="connsiteX31" fmla="*/ 316027 w 1198431"/>
              <a:gd name="connsiteY31" fmla="*/ 1110161 h 1635217"/>
              <a:gd name="connsiteX32" fmla="*/ 725003 w 1198431"/>
              <a:gd name="connsiteY32" fmla="*/ 720141 h 1635217"/>
              <a:gd name="connsiteX33" fmla="*/ 380698 w 1198431"/>
              <a:gd name="connsiteY33" fmla="*/ 1402761 h 1635217"/>
              <a:gd name="connsiteX34" fmla="*/ 972548 w 1198431"/>
              <a:gd name="connsiteY34" fmla="*/ 857937 h 1635217"/>
              <a:gd name="connsiteX35" fmla="*/ 852229 w 1198431"/>
              <a:gd name="connsiteY35" fmla="*/ 696706 h 1635217"/>
              <a:gd name="connsiteX36" fmla="*/ 251119 w 1198431"/>
              <a:gd name="connsiteY36" fmla="*/ 1265080 h 1635217"/>
              <a:gd name="connsiteX37" fmla="*/ 380698 w 1198431"/>
              <a:gd name="connsiteY37" fmla="*/ 1402761 h 1635217"/>
              <a:gd name="connsiteX38" fmla="*/ 203338 w 1198431"/>
              <a:gd name="connsiteY38" fmla="*/ 1312411 h 1635217"/>
              <a:gd name="connsiteX39" fmla="*/ 71377 w 1198431"/>
              <a:gd name="connsiteY39" fmla="*/ 1434430 h 1635217"/>
              <a:gd name="connsiteX40" fmla="*/ 192242 w 1198431"/>
              <a:gd name="connsiteY40" fmla="*/ 1568368 h 1635217"/>
              <a:gd name="connsiteX41" fmla="*/ 313838 w 1198431"/>
              <a:gd name="connsiteY41" fmla="*/ 1457057 h 1635217"/>
              <a:gd name="connsiteX42" fmla="*/ 203338 w 1198431"/>
              <a:gd name="connsiteY42" fmla="*/ 1312411 h 1635217"/>
              <a:gd name="connsiteX43" fmla="*/ 1005219 w 1198431"/>
              <a:gd name="connsiteY43" fmla="*/ 765532 h 1635217"/>
              <a:gd name="connsiteX44" fmla="*/ 1066255 w 1198431"/>
              <a:gd name="connsiteY44" fmla="*/ 718846 h 1635217"/>
              <a:gd name="connsiteX45" fmla="*/ 1117433 w 1198431"/>
              <a:gd name="connsiteY45" fmla="*/ 664878 h 1635217"/>
              <a:gd name="connsiteX46" fmla="*/ 1119672 w 1198431"/>
              <a:gd name="connsiteY46" fmla="*/ 606453 h 1635217"/>
              <a:gd name="connsiteX47" fmla="*/ 1068122 w 1198431"/>
              <a:gd name="connsiteY47" fmla="*/ 586911 h 1635217"/>
              <a:gd name="connsiteX48" fmla="*/ 1049930 w 1198431"/>
              <a:gd name="connsiteY48" fmla="*/ 590792 h 1635217"/>
              <a:gd name="connsiteX49" fmla="*/ 923171 w 1198431"/>
              <a:gd name="connsiteY49" fmla="*/ 672020 h 1635217"/>
              <a:gd name="connsiteX50" fmla="*/ 1005219 w 1198431"/>
              <a:gd name="connsiteY50" fmla="*/ 765532 h 1635217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57110 w 1198431"/>
              <a:gd name="connsiteY13" fmla="*/ 570235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76990 w 1198431"/>
              <a:gd name="connsiteY13" fmla="*/ 58403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76990 w 1198431"/>
              <a:gd name="connsiteY13" fmla="*/ 584031 h 1635949"/>
              <a:gd name="connsiteX14" fmla="*/ 842846 w 1198431"/>
              <a:gd name="connsiteY14" fmla="*/ 320721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3367 w 1198431"/>
              <a:gd name="connsiteY13" fmla="*/ 546963 h 1635949"/>
              <a:gd name="connsiteX14" fmla="*/ 876990 w 1198431"/>
              <a:gd name="connsiteY14" fmla="*/ 584031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3367 w 1198431"/>
              <a:gd name="connsiteY13" fmla="*/ 546963 h 1635949"/>
              <a:gd name="connsiteX14" fmla="*/ 887731 w 1198431"/>
              <a:gd name="connsiteY14" fmla="*/ 574276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7731 w 1198431"/>
              <a:gd name="connsiteY14" fmla="*/ 574276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307027 w 1198431"/>
              <a:gd name="connsiteY41" fmla="*/ 1485068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203338 w 1198431"/>
              <a:gd name="connsiteY41" fmla="*/ 1313143 h 1635949"/>
              <a:gd name="connsiteX42" fmla="*/ 1005219 w 1198431"/>
              <a:gd name="connsiteY42" fmla="*/ 766264 h 1635949"/>
              <a:gd name="connsiteX43" fmla="*/ 1066255 w 1198431"/>
              <a:gd name="connsiteY43" fmla="*/ 719578 h 1635949"/>
              <a:gd name="connsiteX44" fmla="*/ 1117433 w 1198431"/>
              <a:gd name="connsiteY44" fmla="*/ 665610 h 1635949"/>
              <a:gd name="connsiteX45" fmla="*/ 1119672 w 1198431"/>
              <a:gd name="connsiteY45" fmla="*/ 607185 h 1635949"/>
              <a:gd name="connsiteX46" fmla="*/ 1068122 w 1198431"/>
              <a:gd name="connsiteY46" fmla="*/ 587643 h 1635949"/>
              <a:gd name="connsiteX47" fmla="*/ 1049930 w 1198431"/>
              <a:gd name="connsiteY47" fmla="*/ 591524 h 1635949"/>
              <a:gd name="connsiteX48" fmla="*/ 923171 w 1198431"/>
              <a:gd name="connsiteY48" fmla="*/ 672752 h 1635949"/>
              <a:gd name="connsiteX49" fmla="*/ 1005219 w 1198431"/>
              <a:gd name="connsiteY49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1005219 w 1198431"/>
              <a:gd name="connsiteY39" fmla="*/ 766264 h 1635949"/>
              <a:gd name="connsiteX40" fmla="*/ 1066255 w 1198431"/>
              <a:gd name="connsiteY40" fmla="*/ 719578 h 1635949"/>
              <a:gd name="connsiteX41" fmla="*/ 1117433 w 1198431"/>
              <a:gd name="connsiteY41" fmla="*/ 665610 h 1635949"/>
              <a:gd name="connsiteX42" fmla="*/ 1119672 w 1198431"/>
              <a:gd name="connsiteY42" fmla="*/ 607185 h 1635949"/>
              <a:gd name="connsiteX43" fmla="*/ 1068122 w 1198431"/>
              <a:gd name="connsiteY43" fmla="*/ 587643 h 1635949"/>
              <a:gd name="connsiteX44" fmla="*/ 1049930 w 1198431"/>
              <a:gd name="connsiteY44" fmla="*/ 591524 h 1635949"/>
              <a:gd name="connsiteX45" fmla="*/ 923171 w 1198431"/>
              <a:gd name="connsiteY45" fmla="*/ 672752 h 1635949"/>
              <a:gd name="connsiteX46" fmla="*/ 1005219 w 1198431"/>
              <a:gd name="connsiteY46" fmla="*/ 766264 h 1635949"/>
              <a:gd name="connsiteX0" fmla="*/ 725003 w 1198431"/>
              <a:gd name="connsiteY0" fmla="*/ 720873 h 1638977"/>
              <a:gd name="connsiteX1" fmla="*/ 773511 w 1198431"/>
              <a:gd name="connsiteY1" fmla="*/ 662758 h 1638977"/>
              <a:gd name="connsiteX2" fmla="*/ 766187 w 1198431"/>
              <a:gd name="connsiteY2" fmla="*/ 596132 h 1638977"/>
              <a:gd name="connsiteX3" fmla="*/ 722042 w 1198431"/>
              <a:gd name="connsiteY3" fmla="*/ 524134 h 1638977"/>
              <a:gd name="connsiteX4" fmla="*/ 606576 w 1198431"/>
              <a:gd name="connsiteY4" fmla="*/ 638235 h 1638977"/>
              <a:gd name="connsiteX5" fmla="*/ 605519 w 1198431"/>
              <a:gd name="connsiteY5" fmla="*/ 835413 h 1638977"/>
              <a:gd name="connsiteX6" fmla="*/ 549560 w 1198431"/>
              <a:gd name="connsiteY6" fmla="*/ 885489 h 1638977"/>
              <a:gd name="connsiteX7" fmla="*/ 559341 w 1198431"/>
              <a:gd name="connsiteY7" fmla="*/ 603933 h 1638977"/>
              <a:gd name="connsiteX8" fmla="*/ 671901 w 1198431"/>
              <a:gd name="connsiteY8" fmla="*/ 421938 h 1638977"/>
              <a:gd name="connsiteX9" fmla="*/ 600867 w 1198431"/>
              <a:gd name="connsiteY9" fmla="*/ 113132 h 1638977"/>
              <a:gd name="connsiteX10" fmla="*/ 747043 w 1198431"/>
              <a:gd name="connsiteY10" fmla="*/ 21 h 1638977"/>
              <a:gd name="connsiteX11" fmla="*/ 750854 w 1198431"/>
              <a:gd name="connsiteY11" fmla="*/ 107842 h 1638977"/>
              <a:gd name="connsiteX12" fmla="*/ 746239 w 1198431"/>
              <a:gd name="connsiteY12" fmla="*/ 261288 h 1638977"/>
              <a:gd name="connsiteX13" fmla="*/ 815051 w 1198431"/>
              <a:gd name="connsiteY13" fmla="*/ 586365 h 1638977"/>
              <a:gd name="connsiteX14" fmla="*/ 888333 w 1198431"/>
              <a:gd name="connsiteY14" fmla="*/ 588429 h 1638977"/>
              <a:gd name="connsiteX15" fmla="*/ 842846 w 1198431"/>
              <a:gd name="connsiteY15" fmla="*/ 320721 h 1638977"/>
              <a:gd name="connsiteX16" fmla="*/ 750987 w 1198431"/>
              <a:gd name="connsiteY16" fmla="*/ 105079 h 1638977"/>
              <a:gd name="connsiteX17" fmla="*/ 747805 w 1198431"/>
              <a:gd name="connsiteY17" fmla="*/ 840 h 1638977"/>
              <a:gd name="connsiteX18" fmla="*/ 882390 w 1198431"/>
              <a:gd name="connsiteY18" fmla="*/ 98039 h 1638977"/>
              <a:gd name="connsiteX19" fmla="*/ 976244 w 1198431"/>
              <a:gd name="connsiteY19" fmla="*/ 550421 h 1638977"/>
              <a:gd name="connsiteX20" fmla="*/ 1055083 w 1198431"/>
              <a:gd name="connsiteY20" fmla="*/ 523951 h 1638977"/>
              <a:gd name="connsiteX21" fmla="*/ 1122472 w 1198431"/>
              <a:gd name="connsiteY21" fmla="*/ 527889 h 1638977"/>
              <a:gd name="connsiteX22" fmla="*/ 1175459 w 1198431"/>
              <a:gd name="connsiteY22" fmla="*/ 569732 h 1638977"/>
              <a:gd name="connsiteX23" fmla="*/ 1176298 w 1198431"/>
              <a:gd name="connsiteY23" fmla="*/ 707152 h 1638977"/>
              <a:gd name="connsiteX24" fmla="*/ 1066074 w 1198431"/>
              <a:gd name="connsiteY24" fmla="*/ 824008 h 1638977"/>
              <a:gd name="connsiteX25" fmla="*/ 1036052 w 1198431"/>
              <a:gd name="connsiteY25" fmla="*/ 905910 h 1638977"/>
              <a:gd name="connsiteX26" fmla="*/ 748482 w 1198431"/>
              <a:gd name="connsiteY26" fmla="*/ 1178806 h 1638977"/>
              <a:gd name="connsiteX27" fmla="*/ 469593 w 1198431"/>
              <a:gd name="connsiteY27" fmla="*/ 1423554 h 1638977"/>
              <a:gd name="connsiteX28" fmla="*/ 264168 w 1198431"/>
              <a:gd name="connsiteY28" fmla="*/ 1596572 h 1638977"/>
              <a:gd name="connsiteX29" fmla="*/ 166016 w 1198431"/>
              <a:gd name="connsiteY29" fmla="*/ 1626600 h 1638977"/>
              <a:gd name="connsiteX30" fmla="*/ 0 w 1198431"/>
              <a:gd name="connsiteY30" fmla="*/ 1427017 h 1638977"/>
              <a:gd name="connsiteX31" fmla="*/ 42852 w 1198431"/>
              <a:gd name="connsiteY31" fmla="*/ 1386622 h 1638977"/>
              <a:gd name="connsiteX32" fmla="*/ 316027 w 1198431"/>
              <a:gd name="connsiteY32" fmla="*/ 1110893 h 1638977"/>
              <a:gd name="connsiteX33" fmla="*/ 725003 w 1198431"/>
              <a:gd name="connsiteY33" fmla="*/ 720873 h 1638977"/>
              <a:gd name="connsiteX34" fmla="*/ 380698 w 1198431"/>
              <a:gd name="connsiteY34" fmla="*/ 1403493 h 1638977"/>
              <a:gd name="connsiteX35" fmla="*/ 972548 w 1198431"/>
              <a:gd name="connsiteY35" fmla="*/ 858669 h 1638977"/>
              <a:gd name="connsiteX36" fmla="*/ 852229 w 1198431"/>
              <a:gd name="connsiteY36" fmla="*/ 697438 h 1638977"/>
              <a:gd name="connsiteX37" fmla="*/ 251119 w 1198431"/>
              <a:gd name="connsiteY37" fmla="*/ 1265812 h 1638977"/>
              <a:gd name="connsiteX38" fmla="*/ 380698 w 1198431"/>
              <a:gd name="connsiteY38" fmla="*/ 1403493 h 1638977"/>
              <a:gd name="connsiteX39" fmla="*/ 1005219 w 1198431"/>
              <a:gd name="connsiteY39" fmla="*/ 766264 h 1638977"/>
              <a:gd name="connsiteX40" fmla="*/ 1066255 w 1198431"/>
              <a:gd name="connsiteY40" fmla="*/ 719578 h 1638977"/>
              <a:gd name="connsiteX41" fmla="*/ 1117433 w 1198431"/>
              <a:gd name="connsiteY41" fmla="*/ 665610 h 1638977"/>
              <a:gd name="connsiteX42" fmla="*/ 1119672 w 1198431"/>
              <a:gd name="connsiteY42" fmla="*/ 607185 h 1638977"/>
              <a:gd name="connsiteX43" fmla="*/ 1068122 w 1198431"/>
              <a:gd name="connsiteY43" fmla="*/ 587643 h 1638977"/>
              <a:gd name="connsiteX44" fmla="*/ 1049930 w 1198431"/>
              <a:gd name="connsiteY44" fmla="*/ 591524 h 1638977"/>
              <a:gd name="connsiteX45" fmla="*/ 923171 w 1198431"/>
              <a:gd name="connsiteY45" fmla="*/ 672752 h 1638977"/>
              <a:gd name="connsiteX46" fmla="*/ 1005219 w 1198431"/>
              <a:gd name="connsiteY46" fmla="*/ 766264 h 1638977"/>
              <a:gd name="connsiteX0" fmla="*/ 725003 w 1198431"/>
              <a:gd name="connsiteY0" fmla="*/ 720873 h 1626799"/>
              <a:gd name="connsiteX1" fmla="*/ 773511 w 1198431"/>
              <a:gd name="connsiteY1" fmla="*/ 662758 h 1626799"/>
              <a:gd name="connsiteX2" fmla="*/ 766187 w 1198431"/>
              <a:gd name="connsiteY2" fmla="*/ 596132 h 1626799"/>
              <a:gd name="connsiteX3" fmla="*/ 722042 w 1198431"/>
              <a:gd name="connsiteY3" fmla="*/ 524134 h 1626799"/>
              <a:gd name="connsiteX4" fmla="*/ 606576 w 1198431"/>
              <a:gd name="connsiteY4" fmla="*/ 638235 h 1626799"/>
              <a:gd name="connsiteX5" fmla="*/ 605519 w 1198431"/>
              <a:gd name="connsiteY5" fmla="*/ 835413 h 1626799"/>
              <a:gd name="connsiteX6" fmla="*/ 549560 w 1198431"/>
              <a:gd name="connsiteY6" fmla="*/ 885489 h 1626799"/>
              <a:gd name="connsiteX7" fmla="*/ 559341 w 1198431"/>
              <a:gd name="connsiteY7" fmla="*/ 603933 h 1626799"/>
              <a:gd name="connsiteX8" fmla="*/ 671901 w 1198431"/>
              <a:gd name="connsiteY8" fmla="*/ 421938 h 1626799"/>
              <a:gd name="connsiteX9" fmla="*/ 600867 w 1198431"/>
              <a:gd name="connsiteY9" fmla="*/ 113132 h 1626799"/>
              <a:gd name="connsiteX10" fmla="*/ 747043 w 1198431"/>
              <a:gd name="connsiteY10" fmla="*/ 21 h 1626799"/>
              <a:gd name="connsiteX11" fmla="*/ 750854 w 1198431"/>
              <a:gd name="connsiteY11" fmla="*/ 107842 h 1626799"/>
              <a:gd name="connsiteX12" fmla="*/ 746239 w 1198431"/>
              <a:gd name="connsiteY12" fmla="*/ 261288 h 1626799"/>
              <a:gd name="connsiteX13" fmla="*/ 815051 w 1198431"/>
              <a:gd name="connsiteY13" fmla="*/ 586365 h 1626799"/>
              <a:gd name="connsiteX14" fmla="*/ 888333 w 1198431"/>
              <a:gd name="connsiteY14" fmla="*/ 588429 h 1626799"/>
              <a:gd name="connsiteX15" fmla="*/ 842846 w 1198431"/>
              <a:gd name="connsiteY15" fmla="*/ 320721 h 1626799"/>
              <a:gd name="connsiteX16" fmla="*/ 750987 w 1198431"/>
              <a:gd name="connsiteY16" fmla="*/ 105079 h 1626799"/>
              <a:gd name="connsiteX17" fmla="*/ 747805 w 1198431"/>
              <a:gd name="connsiteY17" fmla="*/ 840 h 1626799"/>
              <a:gd name="connsiteX18" fmla="*/ 882390 w 1198431"/>
              <a:gd name="connsiteY18" fmla="*/ 98039 h 1626799"/>
              <a:gd name="connsiteX19" fmla="*/ 976244 w 1198431"/>
              <a:gd name="connsiteY19" fmla="*/ 550421 h 1626799"/>
              <a:gd name="connsiteX20" fmla="*/ 1055083 w 1198431"/>
              <a:gd name="connsiteY20" fmla="*/ 523951 h 1626799"/>
              <a:gd name="connsiteX21" fmla="*/ 1122472 w 1198431"/>
              <a:gd name="connsiteY21" fmla="*/ 527889 h 1626799"/>
              <a:gd name="connsiteX22" fmla="*/ 1175459 w 1198431"/>
              <a:gd name="connsiteY22" fmla="*/ 569732 h 1626799"/>
              <a:gd name="connsiteX23" fmla="*/ 1176298 w 1198431"/>
              <a:gd name="connsiteY23" fmla="*/ 707152 h 1626799"/>
              <a:gd name="connsiteX24" fmla="*/ 1066074 w 1198431"/>
              <a:gd name="connsiteY24" fmla="*/ 824008 h 1626799"/>
              <a:gd name="connsiteX25" fmla="*/ 1036052 w 1198431"/>
              <a:gd name="connsiteY25" fmla="*/ 905910 h 1626799"/>
              <a:gd name="connsiteX26" fmla="*/ 748482 w 1198431"/>
              <a:gd name="connsiteY26" fmla="*/ 1178806 h 1626799"/>
              <a:gd name="connsiteX27" fmla="*/ 469593 w 1198431"/>
              <a:gd name="connsiteY27" fmla="*/ 1423554 h 1626799"/>
              <a:gd name="connsiteX28" fmla="*/ 422715 w 1198431"/>
              <a:gd name="connsiteY28" fmla="*/ 1463608 h 1626799"/>
              <a:gd name="connsiteX29" fmla="*/ 166016 w 1198431"/>
              <a:gd name="connsiteY29" fmla="*/ 1626600 h 1626799"/>
              <a:gd name="connsiteX30" fmla="*/ 0 w 1198431"/>
              <a:gd name="connsiteY30" fmla="*/ 1427017 h 1626799"/>
              <a:gd name="connsiteX31" fmla="*/ 42852 w 1198431"/>
              <a:gd name="connsiteY31" fmla="*/ 1386622 h 1626799"/>
              <a:gd name="connsiteX32" fmla="*/ 316027 w 1198431"/>
              <a:gd name="connsiteY32" fmla="*/ 1110893 h 1626799"/>
              <a:gd name="connsiteX33" fmla="*/ 725003 w 1198431"/>
              <a:gd name="connsiteY33" fmla="*/ 720873 h 1626799"/>
              <a:gd name="connsiteX34" fmla="*/ 380698 w 1198431"/>
              <a:gd name="connsiteY34" fmla="*/ 1403493 h 1626799"/>
              <a:gd name="connsiteX35" fmla="*/ 972548 w 1198431"/>
              <a:gd name="connsiteY35" fmla="*/ 858669 h 1626799"/>
              <a:gd name="connsiteX36" fmla="*/ 852229 w 1198431"/>
              <a:gd name="connsiteY36" fmla="*/ 697438 h 1626799"/>
              <a:gd name="connsiteX37" fmla="*/ 251119 w 1198431"/>
              <a:gd name="connsiteY37" fmla="*/ 1265812 h 1626799"/>
              <a:gd name="connsiteX38" fmla="*/ 380698 w 1198431"/>
              <a:gd name="connsiteY38" fmla="*/ 1403493 h 1626799"/>
              <a:gd name="connsiteX39" fmla="*/ 1005219 w 1198431"/>
              <a:gd name="connsiteY39" fmla="*/ 766264 h 1626799"/>
              <a:gd name="connsiteX40" fmla="*/ 1066255 w 1198431"/>
              <a:gd name="connsiteY40" fmla="*/ 719578 h 1626799"/>
              <a:gd name="connsiteX41" fmla="*/ 1117433 w 1198431"/>
              <a:gd name="connsiteY41" fmla="*/ 665610 h 1626799"/>
              <a:gd name="connsiteX42" fmla="*/ 1119672 w 1198431"/>
              <a:gd name="connsiteY42" fmla="*/ 607185 h 1626799"/>
              <a:gd name="connsiteX43" fmla="*/ 1068122 w 1198431"/>
              <a:gd name="connsiteY43" fmla="*/ 587643 h 1626799"/>
              <a:gd name="connsiteX44" fmla="*/ 1049930 w 1198431"/>
              <a:gd name="connsiteY44" fmla="*/ 591524 h 1626799"/>
              <a:gd name="connsiteX45" fmla="*/ 923171 w 1198431"/>
              <a:gd name="connsiteY45" fmla="*/ 672752 h 1626799"/>
              <a:gd name="connsiteX46" fmla="*/ 1005219 w 1198431"/>
              <a:gd name="connsiteY46" fmla="*/ 766264 h 1626799"/>
              <a:gd name="connsiteX0" fmla="*/ 725003 w 1198431"/>
              <a:gd name="connsiteY0" fmla="*/ 720873 h 1481022"/>
              <a:gd name="connsiteX1" fmla="*/ 773511 w 1198431"/>
              <a:gd name="connsiteY1" fmla="*/ 662758 h 1481022"/>
              <a:gd name="connsiteX2" fmla="*/ 766187 w 1198431"/>
              <a:gd name="connsiteY2" fmla="*/ 596132 h 1481022"/>
              <a:gd name="connsiteX3" fmla="*/ 722042 w 1198431"/>
              <a:gd name="connsiteY3" fmla="*/ 524134 h 1481022"/>
              <a:gd name="connsiteX4" fmla="*/ 606576 w 1198431"/>
              <a:gd name="connsiteY4" fmla="*/ 638235 h 1481022"/>
              <a:gd name="connsiteX5" fmla="*/ 605519 w 1198431"/>
              <a:gd name="connsiteY5" fmla="*/ 835413 h 1481022"/>
              <a:gd name="connsiteX6" fmla="*/ 549560 w 1198431"/>
              <a:gd name="connsiteY6" fmla="*/ 885489 h 1481022"/>
              <a:gd name="connsiteX7" fmla="*/ 559341 w 1198431"/>
              <a:gd name="connsiteY7" fmla="*/ 603933 h 1481022"/>
              <a:gd name="connsiteX8" fmla="*/ 671901 w 1198431"/>
              <a:gd name="connsiteY8" fmla="*/ 421938 h 1481022"/>
              <a:gd name="connsiteX9" fmla="*/ 600867 w 1198431"/>
              <a:gd name="connsiteY9" fmla="*/ 113132 h 1481022"/>
              <a:gd name="connsiteX10" fmla="*/ 747043 w 1198431"/>
              <a:gd name="connsiteY10" fmla="*/ 21 h 1481022"/>
              <a:gd name="connsiteX11" fmla="*/ 750854 w 1198431"/>
              <a:gd name="connsiteY11" fmla="*/ 107842 h 1481022"/>
              <a:gd name="connsiteX12" fmla="*/ 746239 w 1198431"/>
              <a:gd name="connsiteY12" fmla="*/ 261288 h 1481022"/>
              <a:gd name="connsiteX13" fmla="*/ 815051 w 1198431"/>
              <a:gd name="connsiteY13" fmla="*/ 586365 h 1481022"/>
              <a:gd name="connsiteX14" fmla="*/ 888333 w 1198431"/>
              <a:gd name="connsiteY14" fmla="*/ 588429 h 1481022"/>
              <a:gd name="connsiteX15" fmla="*/ 842846 w 1198431"/>
              <a:gd name="connsiteY15" fmla="*/ 320721 h 1481022"/>
              <a:gd name="connsiteX16" fmla="*/ 750987 w 1198431"/>
              <a:gd name="connsiteY16" fmla="*/ 105079 h 1481022"/>
              <a:gd name="connsiteX17" fmla="*/ 747805 w 1198431"/>
              <a:gd name="connsiteY17" fmla="*/ 840 h 1481022"/>
              <a:gd name="connsiteX18" fmla="*/ 882390 w 1198431"/>
              <a:gd name="connsiteY18" fmla="*/ 98039 h 1481022"/>
              <a:gd name="connsiteX19" fmla="*/ 976244 w 1198431"/>
              <a:gd name="connsiteY19" fmla="*/ 550421 h 1481022"/>
              <a:gd name="connsiteX20" fmla="*/ 1055083 w 1198431"/>
              <a:gd name="connsiteY20" fmla="*/ 523951 h 1481022"/>
              <a:gd name="connsiteX21" fmla="*/ 1122472 w 1198431"/>
              <a:gd name="connsiteY21" fmla="*/ 527889 h 1481022"/>
              <a:gd name="connsiteX22" fmla="*/ 1175459 w 1198431"/>
              <a:gd name="connsiteY22" fmla="*/ 569732 h 1481022"/>
              <a:gd name="connsiteX23" fmla="*/ 1176298 w 1198431"/>
              <a:gd name="connsiteY23" fmla="*/ 707152 h 1481022"/>
              <a:gd name="connsiteX24" fmla="*/ 1066074 w 1198431"/>
              <a:gd name="connsiteY24" fmla="*/ 824008 h 1481022"/>
              <a:gd name="connsiteX25" fmla="*/ 1036052 w 1198431"/>
              <a:gd name="connsiteY25" fmla="*/ 905910 h 1481022"/>
              <a:gd name="connsiteX26" fmla="*/ 748482 w 1198431"/>
              <a:gd name="connsiteY26" fmla="*/ 1178806 h 1481022"/>
              <a:gd name="connsiteX27" fmla="*/ 469593 w 1198431"/>
              <a:gd name="connsiteY27" fmla="*/ 1423554 h 1481022"/>
              <a:gd name="connsiteX28" fmla="*/ 422715 w 1198431"/>
              <a:gd name="connsiteY28" fmla="*/ 1463608 h 1481022"/>
              <a:gd name="connsiteX29" fmla="*/ 343242 w 1198431"/>
              <a:gd name="connsiteY29" fmla="*/ 1465647 h 1481022"/>
              <a:gd name="connsiteX30" fmla="*/ 0 w 1198431"/>
              <a:gd name="connsiteY30" fmla="*/ 1427017 h 1481022"/>
              <a:gd name="connsiteX31" fmla="*/ 42852 w 1198431"/>
              <a:gd name="connsiteY31" fmla="*/ 1386622 h 1481022"/>
              <a:gd name="connsiteX32" fmla="*/ 316027 w 1198431"/>
              <a:gd name="connsiteY32" fmla="*/ 1110893 h 1481022"/>
              <a:gd name="connsiteX33" fmla="*/ 725003 w 1198431"/>
              <a:gd name="connsiteY33" fmla="*/ 720873 h 1481022"/>
              <a:gd name="connsiteX34" fmla="*/ 380698 w 1198431"/>
              <a:gd name="connsiteY34" fmla="*/ 1403493 h 1481022"/>
              <a:gd name="connsiteX35" fmla="*/ 972548 w 1198431"/>
              <a:gd name="connsiteY35" fmla="*/ 858669 h 1481022"/>
              <a:gd name="connsiteX36" fmla="*/ 852229 w 1198431"/>
              <a:gd name="connsiteY36" fmla="*/ 697438 h 1481022"/>
              <a:gd name="connsiteX37" fmla="*/ 251119 w 1198431"/>
              <a:gd name="connsiteY37" fmla="*/ 1265812 h 1481022"/>
              <a:gd name="connsiteX38" fmla="*/ 380698 w 1198431"/>
              <a:gd name="connsiteY38" fmla="*/ 1403493 h 1481022"/>
              <a:gd name="connsiteX39" fmla="*/ 1005219 w 1198431"/>
              <a:gd name="connsiteY39" fmla="*/ 766264 h 1481022"/>
              <a:gd name="connsiteX40" fmla="*/ 1066255 w 1198431"/>
              <a:gd name="connsiteY40" fmla="*/ 719578 h 1481022"/>
              <a:gd name="connsiteX41" fmla="*/ 1117433 w 1198431"/>
              <a:gd name="connsiteY41" fmla="*/ 665610 h 1481022"/>
              <a:gd name="connsiteX42" fmla="*/ 1119672 w 1198431"/>
              <a:gd name="connsiteY42" fmla="*/ 607185 h 1481022"/>
              <a:gd name="connsiteX43" fmla="*/ 1068122 w 1198431"/>
              <a:gd name="connsiteY43" fmla="*/ 587643 h 1481022"/>
              <a:gd name="connsiteX44" fmla="*/ 1049930 w 1198431"/>
              <a:gd name="connsiteY44" fmla="*/ 591524 h 1481022"/>
              <a:gd name="connsiteX45" fmla="*/ 923171 w 1198431"/>
              <a:gd name="connsiteY45" fmla="*/ 672752 h 1481022"/>
              <a:gd name="connsiteX46" fmla="*/ 1005219 w 1198431"/>
              <a:gd name="connsiteY46" fmla="*/ 766264 h 1481022"/>
              <a:gd name="connsiteX0" fmla="*/ 725003 w 1198431"/>
              <a:gd name="connsiteY0" fmla="*/ 720873 h 1481022"/>
              <a:gd name="connsiteX1" fmla="*/ 773511 w 1198431"/>
              <a:gd name="connsiteY1" fmla="*/ 662758 h 1481022"/>
              <a:gd name="connsiteX2" fmla="*/ 766187 w 1198431"/>
              <a:gd name="connsiteY2" fmla="*/ 596132 h 1481022"/>
              <a:gd name="connsiteX3" fmla="*/ 722042 w 1198431"/>
              <a:gd name="connsiteY3" fmla="*/ 524134 h 1481022"/>
              <a:gd name="connsiteX4" fmla="*/ 606576 w 1198431"/>
              <a:gd name="connsiteY4" fmla="*/ 638235 h 1481022"/>
              <a:gd name="connsiteX5" fmla="*/ 605519 w 1198431"/>
              <a:gd name="connsiteY5" fmla="*/ 835413 h 1481022"/>
              <a:gd name="connsiteX6" fmla="*/ 549560 w 1198431"/>
              <a:gd name="connsiteY6" fmla="*/ 885489 h 1481022"/>
              <a:gd name="connsiteX7" fmla="*/ 559341 w 1198431"/>
              <a:gd name="connsiteY7" fmla="*/ 603933 h 1481022"/>
              <a:gd name="connsiteX8" fmla="*/ 671901 w 1198431"/>
              <a:gd name="connsiteY8" fmla="*/ 421938 h 1481022"/>
              <a:gd name="connsiteX9" fmla="*/ 600867 w 1198431"/>
              <a:gd name="connsiteY9" fmla="*/ 113132 h 1481022"/>
              <a:gd name="connsiteX10" fmla="*/ 747043 w 1198431"/>
              <a:gd name="connsiteY10" fmla="*/ 21 h 1481022"/>
              <a:gd name="connsiteX11" fmla="*/ 750854 w 1198431"/>
              <a:gd name="connsiteY11" fmla="*/ 107842 h 1481022"/>
              <a:gd name="connsiteX12" fmla="*/ 746239 w 1198431"/>
              <a:gd name="connsiteY12" fmla="*/ 261288 h 1481022"/>
              <a:gd name="connsiteX13" fmla="*/ 815051 w 1198431"/>
              <a:gd name="connsiteY13" fmla="*/ 586365 h 1481022"/>
              <a:gd name="connsiteX14" fmla="*/ 888333 w 1198431"/>
              <a:gd name="connsiteY14" fmla="*/ 588429 h 1481022"/>
              <a:gd name="connsiteX15" fmla="*/ 842846 w 1198431"/>
              <a:gd name="connsiteY15" fmla="*/ 320721 h 1481022"/>
              <a:gd name="connsiteX16" fmla="*/ 750987 w 1198431"/>
              <a:gd name="connsiteY16" fmla="*/ 105079 h 1481022"/>
              <a:gd name="connsiteX17" fmla="*/ 747805 w 1198431"/>
              <a:gd name="connsiteY17" fmla="*/ 840 h 1481022"/>
              <a:gd name="connsiteX18" fmla="*/ 882390 w 1198431"/>
              <a:gd name="connsiteY18" fmla="*/ 98039 h 1481022"/>
              <a:gd name="connsiteX19" fmla="*/ 976244 w 1198431"/>
              <a:gd name="connsiteY19" fmla="*/ 550421 h 1481022"/>
              <a:gd name="connsiteX20" fmla="*/ 1055083 w 1198431"/>
              <a:gd name="connsiteY20" fmla="*/ 523951 h 1481022"/>
              <a:gd name="connsiteX21" fmla="*/ 1122472 w 1198431"/>
              <a:gd name="connsiteY21" fmla="*/ 527889 h 1481022"/>
              <a:gd name="connsiteX22" fmla="*/ 1175459 w 1198431"/>
              <a:gd name="connsiteY22" fmla="*/ 569732 h 1481022"/>
              <a:gd name="connsiteX23" fmla="*/ 1176298 w 1198431"/>
              <a:gd name="connsiteY23" fmla="*/ 707152 h 1481022"/>
              <a:gd name="connsiteX24" fmla="*/ 1066074 w 1198431"/>
              <a:gd name="connsiteY24" fmla="*/ 824008 h 1481022"/>
              <a:gd name="connsiteX25" fmla="*/ 1036052 w 1198431"/>
              <a:gd name="connsiteY25" fmla="*/ 905910 h 1481022"/>
              <a:gd name="connsiteX26" fmla="*/ 748482 w 1198431"/>
              <a:gd name="connsiteY26" fmla="*/ 1178806 h 1481022"/>
              <a:gd name="connsiteX27" fmla="*/ 469593 w 1198431"/>
              <a:gd name="connsiteY27" fmla="*/ 1423554 h 1481022"/>
              <a:gd name="connsiteX28" fmla="*/ 422715 w 1198431"/>
              <a:gd name="connsiteY28" fmla="*/ 1463608 h 1481022"/>
              <a:gd name="connsiteX29" fmla="*/ 343242 w 1198431"/>
              <a:gd name="connsiteY29" fmla="*/ 1465647 h 1481022"/>
              <a:gd name="connsiteX30" fmla="*/ 0 w 1198431"/>
              <a:gd name="connsiteY30" fmla="*/ 1427017 h 1481022"/>
              <a:gd name="connsiteX31" fmla="*/ 261652 w 1198431"/>
              <a:gd name="connsiteY31" fmla="*/ 1162187 h 1481022"/>
              <a:gd name="connsiteX32" fmla="*/ 316027 w 1198431"/>
              <a:gd name="connsiteY32" fmla="*/ 1110893 h 1481022"/>
              <a:gd name="connsiteX33" fmla="*/ 725003 w 1198431"/>
              <a:gd name="connsiteY33" fmla="*/ 720873 h 1481022"/>
              <a:gd name="connsiteX34" fmla="*/ 380698 w 1198431"/>
              <a:gd name="connsiteY34" fmla="*/ 1403493 h 1481022"/>
              <a:gd name="connsiteX35" fmla="*/ 972548 w 1198431"/>
              <a:gd name="connsiteY35" fmla="*/ 858669 h 1481022"/>
              <a:gd name="connsiteX36" fmla="*/ 852229 w 1198431"/>
              <a:gd name="connsiteY36" fmla="*/ 697438 h 1481022"/>
              <a:gd name="connsiteX37" fmla="*/ 251119 w 1198431"/>
              <a:gd name="connsiteY37" fmla="*/ 1265812 h 1481022"/>
              <a:gd name="connsiteX38" fmla="*/ 380698 w 1198431"/>
              <a:gd name="connsiteY38" fmla="*/ 1403493 h 1481022"/>
              <a:gd name="connsiteX39" fmla="*/ 1005219 w 1198431"/>
              <a:gd name="connsiteY39" fmla="*/ 766264 h 1481022"/>
              <a:gd name="connsiteX40" fmla="*/ 1066255 w 1198431"/>
              <a:gd name="connsiteY40" fmla="*/ 719578 h 1481022"/>
              <a:gd name="connsiteX41" fmla="*/ 1117433 w 1198431"/>
              <a:gd name="connsiteY41" fmla="*/ 665610 h 1481022"/>
              <a:gd name="connsiteX42" fmla="*/ 1119672 w 1198431"/>
              <a:gd name="connsiteY42" fmla="*/ 607185 h 1481022"/>
              <a:gd name="connsiteX43" fmla="*/ 1068122 w 1198431"/>
              <a:gd name="connsiteY43" fmla="*/ 587643 h 1481022"/>
              <a:gd name="connsiteX44" fmla="*/ 1049930 w 1198431"/>
              <a:gd name="connsiteY44" fmla="*/ 591524 h 1481022"/>
              <a:gd name="connsiteX45" fmla="*/ 923171 w 1198431"/>
              <a:gd name="connsiteY45" fmla="*/ 672752 h 1481022"/>
              <a:gd name="connsiteX46" fmla="*/ 1005219 w 1198431"/>
              <a:gd name="connsiteY46" fmla="*/ 766264 h 1481022"/>
              <a:gd name="connsiteX0" fmla="*/ 554446 w 1027874"/>
              <a:gd name="connsiteY0" fmla="*/ 720873 h 1482945"/>
              <a:gd name="connsiteX1" fmla="*/ 602954 w 1027874"/>
              <a:gd name="connsiteY1" fmla="*/ 662758 h 1482945"/>
              <a:gd name="connsiteX2" fmla="*/ 595630 w 1027874"/>
              <a:gd name="connsiteY2" fmla="*/ 596132 h 1482945"/>
              <a:gd name="connsiteX3" fmla="*/ 551485 w 1027874"/>
              <a:gd name="connsiteY3" fmla="*/ 524134 h 1482945"/>
              <a:gd name="connsiteX4" fmla="*/ 436019 w 1027874"/>
              <a:gd name="connsiteY4" fmla="*/ 638235 h 1482945"/>
              <a:gd name="connsiteX5" fmla="*/ 434962 w 1027874"/>
              <a:gd name="connsiteY5" fmla="*/ 835413 h 1482945"/>
              <a:gd name="connsiteX6" fmla="*/ 379003 w 1027874"/>
              <a:gd name="connsiteY6" fmla="*/ 885489 h 1482945"/>
              <a:gd name="connsiteX7" fmla="*/ 388784 w 1027874"/>
              <a:gd name="connsiteY7" fmla="*/ 603933 h 1482945"/>
              <a:gd name="connsiteX8" fmla="*/ 501344 w 1027874"/>
              <a:gd name="connsiteY8" fmla="*/ 421938 h 1482945"/>
              <a:gd name="connsiteX9" fmla="*/ 430310 w 1027874"/>
              <a:gd name="connsiteY9" fmla="*/ 113132 h 1482945"/>
              <a:gd name="connsiteX10" fmla="*/ 576486 w 1027874"/>
              <a:gd name="connsiteY10" fmla="*/ 21 h 1482945"/>
              <a:gd name="connsiteX11" fmla="*/ 580297 w 1027874"/>
              <a:gd name="connsiteY11" fmla="*/ 107842 h 1482945"/>
              <a:gd name="connsiteX12" fmla="*/ 575682 w 1027874"/>
              <a:gd name="connsiteY12" fmla="*/ 261288 h 1482945"/>
              <a:gd name="connsiteX13" fmla="*/ 644494 w 1027874"/>
              <a:gd name="connsiteY13" fmla="*/ 586365 h 1482945"/>
              <a:gd name="connsiteX14" fmla="*/ 717776 w 1027874"/>
              <a:gd name="connsiteY14" fmla="*/ 588429 h 1482945"/>
              <a:gd name="connsiteX15" fmla="*/ 672289 w 1027874"/>
              <a:gd name="connsiteY15" fmla="*/ 320721 h 1482945"/>
              <a:gd name="connsiteX16" fmla="*/ 580430 w 1027874"/>
              <a:gd name="connsiteY16" fmla="*/ 105079 h 1482945"/>
              <a:gd name="connsiteX17" fmla="*/ 577248 w 1027874"/>
              <a:gd name="connsiteY17" fmla="*/ 840 h 1482945"/>
              <a:gd name="connsiteX18" fmla="*/ 711833 w 1027874"/>
              <a:gd name="connsiteY18" fmla="*/ 98039 h 1482945"/>
              <a:gd name="connsiteX19" fmla="*/ 805687 w 1027874"/>
              <a:gd name="connsiteY19" fmla="*/ 550421 h 1482945"/>
              <a:gd name="connsiteX20" fmla="*/ 884526 w 1027874"/>
              <a:gd name="connsiteY20" fmla="*/ 523951 h 1482945"/>
              <a:gd name="connsiteX21" fmla="*/ 951915 w 1027874"/>
              <a:gd name="connsiteY21" fmla="*/ 527889 h 1482945"/>
              <a:gd name="connsiteX22" fmla="*/ 1004902 w 1027874"/>
              <a:gd name="connsiteY22" fmla="*/ 569732 h 1482945"/>
              <a:gd name="connsiteX23" fmla="*/ 1005741 w 1027874"/>
              <a:gd name="connsiteY23" fmla="*/ 707152 h 1482945"/>
              <a:gd name="connsiteX24" fmla="*/ 895517 w 1027874"/>
              <a:gd name="connsiteY24" fmla="*/ 824008 h 1482945"/>
              <a:gd name="connsiteX25" fmla="*/ 865495 w 1027874"/>
              <a:gd name="connsiteY25" fmla="*/ 905910 h 1482945"/>
              <a:gd name="connsiteX26" fmla="*/ 577925 w 1027874"/>
              <a:gd name="connsiteY26" fmla="*/ 1178806 h 1482945"/>
              <a:gd name="connsiteX27" fmla="*/ 299036 w 1027874"/>
              <a:gd name="connsiteY27" fmla="*/ 1423554 h 1482945"/>
              <a:gd name="connsiteX28" fmla="*/ 252158 w 1027874"/>
              <a:gd name="connsiteY28" fmla="*/ 1463608 h 1482945"/>
              <a:gd name="connsiteX29" fmla="*/ 172685 w 1027874"/>
              <a:gd name="connsiteY29" fmla="*/ 1465647 h 1482945"/>
              <a:gd name="connsiteX30" fmla="*/ 0 w 1027874"/>
              <a:gd name="connsiteY30" fmla="*/ 1244557 h 1482945"/>
              <a:gd name="connsiteX31" fmla="*/ 91095 w 1027874"/>
              <a:gd name="connsiteY31" fmla="*/ 1162187 h 1482945"/>
              <a:gd name="connsiteX32" fmla="*/ 145470 w 1027874"/>
              <a:gd name="connsiteY32" fmla="*/ 1110893 h 1482945"/>
              <a:gd name="connsiteX33" fmla="*/ 554446 w 1027874"/>
              <a:gd name="connsiteY33" fmla="*/ 720873 h 1482945"/>
              <a:gd name="connsiteX34" fmla="*/ 210141 w 1027874"/>
              <a:gd name="connsiteY34" fmla="*/ 1403493 h 1482945"/>
              <a:gd name="connsiteX35" fmla="*/ 801991 w 1027874"/>
              <a:gd name="connsiteY35" fmla="*/ 858669 h 1482945"/>
              <a:gd name="connsiteX36" fmla="*/ 681672 w 1027874"/>
              <a:gd name="connsiteY36" fmla="*/ 697438 h 1482945"/>
              <a:gd name="connsiteX37" fmla="*/ 80562 w 1027874"/>
              <a:gd name="connsiteY37" fmla="*/ 1265812 h 1482945"/>
              <a:gd name="connsiteX38" fmla="*/ 210141 w 1027874"/>
              <a:gd name="connsiteY38" fmla="*/ 1403493 h 1482945"/>
              <a:gd name="connsiteX39" fmla="*/ 834662 w 1027874"/>
              <a:gd name="connsiteY39" fmla="*/ 766264 h 1482945"/>
              <a:gd name="connsiteX40" fmla="*/ 895698 w 1027874"/>
              <a:gd name="connsiteY40" fmla="*/ 719578 h 1482945"/>
              <a:gd name="connsiteX41" fmla="*/ 946876 w 1027874"/>
              <a:gd name="connsiteY41" fmla="*/ 665610 h 1482945"/>
              <a:gd name="connsiteX42" fmla="*/ 949115 w 1027874"/>
              <a:gd name="connsiteY42" fmla="*/ 607185 h 1482945"/>
              <a:gd name="connsiteX43" fmla="*/ 897565 w 1027874"/>
              <a:gd name="connsiteY43" fmla="*/ 587643 h 1482945"/>
              <a:gd name="connsiteX44" fmla="*/ 879373 w 1027874"/>
              <a:gd name="connsiteY44" fmla="*/ 591524 h 1482945"/>
              <a:gd name="connsiteX45" fmla="*/ 752614 w 1027874"/>
              <a:gd name="connsiteY45" fmla="*/ 672752 h 1482945"/>
              <a:gd name="connsiteX46" fmla="*/ 834662 w 1027874"/>
              <a:gd name="connsiteY46" fmla="*/ 766264 h 1482945"/>
              <a:gd name="connsiteX0" fmla="*/ 554446 w 1027874"/>
              <a:gd name="connsiteY0" fmla="*/ 720873 h 1484254"/>
              <a:gd name="connsiteX1" fmla="*/ 602954 w 1027874"/>
              <a:gd name="connsiteY1" fmla="*/ 662758 h 1484254"/>
              <a:gd name="connsiteX2" fmla="*/ 595630 w 1027874"/>
              <a:gd name="connsiteY2" fmla="*/ 596132 h 1484254"/>
              <a:gd name="connsiteX3" fmla="*/ 551485 w 1027874"/>
              <a:gd name="connsiteY3" fmla="*/ 524134 h 1484254"/>
              <a:gd name="connsiteX4" fmla="*/ 436019 w 1027874"/>
              <a:gd name="connsiteY4" fmla="*/ 638235 h 1484254"/>
              <a:gd name="connsiteX5" fmla="*/ 434962 w 1027874"/>
              <a:gd name="connsiteY5" fmla="*/ 835413 h 1484254"/>
              <a:gd name="connsiteX6" fmla="*/ 379003 w 1027874"/>
              <a:gd name="connsiteY6" fmla="*/ 885489 h 1484254"/>
              <a:gd name="connsiteX7" fmla="*/ 388784 w 1027874"/>
              <a:gd name="connsiteY7" fmla="*/ 603933 h 1484254"/>
              <a:gd name="connsiteX8" fmla="*/ 501344 w 1027874"/>
              <a:gd name="connsiteY8" fmla="*/ 421938 h 1484254"/>
              <a:gd name="connsiteX9" fmla="*/ 430310 w 1027874"/>
              <a:gd name="connsiteY9" fmla="*/ 113132 h 1484254"/>
              <a:gd name="connsiteX10" fmla="*/ 576486 w 1027874"/>
              <a:gd name="connsiteY10" fmla="*/ 21 h 1484254"/>
              <a:gd name="connsiteX11" fmla="*/ 580297 w 1027874"/>
              <a:gd name="connsiteY11" fmla="*/ 107842 h 1484254"/>
              <a:gd name="connsiteX12" fmla="*/ 575682 w 1027874"/>
              <a:gd name="connsiteY12" fmla="*/ 261288 h 1484254"/>
              <a:gd name="connsiteX13" fmla="*/ 644494 w 1027874"/>
              <a:gd name="connsiteY13" fmla="*/ 586365 h 1484254"/>
              <a:gd name="connsiteX14" fmla="*/ 717776 w 1027874"/>
              <a:gd name="connsiteY14" fmla="*/ 588429 h 1484254"/>
              <a:gd name="connsiteX15" fmla="*/ 672289 w 1027874"/>
              <a:gd name="connsiteY15" fmla="*/ 320721 h 1484254"/>
              <a:gd name="connsiteX16" fmla="*/ 580430 w 1027874"/>
              <a:gd name="connsiteY16" fmla="*/ 105079 h 1484254"/>
              <a:gd name="connsiteX17" fmla="*/ 577248 w 1027874"/>
              <a:gd name="connsiteY17" fmla="*/ 840 h 1484254"/>
              <a:gd name="connsiteX18" fmla="*/ 711833 w 1027874"/>
              <a:gd name="connsiteY18" fmla="*/ 98039 h 1484254"/>
              <a:gd name="connsiteX19" fmla="*/ 805687 w 1027874"/>
              <a:gd name="connsiteY19" fmla="*/ 550421 h 1484254"/>
              <a:gd name="connsiteX20" fmla="*/ 884526 w 1027874"/>
              <a:gd name="connsiteY20" fmla="*/ 523951 h 1484254"/>
              <a:gd name="connsiteX21" fmla="*/ 951915 w 1027874"/>
              <a:gd name="connsiteY21" fmla="*/ 527889 h 1484254"/>
              <a:gd name="connsiteX22" fmla="*/ 1004902 w 1027874"/>
              <a:gd name="connsiteY22" fmla="*/ 569732 h 1484254"/>
              <a:gd name="connsiteX23" fmla="*/ 1005741 w 1027874"/>
              <a:gd name="connsiteY23" fmla="*/ 707152 h 1484254"/>
              <a:gd name="connsiteX24" fmla="*/ 895517 w 1027874"/>
              <a:gd name="connsiteY24" fmla="*/ 824008 h 1484254"/>
              <a:gd name="connsiteX25" fmla="*/ 865495 w 1027874"/>
              <a:gd name="connsiteY25" fmla="*/ 905910 h 1484254"/>
              <a:gd name="connsiteX26" fmla="*/ 577925 w 1027874"/>
              <a:gd name="connsiteY26" fmla="*/ 1178806 h 1484254"/>
              <a:gd name="connsiteX27" fmla="*/ 337116 w 1027874"/>
              <a:gd name="connsiteY27" fmla="*/ 1392646 h 1484254"/>
              <a:gd name="connsiteX28" fmla="*/ 252158 w 1027874"/>
              <a:gd name="connsiteY28" fmla="*/ 1463608 h 1484254"/>
              <a:gd name="connsiteX29" fmla="*/ 172685 w 1027874"/>
              <a:gd name="connsiteY29" fmla="*/ 1465647 h 1484254"/>
              <a:gd name="connsiteX30" fmla="*/ 0 w 1027874"/>
              <a:gd name="connsiteY30" fmla="*/ 1244557 h 1484254"/>
              <a:gd name="connsiteX31" fmla="*/ 91095 w 1027874"/>
              <a:gd name="connsiteY31" fmla="*/ 1162187 h 1484254"/>
              <a:gd name="connsiteX32" fmla="*/ 145470 w 1027874"/>
              <a:gd name="connsiteY32" fmla="*/ 1110893 h 1484254"/>
              <a:gd name="connsiteX33" fmla="*/ 554446 w 1027874"/>
              <a:gd name="connsiteY33" fmla="*/ 720873 h 1484254"/>
              <a:gd name="connsiteX34" fmla="*/ 210141 w 1027874"/>
              <a:gd name="connsiteY34" fmla="*/ 1403493 h 1484254"/>
              <a:gd name="connsiteX35" fmla="*/ 801991 w 1027874"/>
              <a:gd name="connsiteY35" fmla="*/ 858669 h 1484254"/>
              <a:gd name="connsiteX36" fmla="*/ 681672 w 1027874"/>
              <a:gd name="connsiteY36" fmla="*/ 697438 h 1484254"/>
              <a:gd name="connsiteX37" fmla="*/ 80562 w 1027874"/>
              <a:gd name="connsiteY37" fmla="*/ 1265812 h 1484254"/>
              <a:gd name="connsiteX38" fmla="*/ 210141 w 1027874"/>
              <a:gd name="connsiteY38" fmla="*/ 1403493 h 1484254"/>
              <a:gd name="connsiteX39" fmla="*/ 834662 w 1027874"/>
              <a:gd name="connsiteY39" fmla="*/ 766264 h 1484254"/>
              <a:gd name="connsiteX40" fmla="*/ 895698 w 1027874"/>
              <a:gd name="connsiteY40" fmla="*/ 719578 h 1484254"/>
              <a:gd name="connsiteX41" fmla="*/ 946876 w 1027874"/>
              <a:gd name="connsiteY41" fmla="*/ 665610 h 1484254"/>
              <a:gd name="connsiteX42" fmla="*/ 949115 w 1027874"/>
              <a:gd name="connsiteY42" fmla="*/ 607185 h 1484254"/>
              <a:gd name="connsiteX43" fmla="*/ 897565 w 1027874"/>
              <a:gd name="connsiteY43" fmla="*/ 587643 h 1484254"/>
              <a:gd name="connsiteX44" fmla="*/ 879373 w 1027874"/>
              <a:gd name="connsiteY44" fmla="*/ 591524 h 1484254"/>
              <a:gd name="connsiteX45" fmla="*/ 752614 w 1027874"/>
              <a:gd name="connsiteY45" fmla="*/ 672752 h 1484254"/>
              <a:gd name="connsiteX46" fmla="*/ 834662 w 1027874"/>
              <a:gd name="connsiteY46" fmla="*/ 766264 h 1484254"/>
              <a:gd name="connsiteX0" fmla="*/ 554446 w 1027874"/>
              <a:gd name="connsiteY0" fmla="*/ 720873 h 1479635"/>
              <a:gd name="connsiteX1" fmla="*/ 602954 w 1027874"/>
              <a:gd name="connsiteY1" fmla="*/ 662758 h 1479635"/>
              <a:gd name="connsiteX2" fmla="*/ 595630 w 1027874"/>
              <a:gd name="connsiteY2" fmla="*/ 596132 h 1479635"/>
              <a:gd name="connsiteX3" fmla="*/ 551485 w 1027874"/>
              <a:gd name="connsiteY3" fmla="*/ 524134 h 1479635"/>
              <a:gd name="connsiteX4" fmla="*/ 436019 w 1027874"/>
              <a:gd name="connsiteY4" fmla="*/ 638235 h 1479635"/>
              <a:gd name="connsiteX5" fmla="*/ 434962 w 1027874"/>
              <a:gd name="connsiteY5" fmla="*/ 835413 h 1479635"/>
              <a:gd name="connsiteX6" fmla="*/ 379003 w 1027874"/>
              <a:gd name="connsiteY6" fmla="*/ 885489 h 1479635"/>
              <a:gd name="connsiteX7" fmla="*/ 388784 w 1027874"/>
              <a:gd name="connsiteY7" fmla="*/ 603933 h 1479635"/>
              <a:gd name="connsiteX8" fmla="*/ 501344 w 1027874"/>
              <a:gd name="connsiteY8" fmla="*/ 421938 h 1479635"/>
              <a:gd name="connsiteX9" fmla="*/ 430310 w 1027874"/>
              <a:gd name="connsiteY9" fmla="*/ 113132 h 1479635"/>
              <a:gd name="connsiteX10" fmla="*/ 576486 w 1027874"/>
              <a:gd name="connsiteY10" fmla="*/ 21 h 1479635"/>
              <a:gd name="connsiteX11" fmla="*/ 580297 w 1027874"/>
              <a:gd name="connsiteY11" fmla="*/ 107842 h 1479635"/>
              <a:gd name="connsiteX12" fmla="*/ 575682 w 1027874"/>
              <a:gd name="connsiteY12" fmla="*/ 261288 h 1479635"/>
              <a:gd name="connsiteX13" fmla="*/ 644494 w 1027874"/>
              <a:gd name="connsiteY13" fmla="*/ 586365 h 1479635"/>
              <a:gd name="connsiteX14" fmla="*/ 717776 w 1027874"/>
              <a:gd name="connsiteY14" fmla="*/ 588429 h 1479635"/>
              <a:gd name="connsiteX15" fmla="*/ 672289 w 1027874"/>
              <a:gd name="connsiteY15" fmla="*/ 320721 h 1479635"/>
              <a:gd name="connsiteX16" fmla="*/ 580430 w 1027874"/>
              <a:gd name="connsiteY16" fmla="*/ 105079 h 1479635"/>
              <a:gd name="connsiteX17" fmla="*/ 577248 w 1027874"/>
              <a:gd name="connsiteY17" fmla="*/ 840 h 1479635"/>
              <a:gd name="connsiteX18" fmla="*/ 711833 w 1027874"/>
              <a:gd name="connsiteY18" fmla="*/ 98039 h 1479635"/>
              <a:gd name="connsiteX19" fmla="*/ 805687 w 1027874"/>
              <a:gd name="connsiteY19" fmla="*/ 550421 h 1479635"/>
              <a:gd name="connsiteX20" fmla="*/ 884526 w 1027874"/>
              <a:gd name="connsiteY20" fmla="*/ 523951 h 1479635"/>
              <a:gd name="connsiteX21" fmla="*/ 951915 w 1027874"/>
              <a:gd name="connsiteY21" fmla="*/ 527889 h 1479635"/>
              <a:gd name="connsiteX22" fmla="*/ 1004902 w 1027874"/>
              <a:gd name="connsiteY22" fmla="*/ 569732 h 1479635"/>
              <a:gd name="connsiteX23" fmla="*/ 1005741 w 1027874"/>
              <a:gd name="connsiteY23" fmla="*/ 707152 h 1479635"/>
              <a:gd name="connsiteX24" fmla="*/ 895517 w 1027874"/>
              <a:gd name="connsiteY24" fmla="*/ 824008 h 1479635"/>
              <a:gd name="connsiteX25" fmla="*/ 865495 w 1027874"/>
              <a:gd name="connsiteY25" fmla="*/ 905910 h 1479635"/>
              <a:gd name="connsiteX26" fmla="*/ 577925 w 1027874"/>
              <a:gd name="connsiteY26" fmla="*/ 1178806 h 1479635"/>
              <a:gd name="connsiteX27" fmla="*/ 337116 w 1027874"/>
              <a:gd name="connsiteY27" fmla="*/ 1392646 h 1479635"/>
              <a:gd name="connsiteX28" fmla="*/ 267263 w 1027874"/>
              <a:gd name="connsiteY28" fmla="*/ 1449891 h 1479635"/>
              <a:gd name="connsiteX29" fmla="*/ 172685 w 1027874"/>
              <a:gd name="connsiteY29" fmla="*/ 1465647 h 1479635"/>
              <a:gd name="connsiteX30" fmla="*/ 0 w 1027874"/>
              <a:gd name="connsiteY30" fmla="*/ 1244557 h 1479635"/>
              <a:gd name="connsiteX31" fmla="*/ 91095 w 1027874"/>
              <a:gd name="connsiteY31" fmla="*/ 1162187 h 1479635"/>
              <a:gd name="connsiteX32" fmla="*/ 145470 w 1027874"/>
              <a:gd name="connsiteY32" fmla="*/ 1110893 h 1479635"/>
              <a:gd name="connsiteX33" fmla="*/ 554446 w 1027874"/>
              <a:gd name="connsiteY33" fmla="*/ 720873 h 1479635"/>
              <a:gd name="connsiteX34" fmla="*/ 210141 w 1027874"/>
              <a:gd name="connsiteY34" fmla="*/ 1403493 h 1479635"/>
              <a:gd name="connsiteX35" fmla="*/ 801991 w 1027874"/>
              <a:gd name="connsiteY35" fmla="*/ 858669 h 1479635"/>
              <a:gd name="connsiteX36" fmla="*/ 681672 w 1027874"/>
              <a:gd name="connsiteY36" fmla="*/ 697438 h 1479635"/>
              <a:gd name="connsiteX37" fmla="*/ 80562 w 1027874"/>
              <a:gd name="connsiteY37" fmla="*/ 1265812 h 1479635"/>
              <a:gd name="connsiteX38" fmla="*/ 210141 w 1027874"/>
              <a:gd name="connsiteY38" fmla="*/ 1403493 h 1479635"/>
              <a:gd name="connsiteX39" fmla="*/ 834662 w 1027874"/>
              <a:gd name="connsiteY39" fmla="*/ 766264 h 1479635"/>
              <a:gd name="connsiteX40" fmla="*/ 895698 w 1027874"/>
              <a:gd name="connsiteY40" fmla="*/ 719578 h 1479635"/>
              <a:gd name="connsiteX41" fmla="*/ 946876 w 1027874"/>
              <a:gd name="connsiteY41" fmla="*/ 665610 h 1479635"/>
              <a:gd name="connsiteX42" fmla="*/ 949115 w 1027874"/>
              <a:gd name="connsiteY42" fmla="*/ 607185 h 1479635"/>
              <a:gd name="connsiteX43" fmla="*/ 897565 w 1027874"/>
              <a:gd name="connsiteY43" fmla="*/ 587643 h 1479635"/>
              <a:gd name="connsiteX44" fmla="*/ 879373 w 1027874"/>
              <a:gd name="connsiteY44" fmla="*/ 591524 h 1479635"/>
              <a:gd name="connsiteX45" fmla="*/ 752614 w 1027874"/>
              <a:gd name="connsiteY45" fmla="*/ 672752 h 1479635"/>
              <a:gd name="connsiteX46" fmla="*/ 834662 w 1027874"/>
              <a:gd name="connsiteY46" fmla="*/ 766264 h 1479635"/>
              <a:gd name="connsiteX0" fmla="*/ 554446 w 1027874"/>
              <a:gd name="connsiteY0" fmla="*/ 720873 h 1475368"/>
              <a:gd name="connsiteX1" fmla="*/ 602954 w 1027874"/>
              <a:gd name="connsiteY1" fmla="*/ 662758 h 1475368"/>
              <a:gd name="connsiteX2" fmla="*/ 595630 w 1027874"/>
              <a:gd name="connsiteY2" fmla="*/ 596132 h 1475368"/>
              <a:gd name="connsiteX3" fmla="*/ 551485 w 1027874"/>
              <a:gd name="connsiteY3" fmla="*/ 524134 h 1475368"/>
              <a:gd name="connsiteX4" fmla="*/ 436019 w 1027874"/>
              <a:gd name="connsiteY4" fmla="*/ 638235 h 1475368"/>
              <a:gd name="connsiteX5" fmla="*/ 434962 w 1027874"/>
              <a:gd name="connsiteY5" fmla="*/ 835413 h 1475368"/>
              <a:gd name="connsiteX6" fmla="*/ 379003 w 1027874"/>
              <a:gd name="connsiteY6" fmla="*/ 885489 h 1475368"/>
              <a:gd name="connsiteX7" fmla="*/ 388784 w 1027874"/>
              <a:gd name="connsiteY7" fmla="*/ 603933 h 1475368"/>
              <a:gd name="connsiteX8" fmla="*/ 501344 w 1027874"/>
              <a:gd name="connsiteY8" fmla="*/ 421938 h 1475368"/>
              <a:gd name="connsiteX9" fmla="*/ 430310 w 1027874"/>
              <a:gd name="connsiteY9" fmla="*/ 113132 h 1475368"/>
              <a:gd name="connsiteX10" fmla="*/ 576486 w 1027874"/>
              <a:gd name="connsiteY10" fmla="*/ 21 h 1475368"/>
              <a:gd name="connsiteX11" fmla="*/ 580297 w 1027874"/>
              <a:gd name="connsiteY11" fmla="*/ 107842 h 1475368"/>
              <a:gd name="connsiteX12" fmla="*/ 575682 w 1027874"/>
              <a:gd name="connsiteY12" fmla="*/ 261288 h 1475368"/>
              <a:gd name="connsiteX13" fmla="*/ 644494 w 1027874"/>
              <a:gd name="connsiteY13" fmla="*/ 586365 h 1475368"/>
              <a:gd name="connsiteX14" fmla="*/ 717776 w 1027874"/>
              <a:gd name="connsiteY14" fmla="*/ 588429 h 1475368"/>
              <a:gd name="connsiteX15" fmla="*/ 672289 w 1027874"/>
              <a:gd name="connsiteY15" fmla="*/ 320721 h 1475368"/>
              <a:gd name="connsiteX16" fmla="*/ 580430 w 1027874"/>
              <a:gd name="connsiteY16" fmla="*/ 105079 h 1475368"/>
              <a:gd name="connsiteX17" fmla="*/ 577248 w 1027874"/>
              <a:gd name="connsiteY17" fmla="*/ 840 h 1475368"/>
              <a:gd name="connsiteX18" fmla="*/ 711833 w 1027874"/>
              <a:gd name="connsiteY18" fmla="*/ 98039 h 1475368"/>
              <a:gd name="connsiteX19" fmla="*/ 805687 w 1027874"/>
              <a:gd name="connsiteY19" fmla="*/ 550421 h 1475368"/>
              <a:gd name="connsiteX20" fmla="*/ 884526 w 1027874"/>
              <a:gd name="connsiteY20" fmla="*/ 523951 h 1475368"/>
              <a:gd name="connsiteX21" fmla="*/ 951915 w 1027874"/>
              <a:gd name="connsiteY21" fmla="*/ 527889 h 1475368"/>
              <a:gd name="connsiteX22" fmla="*/ 1004902 w 1027874"/>
              <a:gd name="connsiteY22" fmla="*/ 569732 h 1475368"/>
              <a:gd name="connsiteX23" fmla="*/ 1005741 w 1027874"/>
              <a:gd name="connsiteY23" fmla="*/ 707152 h 1475368"/>
              <a:gd name="connsiteX24" fmla="*/ 895517 w 1027874"/>
              <a:gd name="connsiteY24" fmla="*/ 824008 h 1475368"/>
              <a:gd name="connsiteX25" fmla="*/ 865495 w 1027874"/>
              <a:gd name="connsiteY25" fmla="*/ 905910 h 1475368"/>
              <a:gd name="connsiteX26" fmla="*/ 577925 w 1027874"/>
              <a:gd name="connsiteY26" fmla="*/ 1178806 h 1475368"/>
              <a:gd name="connsiteX27" fmla="*/ 337116 w 1027874"/>
              <a:gd name="connsiteY27" fmla="*/ 1392646 h 1475368"/>
              <a:gd name="connsiteX28" fmla="*/ 267263 w 1027874"/>
              <a:gd name="connsiteY28" fmla="*/ 1449891 h 1475368"/>
              <a:gd name="connsiteX29" fmla="*/ 182570 w 1027874"/>
              <a:gd name="connsiteY29" fmla="*/ 1460346 h 1475368"/>
              <a:gd name="connsiteX30" fmla="*/ 0 w 1027874"/>
              <a:gd name="connsiteY30" fmla="*/ 1244557 h 1475368"/>
              <a:gd name="connsiteX31" fmla="*/ 91095 w 1027874"/>
              <a:gd name="connsiteY31" fmla="*/ 1162187 h 1475368"/>
              <a:gd name="connsiteX32" fmla="*/ 145470 w 1027874"/>
              <a:gd name="connsiteY32" fmla="*/ 1110893 h 1475368"/>
              <a:gd name="connsiteX33" fmla="*/ 554446 w 1027874"/>
              <a:gd name="connsiteY33" fmla="*/ 720873 h 1475368"/>
              <a:gd name="connsiteX34" fmla="*/ 210141 w 1027874"/>
              <a:gd name="connsiteY34" fmla="*/ 1403493 h 1475368"/>
              <a:gd name="connsiteX35" fmla="*/ 801991 w 1027874"/>
              <a:gd name="connsiteY35" fmla="*/ 858669 h 1475368"/>
              <a:gd name="connsiteX36" fmla="*/ 681672 w 1027874"/>
              <a:gd name="connsiteY36" fmla="*/ 697438 h 1475368"/>
              <a:gd name="connsiteX37" fmla="*/ 80562 w 1027874"/>
              <a:gd name="connsiteY37" fmla="*/ 1265812 h 1475368"/>
              <a:gd name="connsiteX38" fmla="*/ 210141 w 1027874"/>
              <a:gd name="connsiteY38" fmla="*/ 1403493 h 1475368"/>
              <a:gd name="connsiteX39" fmla="*/ 834662 w 1027874"/>
              <a:gd name="connsiteY39" fmla="*/ 766264 h 1475368"/>
              <a:gd name="connsiteX40" fmla="*/ 895698 w 1027874"/>
              <a:gd name="connsiteY40" fmla="*/ 719578 h 1475368"/>
              <a:gd name="connsiteX41" fmla="*/ 946876 w 1027874"/>
              <a:gd name="connsiteY41" fmla="*/ 665610 h 1475368"/>
              <a:gd name="connsiteX42" fmla="*/ 949115 w 1027874"/>
              <a:gd name="connsiteY42" fmla="*/ 607185 h 1475368"/>
              <a:gd name="connsiteX43" fmla="*/ 897565 w 1027874"/>
              <a:gd name="connsiteY43" fmla="*/ 587643 h 1475368"/>
              <a:gd name="connsiteX44" fmla="*/ 879373 w 1027874"/>
              <a:gd name="connsiteY44" fmla="*/ 591524 h 1475368"/>
              <a:gd name="connsiteX45" fmla="*/ 752614 w 1027874"/>
              <a:gd name="connsiteY45" fmla="*/ 672752 h 1475368"/>
              <a:gd name="connsiteX46" fmla="*/ 834662 w 1027874"/>
              <a:gd name="connsiteY46" fmla="*/ 766264 h 1475368"/>
              <a:gd name="connsiteX0" fmla="*/ 554446 w 1027874"/>
              <a:gd name="connsiteY0" fmla="*/ 720873 h 1544638"/>
              <a:gd name="connsiteX1" fmla="*/ 602954 w 1027874"/>
              <a:gd name="connsiteY1" fmla="*/ 662758 h 1544638"/>
              <a:gd name="connsiteX2" fmla="*/ 595630 w 1027874"/>
              <a:gd name="connsiteY2" fmla="*/ 596132 h 1544638"/>
              <a:gd name="connsiteX3" fmla="*/ 551485 w 1027874"/>
              <a:gd name="connsiteY3" fmla="*/ 524134 h 1544638"/>
              <a:gd name="connsiteX4" fmla="*/ 436019 w 1027874"/>
              <a:gd name="connsiteY4" fmla="*/ 638235 h 1544638"/>
              <a:gd name="connsiteX5" fmla="*/ 434962 w 1027874"/>
              <a:gd name="connsiteY5" fmla="*/ 835413 h 1544638"/>
              <a:gd name="connsiteX6" fmla="*/ 379003 w 1027874"/>
              <a:gd name="connsiteY6" fmla="*/ 885489 h 1544638"/>
              <a:gd name="connsiteX7" fmla="*/ 388784 w 1027874"/>
              <a:gd name="connsiteY7" fmla="*/ 603933 h 1544638"/>
              <a:gd name="connsiteX8" fmla="*/ 501344 w 1027874"/>
              <a:gd name="connsiteY8" fmla="*/ 421938 h 1544638"/>
              <a:gd name="connsiteX9" fmla="*/ 430310 w 1027874"/>
              <a:gd name="connsiteY9" fmla="*/ 113132 h 1544638"/>
              <a:gd name="connsiteX10" fmla="*/ 576486 w 1027874"/>
              <a:gd name="connsiteY10" fmla="*/ 21 h 1544638"/>
              <a:gd name="connsiteX11" fmla="*/ 580297 w 1027874"/>
              <a:gd name="connsiteY11" fmla="*/ 107842 h 1544638"/>
              <a:gd name="connsiteX12" fmla="*/ 575682 w 1027874"/>
              <a:gd name="connsiteY12" fmla="*/ 261288 h 1544638"/>
              <a:gd name="connsiteX13" fmla="*/ 644494 w 1027874"/>
              <a:gd name="connsiteY13" fmla="*/ 586365 h 1544638"/>
              <a:gd name="connsiteX14" fmla="*/ 717776 w 1027874"/>
              <a:gd name="connsiteY14" fmla="*/ 588429 h 1544638"/>
              <a:gd name="connsiteX15" fmla="*/ 672289 w 1027874"/>
              <a:gd name="connsiteY15" fmla="*/ 320721 h 1544638"/>
              <a:gd name="connsiteX16" fmla="*/ 580430 w 1027874"/>
              <a:gd name="connsiteY16" fmla="*/ 105079 h 1544638"/>
              <a:gd name="connsiteX17" fmla="*/ 577248 w 1027874"/>
              <a:gd name="connsiteY17" fmla="*/ 840 h 1544638"/>
              <a:gd name="connsiteX18" fmla="*/ 711833 w 1027874"/>
              <a:gd name="connsiteY18" fmla="*/ 98039 h 1544638"/>
              <a:gd name="connsiteX19" fmla="*/ 805687 w 1027874"/>
              <a:gd name="connsiteY19" fmla="*/ 550421 h 1544638"/>
              <a:gd name="connsiteX20" fmla="*/ 884526 w 1027874"/>
              <a:gd name="connsiteY20" fmla="*/ 523951 h 1544638"/>
              <a:gd name="connsiteX21" fmla="*/ 951915 w 1027874"/>
              <a:gd name="connsiteY21" fmla="*/ 527889 h 1544638"/>
              <a:gd name="connsiteX22" fmla="*/ 1004902 w 1027874"/>
              <a:gd name="connsiteY22" fmla="*/ 569732 h 1544638"/>
              <a:gd name="connsiteX23" fmla="*/ 1005741 w 1027874"/>
              <a:gd name="connsiteY23" fmla="*/ 707152 h 1544638"/>
              <a:gd name="connsiteX24" fmla="*/ 895517 w 1027874"/>
              <a:gd name="connsiteY24" fmla="*/ 824008 h 1544638"/>
              <a:gd name="connsiteX25" fmla="*/ 865495 w 1027874"/>
              <a:gd name="connsiteY25" fmla="*/ 905910 h 1544638"/>
              <a:gd name="connsiteX26" fmla="*/ 577925 w 1027874"/>
              <a:gd name="connsiteY26" fmla="*/ 1178806 h 1544638"/>
              <a:gd name="connsiteX27" fmla="*/ 337116 w 1027874"/>
              <a:gd name="connsiteY27" fmla="*/ 1392646 h 1544638"/>
              <a:gd name="connsiteX28" fmla="*/ 267263 w 1027874"/>
              <a:gd name="connsiteY28" fmla="*/ 1449891 h 1544638"/>
              <a:gd name="connsiteX29" fmla="*/ 103748 w 1027874"/>
              <a:gd name="connsiteY29" fmla="*/ 1537442 h 1544638"/>
              <a:gd name="connsiteX30" fmla="*/ 0 w 1027874"/>
              <a:gd name="connsiteY30" fmla="*/ 1244557 h 1544638"/>
              <a:gd name="connsiteX31" fmla="*/ 91095 w 1027874"/>
              <a:gd name="connsiteY31" fmla="*/ 1162187 h 1544638"/>
              <a:gd name="connsiteX32" fmla="*/ 145470 w 1027874"/>
              <a:gd name="connsiteY32" fmla="*/ 1110893 h 1544638"/>
              <a:gd name="connsiteX33" fmla="*/ 554446 w 1027874"/>
              <a:gd name="connsiteY33" fmla="*/ 720873 h 1544638"/>
              <a:gd name="connsiteX34" fmla="*/ 210141 w 1027874"/>
              <a:gd name="connsiteY34" fmla="*/ 1403493 h 1544638"/>
              <a:gd name="connsiteX35" fmla="*/ 801991 w 1027874"/>
              <a:gd name="connsiteY35" fmla="*/ 858669 h 1544638"/>
              <a:gd name="connsiteX36" fmla="*/ 681672 w 1027874"/>
              <a:gd name="connsiteY36" fmla="*/ 697438 h 1544638"/>
              <a:gd name="connsiteX37" fmla="*/ 80562 w 1027874"/>
              <a:gd name="connsiteY37" fmla="*/ 1265812 h 1544638"/>
              <a:gd name="connsiteX38" fmla="*/ 210141 w 1027874"/>
              <a:gd name="connsiteY38" fmla="*/ 1403493 h 1544638"/>
              <a:gd name="connsiteX39" fmla="*/ 834662 w 1027874"/>
              <a:gd name="connsiteY39" fmla="*/ 766264 h 1544638"/>
              <a:gd name="connsiteX40" fmla="*/ 895698 w 1027874"/>
              <a:gd name="connsiteY40" fmla="*/ 719578 h 1544638"/>
              <a:gd name="connsiteX41" fmla="*/ 946876 w 1027874"/>
              <a:gd name="connsiteY41" fmla="*/ 665610 h 1544638"/>
              <a:gd name="connsiteX42" fmla="*/ 949115 w 1027874"/>
              <a:gd name="connsiteY42" fmla="*/ 607185 h 1544638"/>
              <a:gd name="connsiteX43" fmla="*/ 897565 w 1027874"/>
              <a:gd name="connsiteY43" fmla="*/ 587643 h 1544638"/>
              <a:gd name="connsiteX44" fmla="*/ 879373 w 1027874"/>
              <a:gd name="connsiteY44" fmla="*/ 591524 h 1544638"/>
              <a:gd name="connsiteX45" fmla="*/ 752614 w 1027874"/>
              <a:gd name="connsiteY45" fmla="*/ 672752 h 1544638"/>
              <a:gd name="connsiteX46" fmla="*/ 834662 w 1027874"/>
              <a:gd name="connsiteY46" fmla="*/ 766264 h 1544638"/>
              <a:gd name="connsiteX0" fmla="*/ 554446 w 1027874"/>
              <a:gd name="connsiteY0" fmla="*/ 720873 h 1550740"/>
              <a:gd name="connsiteX1" fmla="*/ 602954 w 1027874"/>
              <a:gd name="connsiteY1" fmla="*/ 662758 h 1550740"/>
              <a:gd name="connsiteX2" fmla="*/ 595630 w 1027874"/>
              <a:gd name="connsiteY2" fmla="*/ 596132 h 1550740"/>
              <a:gd name="connsiteX3" fmla="*/ 551485 w 1027874"/>
              <a:gd name="connsiteY3" fmla="*/ 524134 h 1550740"/>
              <a:gd name="connsiteX4" fmla="*/ 436019 w 1027874"/>
              <a:gd name="connsiteY4" fmla="*/ 638235 h 1550740"/>
              <a:gd name="connsiteX5" fmla="*/ 434962 w 1027874"/>
              <a:gd name="connsiteY5" fmla="*/ 835413 h 1550740"/>
              <a:gd name="connsiteX6" fmla="*/ 379003 w 1027874"/>
              <a:gd name="connsiteY6" fmla="*/ 885489 h 1550740"/>
              <a:gd name="connsiteX7" fmla="*/ 388784 w 1027874"/>
              <a:gd name="connsiteY7" fmla="*/ 603933 h 1550740"/>
              <a:gd name="connsiteX8" fmla="*/ 501344 w 1027874"/>
              <a:gd name="connsiteY8" fmla="*/ 421938 h 1550740"/>
              <a:gd name="connsiteX9" fmla="*/ 430310 w 1027874"/>
              <a:gd name="connsiteY9" fmla="*/ 113132 h 1550740"/>
              <a:gd name="connsiteX10" fmla="*/ 576486 w 1027874"/>
              <a:gd name="connsiteY10" fmla="*/ 21 h 1550740"/>
              <a:gd name="connsiteX11" fmla="*/ 580297 w 1027874"/>
              <a:gd name="connsiteY11" fmla="*/ 107842 h 1550740"/>
              <a:gd name="connsiteX12" fmla="*/ 575682 w 1027874"/>
              <a:gd name="connsiteY12" fmla="*/ 261288 h 1550740"/>
              <a:gd name="connsiteX13" fmla="*/ 644494 w 1027874"/>
              <a:gd name="connsiteY13" fmla="*/ 586365 h 1550740"/>
              <a:gd name="connsiteX14" fmla="*/ 717776 w 1027874"/>
              <a:gd name="connsiteY14" fmla="*/ 588429 h 1550740"/>
              <a:gd name="connsiteX15" fmla="*/ 672289 w 1027874"/>
              <a:gd name="connsiteY15" fmla="*/ 320721 h 1550740"/>
              <a:gd name="connsiteX16" fmla="*/ 580430 w 1027874"/>
              <a:gd name="connsiteY16" fmla="*/ 105079 h 1550740"/>
              <a:gd name="connsiteX17" fmla="*/ 577248 w 1027874"/>
              <a:gd name="connsiteY17" fmla="*/ 840 h 1550740"/>
              <a:gd name="connsiteX18" fmla="*/ 711833 w 1027874"/>
              <a:gd name="connsiteY18" fmla="*/ 98039 h 1550740"/>
              <a:gd name="connsiteX19" fmla="*/ 805687 w 1027874"/>
              <a:gd name="connsiteY19" fmla="*/ 550421 h 1550740"/>
              <a:gd name="connsiteX20" fmla="*/ 884526 w 1027874"/>
              <a:gd name="connsiteY20" fmla="*/ 523951 h 1550740"/>
              <a:gd name="connsiteX21" fmla="*/ 951915 w 1027874"/>
              <a:gd name="connsiteY21" fmla="*/ 527889 h 1550740"/>
              <a:gd name="connsiteX22" fmla="*/ 1004902 w 1027874"/>
              <a:gd name="connsiteY22" fmla="*/ 569732 h 1550740"/>
              <a:gd name="connsiteX23" fmla="*/ 1005741 w 1027874"/>
              <a:gd name="connsiteY23" fmla="*/ 707152 h 1550740"/>
              <a:gd name="connsiteX24" fmla="*/ 895517 w 1027874"/>
              <a:gd name="connsiteY24" fmla="*/ 824008 h 1550740"/>
              <a:gd name="connsiteX25" fmla="*/ 865495 w 1027874"/>
              <a:gd name="connsiteY25" fmla="*/ 905910 h 1550740"/>
              <a:gd name="connsiteX26" fmla="*/ 577925 w 1027874"/>
              <a:gd name="connsiteY26" fmla="*/ 1178806 h 1550740"/>
              <a:gd name="connsiteX27" fmla="*/ 337116 w 1027874"/>
              <a:gd name="connsiteY27" fmla="*/ 1392646 h 1550740"/>
              <a:gd name="connsiteX28" fmla="*/ 219114 w 1027874"/>
              <a:gd name="connsiteY28" fmla="*/ 1489945 h 1550740"/>
              <a:gd name="connsiteX29" fmla="*/ 103748 w 1027874"/>
              <a:gd name="connsiteY29" fmla="*/ 1537442 h 1550740"/>
              <a:gd name="connsiteX30" fmla="*/ 0 w 1027874"/>
              <a:gd name="connsiteY30" fmla="*/ 1244557 h 1550740"/>
              <a:gd name="connsiteX31" fmla="*/ 91095 w 1027874"/>
              <a:gd name="connsiteY31" fmla="*/ 1162187 h 1550740"/>
              <a:gd name="connsiteX32" fmla="*/ 145470 w 1027874"/>
              <a:gd name="connsiteY32" fmla="*/ 1110893 h 1550740"/>
              <a:gd name="connsiteX33" fmla="*/ 554446 w 1027874"/>
              <a:gd name="connsiteY33" fmla="*/ 720873 h 1550740"/>
              <a:gd name="connsiteX34" fmla="*/ 210141 w 1027874"/>
              <a:gd name="connsiteY34" fmla="*/ 1403493 h 1550740"/>
              <a:gd name="connsiteX35" fmla="*/ 801991 w 1027874"/>
              <a:gd name="connsiteY35" fmla="*/ 858669 h 1550740"/>
              <a:gd name="connsiteX36" fmla="*/ 681672 w 1027874"/>
              <a:gd name="connsiteY36" fmla="*/ 697438 h 1550740"/>
              <a:gd name="connsiteX37" fmla="*/ 80562 w 1027874"/>
              <a:gd name="connsiteY37" fmla="*/ 1265812 h 1550740"/>
              <a:gd name="connsiteX38" fmla="*/ 210141 w 1027874"/>
              <a:gd name="connsiteY38" fmla="*/ 1403493 h 1550740"/>
              <a:gd name="connsiteX39" fmla="*/ 834662 w 1027874"/>
              <a:gd name="connsiteY39" fmla="*/ 766264 h 1550740"/>
              <a:gd name="connsiteX40" fmla="*/ 895698 w 1027874"/>
              <a:gd name="connsiteY40" fmla="*/ 719578 h 1550740"/>
              <a:gd name="connsiteX41" fmla="*/ 946876 w 1027874"/>
              <a:gd name="connsiteY41" fmla="*/ 665610 h 1550740"/>
              <a:gd name="connsiteX42" fmla="*/ 949115 w 1027874"/>
              <a:gd name="connsiteY42" fmla="*/ 607185 h 1550740"/>
              <a:gd name="connsiteX43" fmla="*/ 897565 w 1027874"/>
              <a:gd name="connsiteY43" fmla="*/ 587643 h 1550740"/>
              <a:gd name="connsiteX44" fmla="*/ 879373 w 1027874"/>
              <a:gd name="connsiteY44" fmla="*/ 591524 h 1550740"/>
              <a:gd name="connsiteX45" fmla="*/ 752614 w 1027874"/>
              <a:gd name="connsiteY45" fmla="*/ 672752 h 1550740"/>
              <a:gd name="connsiteX46" fmla="*/ 834662 w 1027874"/>
              <a:gd name="connsiteY46" fmla="*/ 766264 h 155074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50476 w 1102668"/>
              <a:gd name="connsiteY12" fmla="*/ 261288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84935 w 1102668"/>
              <a:gd name="connsiteY34" fmla="*/ 140349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155356 w 1102668"/>
              <a:gd name="connsiteY37" fmla="*/ 1265812 h 1545830"/>
              <a:gd name="connsiteX38" fmla="*/ 284935 w 1102668"/>
              <a:gd name="connsiteY38" fmla="*/ 140349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50476 w 1102668"/>
              <a:gd name="connsiteY12" fmla="*/ 261288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155356 w 1102668"/>
              <a:gd name="connsiteY37" fmla="*/ 1265812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50476 w 1102668"/>
              <a:gd name="connsiteY12" fmla="*/ 261288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27090 w 1102668"/>
              <a:gd name="connsiteY13" fmla="*/ 578712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0780 w 1102668"/>
              <a:gd name="connsiteY16" fmla="*/ 84942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3767 w 1102668"/>
              <a:gd name="connsiteY11" fmla="*/ 84643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0780 w 1102668"/>
              <a:gd name="connsiteY16" fmla="*/ 84942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1031 h 1545988"/>
              <a:gd name="connsiteX1" fmla="*/ 677748 w 1102668"/>
              <a:gd name="connsiteY1" fmla="*/ 662916 h 1545988"/>
              <a:gd name="connsiteX2" fmla="*/ 670424 w 1102668"/>
              <a:gd name="connsiteY2" fmla="*/ 596290 h 1545988"/>
              <a:gd name="connsiteX3" fmla="*/ 626279 w 1102668"/>
              <a:gd name="connsiteY3" fmla="*/ 524292 h 1545988"/>
              <a:gd name="connsiteX4" fmla="*/ 510813 w 1102668"/>
              <a:gd name="connsiteY4" fmla="*/ 638393 h 1545988"/>
              <a:gd name="connsiteX5" fmla="*/ 509756 w 1102668"/>
              <a:gd name="connsiteY5" fmla="*/ 835571 h 1545988"/>
              <a:gd name="connsiteX6" fmla="*/ 453797 w 1102668"/>
              <a:gd name="connsiteY6" fmla="*/ 885647 h 1545988"/>
              <a:gd name="connsiteX7" fmla="*/ 463578 w 1102668"/>
              <a:gd name="connsiteY7" fmla="*/ 604091 h 1545988"/>
              <a:gd name="connsiteX8" fmla="*/ 576138 w 1102668"/>
              <a:gd name="connsiteY8" fmla="*/ 422096 h 1545988"/>
              <a:gd name="connsiteX9" fmla="*/ 505104 w 1102668"/>
              <a:gd name="connsiteY9" fmla="*/ 113290 h 1545988"/>
              <a:gd name="connsiteX10" fmla="*/ 651280 w 1102668"/>
              <a:gd name="connsiteY10" fmla="*/ 179 h 1545988"/>
              <a:gd name="connsiteX11" fmla="*/ 653767 w 1102668"/>
              <a:gd name="connsiteY11" fmla="*/ 84801 h 1545988"/>
              <a:gd name="connsiteX12" fmla="*/ 615001 w 1102668"/>
              <a:gd name="connsiteY12" fmla="*/ 253378 h 1545988"/>
              <a:gd name="connsiteX13" fmla="*/ 730240 w 1102668"/>
              <a:gd name="connsiteY13" fmla="*/ 572718 h 1545988"/>
              <a:gd name="connsiteX14" fmla="*/ 792570 w 1102668"/>
              <a:gd name="connsiteY14" fmla="*/ 588587 h 1545988"/>
              <a:gd name="connsiteX15" fmla="*/ 747083 w 1102668"/>
              <a:gd name="connsiteY15" fmla="*/ 320879 h 1545988"/>
              <a:gd name="connsiteX16" fmla="*/ 650885 w 1102668"/>
              <a:gd name="connsiteY16" fmla="*/ 74144 h 1545988"/>
              <a:gd name="connsiteX17" fmla="*/ 652042 w 1102668"/>
              <a:gd name="connsiteY17" fmla="*/ 998 h 1545988"/>
              <a:gd name="connsiteX18" fmla="*/ 786627 w 1102668"/>
              <a:gd name="connsiteY18" fmla="*/ 98197 h 1545988"/>
              <a:gd name="connsiteX19" fmla="*/ 880481 w 1102668"/>
              <a:gd name="connsiteY19" fmla="*/ 550579 h 1545988"/>
              <a:gd name="connsiteX20" fmla="*/ 959320 w 1102668"/>
              <a:gd name="connsiteY20" fmla="*/ 524109 h 1545988"/>
              <a:gd name="connsiteX21" fmla="*/ 1026709 w 1102668"/>
              <a:gd name="connsiteY21" fmla="*/ 528047 h 1545988"/>
              <a:gd name="connsiteX22" fmla="*/ 1079696 w 1102668"/>
              <a:gd name="connsiteY22" fmla="*/ 569890 h 1545988"/>
              <a:gd name="connsiteX23" fmla="*/ 1080535 w 1102668"/>
              <a:gd name="connsiteY23" fmla="*/ 707310 h 1545988"/>
              <a:gd name="connsiteX24" fmla="*/ 970311 w 1102668"/>
              <a:gd name="connsiteY24" fmla="*/ 824166 h 1545988"/>
              <a:gd name="connsiteX25" fmla="*/ 940289 w 1102668"/>
              <a:gd name="connsiteY25" fmla="*/ 906068 h 1545988"/>
              <a:gd name="connsiteX26" fmla="*/ 652719 w 1102668"/>
              <a:gd name="connsiteY26" fmla="*/ 1178964 h 1545988"/>
              <a:gd name="connsiteX27" fmla="*/ 411910 w 1102668"/>
              <a:gd name="connsiteY27" fmla="*/ 1392804 h 1545988"/>
              <a:gd name="connsiteX28" fmla="*/ 293908 w 1102668"/>
              <a:gd name="connsiteY28" fmla="*/ 1490103 h 1545988"/>
              <a:gd name="connsiteX29" fmla="*/ 178542 w 1102668"/>
              <a:gd name="connsiteY29" fmla="*/ 1537600 h 1545988"/>
              <a:gd name="connsiteX30" fmla="*/ 0 w 1102668"/>
              <a:gd name="connsiteY30" fmla="*/ 1318153 h 1545988"/>
              <a:gd name="connsiteX31" fmla="*/ 165889 w 1102668"/>
              <a:gd name="connsiteY31" fmla="*/ 1162345 h 1545988"/>
              <a:gd name="connsiteX32" fmla="*/ 220264 w 1102668"/>
              <a:gd name="connsiteY32" fmla="*/ 1111051 h 1545988"/>
              <a:gd name="connsiteX33" fmla="*/ 629240 w 1102668"/>
              <a:gd name="connsiteY33" fmla="*/ 721031 h 1545988"/>
              <a:gd name="connsiteX34" fmla="*/ 208590 w 1102668"/>
              <a:gd name="connsiteY34" fmla="*/ 1469311 h 1545988"/>
              <a:gd name="connsiteX35" fmla="*/ 876785 w 1102668"/>
              <a:gd name="connsiteY35" fmla="*/ 858827 h 1545988"/>
              <a:gd name="connsiteX36" fmla="*/ 756466 w 1102668"/>
              <a:gd name="connsiteY36" fmla="*/ 697596 h 1545988"/>
              <a:gd name="connsiteX37" fmla="*/ 87611 w 1102668"/>
              <a:gd name="connsiteY37" fmla="*/ 1333006 h 1545988"/>
              <a:gd name="connsiteX38" fmla="*/ 208590 w 1102668"/>
              <a:gd name="connsiteY38" fmla="*/ 1469311 h 1545988"/>
              <a:gd name="connsiteX39" fmla="*/ 909456 w 1102668"/>
              <a:gd name="connsiteY39" fmla="*/ 766422 h 1545988"/>
              <a:gd name="connsiteX40" fmla="*/ 970492 w 1102668"/>
              <a:gd name="connsiteY40" fmla="*/ 719736 h 1545988"/>
              <a:gd name="connsiteX41" fmla="*/ 1021670 w 1102668"/>
              <a:gd name="connsiteY41" fmla="*/ 665768 h 1545988"/>
              <a:gd name="connsiteX42" fmla="*/ 1023909 w 1102668"/>
              <a:gd name="connsiteY42" fmla="*/ 607343 h 1545988"/>
              <a:gd name="connsiteX43" fmla="*/ 972359 w 1102668"/>
              <a:gd name="connsiteY43" fmla="*/ 587801 h 1545988"/>
              <a:gd name="connsiteX44" fmla="*/ 954167 w 1102668"/>
              <a:gd name="connsiteY44" fmla="*/ 591682 h 1545988"/>
              <a:gd name="connsiteX45" fmla="*/ 827408 w 1102668"/>
              <a:gd name="connsiteY45" fmla="*/ 672910 h 1545988"/>
              <a:gd name="connsiteX46" fmla="*/ 909456 w 1102668"/>
              <a:gd name="connsiteY46" fmla="*/ 766422 h 1545988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3767 w 1102668"/>
              <a:gd name="connsiteY11" fmla="*/ 84644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52042 w 1102668"/>
              <a:gd name="connsiteY17" fmla="*/ 84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6106 w 1102668"/>
              <a:gd name="connsiteY11" fmla="*/ 78732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52042 w 1102668"/>
              <a:gd name="connsiteY17" fmla="*/ 84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6106 w 1102668"/>
              <a:gd name="connsiteY11" fmla="*/ 78732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52042 w 1102668"/>
              <a:gd name="connsiteY17" fmla="*/ 84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6106 w 1102668"/>
              <a:gd name="connsiteY11" fmla="*/ 78732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45164 w 1102668"/>
              <a:gd name="connsiteY17" fmla="*/ 397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17430 h 1542387"/>
              <a:gd name="connsiteX1" fmla="*/ 677748 w 1102668"/>
              <a:gd name="connsiteY1" fmla="*/ 659315 h 1542387"/>
              <a:gd name="connsiteX2" fmla="*/ 670424 w 1102668"/>
              <a:gd name="connsiteY2" fmla="*/ 592689 h 1542387"/>
              <a:gd name="connsiteX3" fmla="*/ 626279 w 1102668"/>
              <a:gd name="connsiteY3" fmla="*/ 520691 h 1542387"/>
              <a:gd name="connsiteX4" fmla="*/ 510813 w 1102668"/>
              <a:gd name="connsiteY4" fmla="*/ 634792 h 1542387"/>
              <a:gd name="connsiteX5" fmla="*/ 509756 w 1102668"/>
              <a:gd name="connsiteY5" fmla="*/ 831970 h 1542387"/>
              <a:gd name="connsiteX6" fmla="*/ 453797 w 1102668"/>
              <a:gd name="connsiteY6" fmla="*/ 882046 h 1542387"/>
              <a:gd name="connsiteX7" fmla="*/ 463578 w 1102668"/>
              <a:gd name="connsiteY7" fmla="*/ 600490 h 1542387"/>
              <a:gd name="connsiteX8" fmla="*/ 576138 w 1102668"/>
              <a:gd name="connsiteY8" fmla="*/ 418495 h 1542387"/>
              <a:gd name="connsiteX9" fmla="*/ 505104 w 1102668"/>
              <a:gd name="connsiteY9" fmla="*/ 109689 h 1542387"/>
              <a:gd name="connsiteX10" fmla="*/ 637541 w 1102668"/>
              <a:gd name="connsiteY10" fmla="*/ 1012 h 1542387"/>
              <a:gd name="connsiteX11" fmla="*/ 656106 w 1102668"/>
              <a:gd name="connsiteY11" fmla="*/ 75288 h 1542387"/>
              <a:gd name="connsiteX12" fmla="*/ 615001 w 1102668"/>
              <a:gd name="connsiteY12" fmla="*/ 249777 h 1542387"/>
              <a:gd name="connsiteX13" fmla="*/ 730240 w 1102668"/>
              <a:gd name="connsiteY13" fmla="*/ 569117 h 1542387"/>
              <a:gd name="connsiteX14" fmla="*/ 792570 w 1102668"/>
              <a:gd name="connsiteY14" fmla="*/ 584986 h 1542387"/>
              <a:gd name="connsiteX15" fmla="*/ 747083 w 1102668"/>
              <a:gd name="connsiteY15" fmla="*/ 317278 h 1542387"/>
              <a:gd name="connsiteX16" fmla="*/ 655388 w 1102668"/>
              <a:gd name="connsiteY16" fmla="*/ 76978 h 1542387"/>
              <a:gd name="connsiteX17" fmla="*/ 645164 w 1102668"/>
              <a:gd name="connsiteY17" fmla="*/ 527 h 1542387"/>
              <a:gd name="connsiteX18" fmla="*/ 786627 w 1102668"/>
              <a:gd name="connsiteY18" fmla="*/ 94596 h 1542387"/>
              <a:gd name="connsiteX19" fmla="*/ 880481 w 1102668"/>
              <a:gd name="connsiteY19" fmla="*/ 546978 h 1542387"/>
              <a:gd name="connsiteX20" fmla="*/ 959320 w 1102668"/>
              <a:gd name="connsiteY20" fmla="*/ 520508 h 1542387"/>
              <a:gd name="connsiteX21" fmla="*/ 1026709 w 1102668"/>
              <a:gd name="connsiteY21" fmla="*/ 524446 h 1542387"/>
              <a:gd name="connsiteX22" fmla="*/ 1079696 w 1102668"/>
              <a:gd name="connsiteY22" fmla="*/ 566289 h 1542387"/>
              <a:gd name="connsiteX23" fmla="*/ 1080535 w 1102668"/>
              <a:gd name="connsiteY23" fmla="*/ 703709 h 1542387"/>
              <a:gd name="connsiteX24" fmla="*/ 970311 w 1102668"/>
              <a:gd name="connsiteY24" fmla="*/ 820565 h 1542387"/>
              <a:gd name="connsiteX25" fmla="*/ 940289 w 1102668"/>
              <a:gd name="connsiteY25" fmla="*/ 902467 h 1542387"/>
              <a:gd name="connsiteX26" fmla="*/ 652719 w 1102668"/>
              <a:gd name="connsiteY26" fmla="*/ 1175363 h 1542387"/>
              <a:gd name="connsiteX27" fmla="*/ 411910 w 1102668"/>
              <a:gd name="connsiteY27" fmla="*/ 1389203 h 1542387"/>
              <a:gd name="connsiteX28" fmla="*/ 293908 w 1102668"/>
              <a:gd name="connsiteY28" fmla="*/ 1486502 h 1542387"/>
              <a:gd name="connsiteX29" fmla="*/ 178542 w 1102668"/>
              <a:gd name="connsiteY29" fmla="*/ 1533999 h 1542387"/>
              <a:gd name="connsiteX30" fmla="*/ 0 w 1102668"/>
              <a:gd name="connsiteY30" fmla="*/ 1314552 h 1542387"/>
              <a:gd name="connsiteX31" fmla="*/ 165889 w 1102668"/>
              <a:gd name="connsiteY31" fmla="*/ 1158744 h 1542387"/>
              <a:gd name="connsiteX32" fmla="*/ 220264 w 1102668"/>
              <a:gd name="connsiteY32" fmla="*/ 1107450 h 1542387"/>
              <a:gd name="connsiteX33" fmla="*/ 629240 w 1102668"/>
              <a:gd name="connsiteY33" fmla="*/ 717430 h 1542387"/>
              <a:gd name="connsiteX34" fmla="*/ 208590 w 1102668"/>
              <a:gd name="connsiteY34" fmla="*/ 1465710 h 1542387"/>
              <a:gd name="connsiteX35" fmla="*/ 876785 w 1102668"/>
              <a:gd name="connsiteY35" fmla="*/ 855226 h 1542387"/>
              <a:gd name="connsiteX36" fmla="*/ 756466 w 1102668"/>
              <a:gd name="connsiteY36" fmla="*/ 693995 h 1542387"/>
              <a:gd name="connsiteX37" fmla="*/ 87611 w 1102668"/>
              <a:gd name="connsiteY37" fmla="*/ 1329405 h 1542387"/>
              <a:gd name="connsiteX38" fmla="*/ 208590 w 1102668"/>
              <a:gd name="connsiteY38" fmla="*/ 1465710 h 1542387"/>
              <a:gd name="connsiteX39" fmla="*/ 909456 w 1102668"/>
              <a:gd name="connsiteY39" fmla="*/ 762821 h 1542387"/>
              <a:gd name="connsiteX40" fmla="*/ 970492 w 1102668"/>
              <a:gd name="connsiteY40" fmla="*/ 716135 h 1542387"/>
              <a:gd name="connsiteX41" fmla="*/ 1021670 w 1102668"/>
              <a:gd name="connsiteY41" fmla="*/ 662167 h 1542387"/>
              <a:gd name="connsiteX42" fmla="*/ 1023909 w 1102668"/>
              <a:gd name="connsiteY42" fmla="*/ 603742 h 1542387"/>
              <a:gd name="connsiteX43" fmla="*/ 972359 w 1102668"/>
              <a:gd name="connsiteY43" fmla="*/ 584200 h 1542387"/>
              <a:gd name="connsiteX44" fmla="*/ 954167 w 1102668"/>
              <a:gd name="connsiteY44" fmla="*/ 588081 h 1542387"/>
              <a:gd name="connsiteX45" fmla="*/ 827408 w 1102668"/>
              <a:gd name="connsiteY45" fmla="*/ 669309 h 1542387"/>
              <a:gd name="connsiteX46" fmla="*/ 909456 w 1102668"/>
              <a:gd name="connsiteY46" fmla="*/ 762821 h 1542387"/>
              <a:gd name="connsiteX0" fmla="*/ 629240 w 1102668"/>
              <a:gd name="connsiteY0" fmla="*/ 720789 h 1545746"/>
              <a:gd name="connsiteX1" fmla="*/ 677748 w 1102668"/>
              <a:gd name="connsiteY1" fmla="*/ 662674 h 1545746"/>
              <a:gd name="connsiteX2" fmla="*/ 670424 w 1102668"/>
              <a:gd name="connsiteY2" fmla="*/ 596048 h 1545746"/>
              <a:gd name="connsiteX3" fmla="*/ 626279 w 1102668"/>
              <a:gd name="connsiteY3" fmla="*/ 524050 h 1545746"/>
              <a:gd name="connsiteX4" fmla="*/ 510813 w 1102668"/>
              <a:gd name="connsiteY4" fmla="*/ 638151 h 1545746"/>
              <a:gd name="connsiteX5" fmla="*/ 509756 w 1102668"/>
              <a:gd name="connsiteY5" fmla="*/ 835329 h 1545746"/>
              <a:gd name="connsiteX6" fmla="*/ 453797 w 1102668"/>
              <a:gd name="connsiteY6" fmla="*/ 885405 h 1545746"/>
              <a:gd name="connsiteX7" fmla="*/ 463578 w 1102668"/>
              <a:gd name="connsiteY7" fmla="*/ 603849 h 1545746"/>
              <a:gd name="connsiteX8" fmla="*/ 576138 w 1102668"/>
              <a:gd name="connsiteY8" fmla="*/ 421854 h 1545746"/>
              <a:gd name="connsiteX9" fmla="*/ 505104 w 1102668"/>
              <a:gd name="connsiteY9" fmla="*/ 113048 h 1545746"/>
              <a:gd name="connsiteX10" fmla="*/ 637541 w 1102668"/>
              <a:gd name="connsiteY10" fmla="*/ 4371 h 1545746"/>
              <a:gd name="connsiteX11" fmla="*/ 656106 w 1102668"/>
              <a:gd name="connsiteY11" fmla="*/ 78647 h 1545746"/>
              <a:gd name="connsiteX12" fmla="*/ 615001 w 1102668"/>
              <a:gd name="connsiteY12" fmla="*/ 253136 h 1545746"/>
              <a:gd name="connsiteX13" fmla="*/ 730240 w 1102668"/>
              <a:gd name="connsiteY13" fmla="*/ 572476 h 1545746"/>
              <a:gd name="connsiteX14" fmla="*/ 792570 w 1102668"/>
              <a:gd name="connsiteY14" fmla="*/ 588345 h 1545746"/>
              <a:gd name="connsiteX15" fmla="*/ 747083 w 1102668"/>
              <a:gd name="connsiteY15" fmla="*/ 320637 h 1545746"/>
              <a:gd name="connsiteX16" fmla="*/ 655388 w 1102668"/>
              <a:gd name="connsiteY16" fmla="*/ 80337 h 1545746"/>
              <a:gd name="connsiteX17" fmla="*/ 665285 w 1102668"/>
              <a:gd name="connsiteY17" fmla="*/ 426 h 1545746"/>
              <a:gd name="connsiteX18" fmla="*/ 786627 w 1102668"/>
              <a:gd name="connsiteY18" fmla="*/ 97955 h 1545746"/>
              <a:gd name="connsiteX19" fmla="*/ 880481 w 1102668"/>
              <a:gd name="connsiteY19" fmla="*/ 550337 h 1545746"/>
              <a:gd name="connsiteX20" fmla="*/ 959320 w 1102668"/>
              <a:gd name="connsiteY20" fmla="*/ 523867 h 1545746"/>
              <a:gd name="connsiteX21" fmla="*/ 1026709 w 1102668"/>
              <a:gd name="connsiteY21" fmla="*/ 527805 h 1545746"/>
              <a:gd name="connsiteX22" fmla="*/ 1079696 w 1102668"/>
              <a:gd name="connsiteY22" fmla="*/ 569648 h 1545746"/>
              <a:gd name="connsiteX23" fmla="*/ 1080535 w 1102668"/>
              <a:gd name="connsiteY23" fmla="*/ 707068 h 1545746"/>
              <a:gd name="connsiteX24" fmla="*/ 970311 w 1102668"/>
              <a:gd name="connsiteY24" fmla="*/ 823924 h 1545746"/>
              <a:gd name="connsiteX25" fmla="*/ 940289 w 1102668"/>
              <a:gd name="connsiteY25" fmla="*/ 905826 h 1545746"/>
              <a:gd name="connsiteX26" fmla="*/ 652719 w 1102668"/>
              <a:gd name="connsiteY26" fmla="*/ 1178722 h 1545746"/>
              <a:gd name="connsiteX27" fmla="*/ 411910 w 1102668"/>
              <a:gd name="connsiteY27" fmla="*/ 1392562 h 1545746"/>
              <a:gd name="connsiteX28" fmla="*/ 293908 w 1102668"/>
              <a:gd name="connsiteY28" fmla="*/ 1489861 h 1545746"/>
              <a:gd name="connsiteX29" fmla="*/ 178542 w 1102668"/>
              <a:gd name="connsiteY29" fmla="*/ 1537358 h 1545746"/>
              <a:gd name="connsiteX30" fmla="*/ 0 w 1102668"/>
              <a:gd name="connsiteY30" fmla="*/ 1317911 h 1545746"/>
              <a:gd name="connsiteX31" fmla="*/ 165889 w 1102668"/>
              <a:gd name="connsiteY31" fmla="*/ 1162103 h 1545746"/>
              <a:gd name="connsiteX32" fmla="*/ 220264 w 1102668"/>
              <a:gd name="connsiteY32" fmla="*/ 1110809 h 1545746"/>
              <a:gd name="connsiteX33" fmla="*/ 629240 w 1102668"/>
              <a:gd name="connsiteY33" fmla="*/ 720789 h 1545746"/>
              <a:gd name="connsiteX34" fmla="*/ 208590 w 1102668"/>
              <a:gd name="connsiteY34" fmla="*/ 1469069 h 1545746"/>
              <a:gd name="connsiteX35" fmla="*/ 876785 w 1102668"/>
              <a:gd name="connsiteY35" fmla="*/ 858585 h 1545746"/>
              <a:gd name="connsiteX36" fmla="*/ 756466 w 1102668"/>
              <a:gd name="connsiteY36" fmla="*/ 697354 h 1545746"/>
              <a:gd name="connsiteX37" fmla="*/ 87611 w 1102668"/>
              <a:gd name="connsiteY37" fmla="*/ 1332764 h 1545746"/>
              <a:gd name="connsiteX38" fmla="*/ 208590 w 1102668"/>
              <a:gd name="connsiteY38" fmla="*/ 1469069 h 1545746"/>
              <a:gd name="connsiteX39" fmla="*/ 909456 w 1102668"/>
              <a:gd name="connsiteY39" fmla="*/ 766180 h 1545746"/>
              <a:gd name="connsiteX40" fmla="*/ 970492 w 1102668"/>
              <a:gd name="connsiteY40" fmla="*/ 719494 h 1545746"/>
              <a:gd name="connsiteX41" fmla="*/ 1021670 w 1102668"/>
              <a:gd name="connsiteY41" fmla="*/ 665526 h 1545746"/>
              <a:gd name="connsiteX42" fmla="*/ 1023909 w 1102668"/>
              <a:gd name="connsiteY42" fmla="*/ 607101 h 1545746"/>
              <a:gd name="connsiteX43" fmla="*/ 972359 w 1102668"/>
              <a:gd name="connsiteY43" fmla="*/ 587559 h 1545746"/>
              <a:gd name="connsiteX44" fmla="*/ 954167 w 1102668"/>
              <a:gd name="connsiteY44" fmla="*/ 591440 h 1545746"/>
              <a:gd name="connsiteX45" fmla="*/ 827408 w 1102668"/>
              <a:gd name="connsiteY45" fmla="*/ 672668 h 1545746"/>
              <a:gd name="connsiteX46" fmla="*/ 909456 w 1102668"/>
              <a:gd name="connsiteY46" fmla="*/ 766180 h 1545746"/>
              <a:gd name="connsiteX0" fmla="*/ 629240 w 1102668"/>
              <a:gd name="connsiteY0" fmla="*/ 720900 h 1545857"/>
              <a:gd name="connsiteX1" fmla="*/ 677748 w 1102668"/>
              <a:gd name="connsiteY1" fmla="*/ 662785 h 1545857"/>
              <a:gd name="connsiteX2" fmla="*/ 670424 w 1102668"/>
              <a:gd name="connsiteY2" fmla="*/ 596159 h 1545857"/>
              <a:gd name="connsiteX3" fmla="*/ 626279 w 1102668"/>
              <a:gd name="connsiteY3" fmla="*/ 524161 h 1545857"/>
              <a:gd name="connsiteX4" fmla="*/ 510813 w 1102668"/>
              <a:gd name="connsiteY4" fmla="*/ 638262 h 1545857"/>
              <a:gd name="connsiteX5" fmla="*/ 509756 w 1102668"/>
              <a:gd name="connsiteY5" fmla="*/ 835440 h 1545857"/>
              <a:gd name="connsiteX6" fmla="*/ 453797 w 1102668"/>
              <a:gd name="connsiteY6" fmla="*/ 885516 h 1545857"/>
              <a:gd name="connsiteX7" fmla="*/ 463578 w 1102668"/>
              <a:gd name="connsiteY7" fmla="*/ 603960 h 1545857"/>
              <a:gd name="connsiteX8" fmla="*/ 576138 w 1102668"/>
              <a:gd name="connsiteY8" fmla="*/ 421965 h 1545857"/>
              <a:gd name="connsiteX9" fmla="*/ 505104 w 1102668"/>
              <a:gd name="connsiteY9" fmla="*/ 113159 h 1545857"/>
              <a:gd name="connsiteX10" fmla="*/ 637541 w 1102668"/>
              <a:gd name="connsiteY10" fmla="*/ 4482 h 1545857"/>
              <a:gd name="connsiteX11" fmla="*/ 656106 w 1102668"/>
              <a:gd name="connsiteY11" fmla="*/ 78758 h 1545857"/>
              <a:gd name="connsiteX12" fmla="*/ 615001 w 1102668"/>
              <a:gd name="connsiteY12" fmla="*/ 253247 h 1545857"/>
              <a:gd name="connsiteX13" fmla="*/ 730240 w 1102668"/>
              <a:gd name="connsiteY13" fmla="*/ 572587 h 1545857"/>
              <a:gd name="connsiteX14" fmla="*/ 792570 w 1102668"/>
              <a:gd name="connsiteY14" fmla="*/ 588456 h 1545857"/>
              <a:gd name="connsiteX15" fmla="*/ 747083 w 1102668"/>
              <a:gd name="connsiteY15" fmla="*/ 320748 h 1545857"/>
              <a:gd name="connsiteX16" fmla="*/ 655388 w 1102668"/>
              <a:gd name="connsiteY16" fmla="*/ 80448 h 1545857"/>
              <a:gd name="connsiteX17" fmla="*/ 653416 w 1102668"/>
              <a:gd name="connsiteY17" fmla="*/ 423 h 1545857"/>
              <a:gd name="connsiteX18" fmla="*/ 786627 w 1102668"/>
              <a:gd name="connsiteY18" fmla="*/ 98066 h 1545857"/>
              <a:gd name="connsiteX19" fmla="*/ 880481 w 1102668"/>
              <a:gd name="connsiteY19" fmla="*/ 550448 h 1545857"/>
              <a:gd name="connsiteX20" fmla="*/ 959320 w 1102668"/>
              <a:gd name="connsiteY20" fmla="*/ 523978 h 1545857"/>
              <a:gd name="connsiteX21" fmla="*/ 1026709 w 1102668"/>
              <a:gd name="connsiteY21" fmla="*/ 527916 h 1545857"/>
              <a:gd name="connsiteX22" fmla="*/ 1079696 w 1102668"/>
              <a:gd name="connsiteY22" fmla="*/ 569759 h 1545857"/>
              <a:gd name="connsiteX23" fmla="*/ 1080535 w 1102668"/>
              <a:gd name="connsiteY23" fmla="*/ 707179 h 1545857"/>
              <a:gd name="connsiteX24" fmla="*/ 970311 w 1102668"/>
              <a:gd name="connsiteY24" fmla="*/ 824035 h 1545857"/>
              <a:gd name="connsiteX25" fmla="*/ 940289 w 1102668"/>
              <a:gd name="connsiteY25" fmla="*/ 905937 h 1545857"/>
              <a:gd name="connsiteX26" fmla="*/ 652719 w 1102668"/>
              <a:gd name="connsiteY26" fmla="*/ 1178833 h 1545857"/>
              <a:gd name="connsiteX27" fmla="*/ 411910 w 1102668"/>
              <a:gd name="connsiteY27" fmla="*/ 1392673 h 1545857"/>
              <a:gd name="connsiteX28" fmla="*/ 293908 w 1102668"/>
              <a:gd name="connsiteY28" fmla="*/ 1489972 h 1545857"/>
              <a:gd name="connsiteX29" fmla="*/ 178542 w 1102668"/>
              <a:gd name="connsiteY29" fmla="*/ 1537469 h 1545857"/>
              <a:gd name="connsiteX30" fmla="*/ 0 w 1102668"/>
              <a:gd name="connsiteY30" fmla="*/ 1318022 h 1545857"/>
              <a:gd name="connsiteX31" fmla="*/ 165889 w 1102668"/>
              <a:gd name="connsiteY31" fmla="*/ 1162214 h 1545857"/>
              <a:gd name="connsiteX32" fmla="*/ 220264 w 1102668"/>
              <a:gd name="connsiteY32" fmla="*/ 1110920 h 1545857"/>
              <a:gd name="connsiteX33" fmla="*/ 629240 w 1102668"/>
              <a:gd name="connsiteY33" fmla="*/ 720900 h 1545857"/>
              <a:gd name="connsiteX34" fmla="*/ 208590 w 1102668"/>
              <a:gd name="connsiteY34" fmla="*/ 1469180 h 1545857"/>
              <a:gd name="connsiteX35" fmla="*/ 876785 w 1102668"/>
              <a:gd name="connsiteY35" fmla="*/ 858696 h 1545857"/>
              <a:gd name="connsiteX36" fmla="*/ 756466 w 1102668"/>
              <a:gd name="connsiteY36" fmla="*/ 697465 h 1545857"/>
              <a:gd name="connsiteX37" fmla="*/ 87611 w 1102668"/>
              <a:gd name="connsiteY37" fmla="*/ 1332875 h 1545857"/>
              <a:gd name="connsiteX38" fmla="*/ 208590 w 1102668"/>
              <a:gd name="connsiteY38" fmla="*/ 1469180 h 1545857"/>
              <a:gd name="connsiteX39" fmla="*/ 909456 w 1102668"/>
              <a:gd name="connsiteY39" fmla="*/ 766291 h 1545857"/>
              <a:gd name="connsiteX40" fmla="*/ 970492 w 1102668"/>
              <a:gd name="connsiteY40" fmla="*/ 719605 h 1545857"/>
              <a:gd name="connsiteX41" fmla="*/ 1021670 w 1102668"/>
              <a:gd name="connsiteY41" fmla="*/ 665637 h 1545857"/>
              <a:gd name="connsiteX42" fmla="*/ 1023909 w 1102668"/>
              <a:gd name="connsiteY42" fmla="*/ 607212 h 1545857"/>
              <a:gd name="connsiteX43" fmla="*/ 972359 w 1102668"/>
              <a:gd name="connsiteY43" fmla="*/ 587670 h 1545857"/>
              <a:gd name="connsiteX44" fmla="*/ 954167 w 1102668"/>
              <a:gd name="connsiteY44" fmla="*/ 591551 h 1545857"/>
              <a:gd name="connsiteX45" fmla="*/ 827408 w 1102668"/>
              <a:gd name="connsiteY45" fmla="*/ 672779 h 1545857"/>
              <a:gd name="connsiteX46" fmla="*/ 909456 w 1102668"/>
              <a:gd name="connsiteY46" fmla="*/ 766291 h 1545857"/>
              <a:gd name="connsiteX0" fmla="*/ 629240 w 1102668"/>
              <a:gd name="connsiteY0" fmla="*/ 720900 h 1545857"/>
              <a:gd name="connsiteX1" fmla="*/ 677748 w 1102668"/>
              <a:gd name="connsiteY1" fmla="*/ 662785 h 1545857"/>
              <a:gd name="connsiteX2" fmla="*/ 670424 w 1102668"/>
              <a:gd name="connsiteY2" fmla="*/ 596159 h 1545857"/>
              <a:gd name="connsiteX3" fmla="*/ 626279 w 1102668"/>
              <a:gd name="connsiteY3" fmla="*/ 524161 h 1545857"/>
              <a:gd name="connsiteX4" fmla="*/ 510813 w 1102668"/>
              <a:gd name="connsiteY4" fmla="*/ 638262 h 1545857"/>
              <a:gd name="connsiteX5" fmla="*/ 509756 w 1102668"/>
              <a:gd name="connsiteY5" fmla="*/ 835440 h 1545857"/>
              <a:gd name="connsiteX6" fmla="*/ 453797 w 1102668"/>
              <a:gd name="connsiteY6" fmla="*/ 885516 h 1545857"/>
              <a:gd name="connsiteX7" fmla="*/ 463578 w 1102668"/>
              <a:gd name="connsiteY7" fmla="*/ 603960 h 1545857"/>
              <a:gd name="connsiteX8" fmla="*/ 576138 w 1102668"/>
              <a:gd name="connsiteY8" fmla="*/ 421965 h 1545857"/>
              <a:gd name="connsiteX9" fmla="*/ 505104 w 1102668"/>
              <a:gd name="connsiteY9" fmla="*/ 113159 h 1545857"/>
              <a:gd name="connsiteX10" fmla="*/ 637541 w 1102668"/>
              <a:gd name="connsiteY10" fmla="*/ 4482 h 1545857"/>
              <a:gd name="connsiteX11" fmla="*/ 656106 w 1102668"/>
              <a:gd name="connsiteY11" fmla="*/ 78758 h 1545857"/>
              <a:gd name="connsiteX12" fmla="*/ 615001 w 1102668"/>
              <a:gd name="connsiteY12" fmla="*/ 253247 h 1545857"/>
              <a:gd name="connsiteX13" fmla="*/ 730240 w 1102668"/>
              <a:gd name="connsiteY13" fmla="*/ 572587 h 1545857"/>
              <a:gd name="connsiteX14" fmla="*/ 792570 w 1102668"/>
              <a:gd name="connsiteY14" fmla="*/ 588456 h 1545857"/>
              <a:gd name="connsiteX15" fmla="*/ 747083 w 1102668"/>
              <a:gd name="connsiteY15" fmla="*/ 320748 h 1545857"/>
              <a:gd name="connsiteX16" fmla="*/ 655388 w 1102668"/>
              <a:gd name="connsiteY16" fmla="*/ 80448 h 1545857"/>
              <a:gd name="connsiteX17" fmla="*/ 653416 w 1102668"/>
              <a:gd name="connsiteY17" fmla="*/ 423 h 1545857"/>
              <a:gd name="connsiteX18" fmla="*/ 786627 w 1102668"/>
              <a:gd name="connsiteY18" fmla="*/ 98066 h 1545857"/>
              <a:gd name="connsiteX19" fmla="*/ 880481 w 1102668"/>
              <a:gd name="connsiteY19" fmla="*/ 550448 h 1545857"/>
              <a:gd name="connsiteX20" fmla="*/ 959320 w 1102668"/>
              <a:gd name="connsiteY20" fmla="*/ 523978 h 1545857"/>
              <a:gd name="connsiteX21" fmla="*/ 1026709 w 1102668"/>
              <a:gd name="connsiteY21" fmla="*/ 527916 h 1545857"/>
              <a:gd name="connsiteX22" fmla="*/ 1079696 w 1102668"/>
              <a:gd name="connsiteY22" fmla="*/ 569759 h 1545857"/>
              <a:gd name="connsiteX23" fmla="*/ 1080535 w 1102668"/>
              <a:gd name="connsiteY23" fmla="*/ 707179 h 1545857"/>
              <a:gd name="connsiteX24" fmla="*/ 970311 w 1102668"/>
              <a:gd name="connsiteY24" fmla="*/ 824035 h 1545857"/>
              <a:gd name="connsiteX25" fmla="*/ 940289 w 1102668"/>
              <a:gd name="connsiteY25" fmla="*/ 905937 h 1545857"/>
              <a:gd name="connsiteX26" fmla="*/ 652719 w 1102668"/>
              <a:gd name="connsiteY26" fmla="*/ 1178833 h 1545857"/>
              <a:gd name="connsiteX27" fmla="*/ 411910 w 1102668"/>
              <a:gd name="connsiteY27" fmla="*/ 1392673 h 1545857"/>
              <a:gd name="connsiteX28" fmla="*/ 293908 w 1102668"/>
              <a:gd name="connsiteY28" fmla="*/ 1489972 h 1545857"/>
              <a:gd name="connsiteX29" fmla="*/ 178542 w 1102668"/>
              <a:gd name="connsiteY29" fmla="*/ 1537469 h 1545857"/>
              <a:gd name="connsiteX30" fmla="*/ 0 w 1102668"/>
              <a:gd name="connsiteY30" fmla="*/ 1318022 h 1545857"/>
              <a:gd name="connsiteX31" fmla="*/ 165889 w 1102668"/>
              <a:gd name="connsiteY31" fmla="*/ 1162214 h 1545857"/>
              <a:gd name="connsiteX32" fmla="*/ 220264 w 1102668"/>
              <a:gd name="connsiteY32" fmla="*/ 1110920 h 1545857"/>
              <a:gd name="connsiteX33" fmla="*/ 629240 w 1102668"/>
              <a:gd name="connsiteY33" fmla="*/ 720900 h 1545857"/>
              <a:gd name="connsiteX34" fmla="*/ 208590 w 1102668"/>
              <a:gd name="connsiteY34" fmla="*/ 1469180 h 1545857"/>
              <a:gd name="connsiteX35" fmla="*/ 876785 w 1102668"/>
              <a:gd name="connsiteY35" fmla="*/ 858696 h 1545857"/>
              <a:gd name="connsiteX36" fmla="*/ 756466 w 1102668"/>
              <a:gd name="connsiteY36" fmla="*/ 697465 h 1545857"/>
              <a:gd name="connsiteX37" fmla="*/ 87611 w 1102668"/>
              <a:gd name="connsiteY37" fmla="*/ 1332875 h 1545857"/>
              <a:gd name="connsiteX38" fmla="*/ 208590 w 1102668"/>
              <a:gd name="connsiteY38" fmla="*/ 1469180 h 1545857"/>
              <a:gd name="connsiteX39" fmla="*/ 909456 w 1102668"/>
              <a:gd name="connsiteY39" fmla="*/ 766291 h 1545857"/>
              <a:gd name="connsiteX40" fmla="*/ 970492 w 1102668"/>
              <a:gd name="connsiteY40" fmla="*/ 719605 h 1545857"/>
              <a:gd name="connsiteX41" fmla="*/ 1021670 w 1102668"/>
              <a:gd name="connsiteY41" fmla="*/ 665637 h 1545857"/>
              <a:gd name="connsiteX42" fmla="*/ 1023909 w 1102668"/>
              <a:gd name="connsiteY42" fmla="*/ 607212 h 1545857"/>
              <a:gd name="connsiteX43" fmla="*/ 972359 w 1102668"/>
              <a:gd name="connsiteY43" fmla="*/ 587670 h 1545857"/>
              <a:gd name="connsiteX44" fmla="*/ 954167 w 1102668"/>
              <a:gd name="connsiteY44" fmla="*/ 591551 h 1545857"/>
              <a:gd name="connsiteX45" fmla="*/ 827408 w 1102668"/>
              <a:gd name="connsiteY45" fmla="*/ 672779 h 1545857"/>
              <a:gd name="connsiteX46" fmla="*/ 909456 w 1102668"/>
              <a:gd name="connsiteY46" fmla="*/ 766291 h 1545857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37541 w 1102668"/>
              <a:gd name="connsiteY10" fmla="*/ 4059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4501 w 1102668"/>
              <a:gd name="connsiteY16" fmla="*/ 77277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70953 w 1102668"/>
              <a:gd name="connsiteY16" fmla="*/ 75609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49255 w 1102668"/>
              <a:gd name="connsiteY11" fmla="*/ 78726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70953 w 1102668"/>
              <a:gd name="connsiteY16" fmla="*/ 75609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49255 w 1102668"/>
              <a:gd name="connsiteY11" fmla="*/ 78726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9510 w 1102668"/>
              <a:gd name="connsiteY16" fmla="*/ 7869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4281 w 1102668"/>
              <a:gd name="connsiteY11" fmla="*/ 78318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9510 w 1102668"/>
              <a:gd name="connsiteY16" fmla="*/ 7869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19904 h 1544861"/>
              <a:gd name="connsiteX1" fmla="*/ 677748 w 1102668"/>
              <a:gd name="connsiteY1" fmla="*/ 661789 h 1544861"/>
              <a:gd name="connsiteX2" fmla="*/ 670424 w 1102668"/>
              <a:gd name="connsiteY2" fmla="*/ 595163 h 1544861"/>
              <a:gd name="connsiteX3" fmla="*/ 626279 w 1102668"/>
              <a:gd name="connsiteY3" fmla="*/ 523165 h 1544861"/>
              <a:gd name="connsiteX4" fmla="*/ 510813 w 1102668"/>
              <a:gd name="connsiteY4" fmla="*/ 637266 h 1544861"/>
              <a:gd name="connsiteX5" fmla="*/ 509756 w 1102668"/>
              <a:gd name="connsiteY5" fmla="*/ 834444 h 1544861"/>
              <a:gd name="connsiteX6" fmla="*/ 453797 w 1102668"/>
              <a:gd name="connsiteY6" fmla="*/ 884520 h 1544861"/>
              <a:gd name="connsiteX7" fmla="*/ 463578 w 1102668"/>
              <a:gd name="connsiteY7" fmla="*/ 602964 h 1544861"/>
              <a:gd name="connsiteX8" fmla="*/ 576138 w 1102668"/>
              <a:gd name="connsiteY8" fmla="*/ 420969 h 1544861"/>
              <a:gd name="connsiteX9" fmla="*/ 505104 w 1102668"/>
              <a:gd name="connsiteY9" fmla="*/ 112163 h 1544861"/>
              <a:gd name="connsiteX10" fmla="*/ 654923 w 1102668"/>
              <a:gd name="connsiteY10" fmla="*/ 0 h 1544861"/>
              <a:gd name="connsiteX11" fmla="*/ 654281 w 1102668"/>
              <a:gd name="connsiteY11" fmla="*/ 77745 h 1544861"/>
              <a:gd name="connsiteX12" fmla="*/ 615001 w 1102668"/>
              <a:gd name="connsiteY12" fmla="*/ 252251 h 1544861"/>
              <a:gd name="connsiteX13" fmla="*/ 730240 w 1102668"/>
              <a:gd name="connsiteY13" fmla="*/ 571591 h 1544861"/>
              <a:gd name="connsiteX14" fmla="*/ 792570 w 1102668"/>
              <a:gd name="connsiteY14" fmla="*/ 587460 h 1544861"/>
              <a:gd name="connsiteX15" fmla="*/ 747083 w 1102668"/>
              <a:gd name="connsiteY15" fmla="*/ 319752 h 1544861"/>
              <a:gd name="connsiteX16" fmla="*/ 659510 w 1102668"/>
              <a:gd name="connsiteY16" fmla="*/ 78122 h 1544861"/>
              <a:gd name="connsiteX17" fmla="*/ 662989 w 1102668"/>
              <a:gd name="connsiteY17" fmla="*/ 888 h 1544861"/>
              <a:gd name="connsiteX18" fmla="*/ 786627 w 1102668"/>
              <a:gd name="connsiteY18" fmla="*/ 97070 h 1544861"/>
              <a:gd name="connsiteX19" fmla="*/ 880481 w 1102668"/>
              <a:gd name="connsiteY19" fmla="*/ 549452 h 1544861"/>
              <a:gd name="connsiteX20" fmla="*/ 959320 w 1102668"/>
              <a:gd name="connsiteY20" fmla="*/ 522982 h 1544861"/>
              <a:gd name="connsiteX21" fmla="*/ 1026709 w 1102668"/>
              <a:gd name="connsiteY21" fmla="*/ 526920 h 1544861"/>
              <a:gd name="connsiteX22" fmla="*/ 1079696 w 1102668"/>
              <a:gd name="connsiteY22" fmla="*/ 568763 h 1544861"/>
              <a:gd name="connsiteX23" fmla="*/ 1080535 w 1102668"/>
              <a:gd name="connsiteY23" fmla="*/ 706183 h 1544861"/>
              <a:gd name="connsiteX24" fmla="*/ 970311 w 1102668"/>
              <a:gd name="connsiteY24" fmla="*/ 823039 h 1544861"/>
              <a:gd name="connsiteX25" fmla="*/ 940289 w 1102668"/>
              <a:gd name="connsiteY25" fmla="*/ 904941 h 1544861"/>
              <a:gd name="connsiteX26" fmla="*/ 652719 w 1102668"/>
              <a:gd name="connsiteY26" fmla="*/ 1177837 h 1544861"/>
              <a:gd name="connsiteX27" fmla="*/ 411910 w 1102668"/>
              <a:gd name="connsiteY27" fmla="*/ 1391677 h 1544861"/>
              <a:gd name="connsiteX28" fmla="*/ 293908 w 1102668"/>
              <a:gd name="connsiteY28" fmla="*/ 1488976 h 1544861"/>
              <a:gd name="connsiteX29" fmla="*/ 178542 w 1102668"/>
              <a:gd name="connsiteY29" fmla="*/ 1536473 h 1544861"/>
              <a:gd name="connsiteX30" fmla="*/ 0 w 1102668"/>
              <a:gd name="connsiteY30" fmla="*/ 1317026 h 1544861"/>
              <a:gd name="connsiteX31" fmla="*/ 165889 w 1102668"/>
              <a:gd name="connsiteY31" fmla="*/ 1161218 h 1544861"/>
              <a:gd name="connsiteX32" fmla="*/ 220264 w 1102668"/>
              <a:gd name="connsiteY32" fmla="*/ 1109924 h 1544861"/>
              <a:gd name="connsiteX33" fmla="*/ 629240 w 1102668"/>
              <a:gd name="connsiteY33" fmla="*/ 719904 h 1544861"/>
              <a:gd name="connsiteX34" fmla="*/ 208590 w 1102668"/>
              <a:gd name="connsiteY34" fmla="*/ 1468184 h 1544861"/>
              <a:gd name="connsiteX35" fmla="*/ 876785 w 1102668"/>
              <a:gd name="connsiteY35" fmla="*/ 857700 h 1544861"/>
              <a:gd name="connsiteX36" fmla="*/ 756466 w 1102668"/>
              <a:gd name="connsiteY36" fmla="*/ 696469 h 1544861"/>
              <a:gd name="connsiteX37" fmla="*/ 87611 w 1102668"/>
              <a:gd name="connsiteY37" fmla="*/ 1331879 h 1544861"/>
              <a:gd name="connsiteX38" fmla="*/ 208590 w 1102668"/>
              <a:gd name="connsiteY38" fmla="*/ 1468184 h 1544861"/>
              <a:gd name="connsiteX39" fmla="*/ 909456 w 1102668"/>
              <a:gd name="connsiteY39" fmla="*/ 765295 h 1544861"/>
              <a:gd name="connsiteX40" fmla="*/ 970492 w 1102668"/>
              <a:gd name="connsiteY40" fmla="*/ 718609 h 1544861"/>
              <a:gd name="connsiteX41" fmla="*/ 1021670 w 1102668"/>
              <a:gd name="connsiteY41" fmla="*/ 664641 h 1544861"/>
              <a:gd name="connsiteX42" fmla="*/ 1023909 w 1102668"/>
              <a:gd name="connsiteY42" fmla="*/ 606216 h 1544861"/>
              <a:gd name="connsiteX43" fmla="*/ 972359 w 1102668"/>
              <a:gd name="connsiteY43" fmla="*/ 586674 h 1544861"/>
              <a:gd name="connsiteX44" fmla="*/ 954167 w 1102668"/>
              <a:gd name="connsiteY44" fmla="*/ 590555 h 1544861"/>
              <a:gd name="connsiteX45" fmla="*/ 827408 w 1102668"/>
              <a:gd name="connsiteY45" fmla="*/ 671783 h 1544861"/>
              <a:gd name="connsiteX46" fmla="*/ 909456 w 1102668"/>
              <a:gd name="connsiteY46" fmla="*/ 765295 h 1544861"/>
              <a:gd name="connsiteX0" fmla="*/ 629240 w 1102668"/>
              <a:gd name="connsiteY0" fmla="*/ 719016 h 1543973"/>
              <a:gd name="connsiteX1" fmla="*/ 677748 w 1102668"/>
              <a:gd name="connsiteY1" fmla="*/ 660901 h 1543973"/>
              <a:gd name="connsiteX2" fmla="*/ 670424 w 1102668"/>
              <a:gd name="connsiteY2" fmla="*/ 594275 h 1543973"/>
              <a:gd name="connsiteX3" fmla="*/ 626279 w 1102668"/>
              <a:gd name="connsiteY3" fmla="*/ 522277 h 1543973"/>
              <a:gd name="connsiteX4" fmla="*/ 510813 w 1102668"/>
              <a:gd name="connsiteY4" fmla="*/ 636378 h 1543973"/>
              <a:gd name="connsiteX5" fmla="*/ 509756 w 1102668"/>
              <a:gd name="connsiteY5" fmla="*/ 833556 h 1543973"/>
              <a:gd name="connsiteX6" fmla="*/ 453797 w 1102668"/>
              <a:gd name="connsiteY6" fmla="*/ 883632 h 1543973"/>
              <a:gd name="connsiteX7" fmla="*/ 463578 w 1102668"/>
              <a:gd name="connsiteY7" fmla="*/ 602076 h 1543973"/>
              <a:gd name="connsiteX8" fmla="*/ 576138 w 1102668"/>
              <a:gd name="connsiteY8" fmla="*/ 420081 h 1543973"/>
              <a:gd name="connsiteX9" fmla="*/ 505104 w 1102668"/>
              <a:gd name="connsiteY9" fmla="*/ 111275 h 1543973"/>
              <a:gd name="connsiteX10" fmla="*/ 653992 w 1102668"/>
              <a:gd name="connsiteY10" fmla="*/ 929 h 1543973"/>
              <a:gd name="connsiteX11" fmla="*/ 654281 w 1102668"/>
              <a:gd name="connsiteY11" fmla="*/ 76857 h 1543973"/>
              <a:gd name="connsiteX12" fmla="*/ 615001 w 1102668"/>
              <a:gd name="connsiteY12" fmla="*/ 251363 h 1543973"/>
              <a:gd name="connsiteX13" fmla="*/ 730240 w 1102668"/>
              <a:gd name="connsiteY13" fmla="*/ 570703 h 1543973"/>
              <a:gd name="connsiteX14" fmla="*/ 792570 w 1102668"/>
              <a:gd name="connsiteY14" fmla="*/ 586572 h 1543973"/>
              <a:gd name="connsiteX15" fmla="*/ 747083 w 1102668"/>
              <a:gd name="connsiteY15" fmla="*/ 318864 h 1543973"/>
              <a:gd name="connsiteX16" fmla="*/ 659510 w 1102668"/>
              <a:gd name="connsiteY16" fmla="*/ 77234 h 1543973"/>
              <a:gd name="connsiteX17" fmla="*/ 662989 w 1102668"/>
              <a:gd name="connsiteY17" fmla="*/ 0 h 1543973"/>
              <a:gd name="connsiteX18" fmla="*/ 786627 w 1102668"/>
              <a:gd name="connsiteY18" fmla="*/ 96182 h 1543973"/>
              <a:gd name="connsiteX19" fmla="*/ 880481 w 1102668"/>
              <a:gd name="connsiteY19" fmla="*/ 548564 h 1543973"/>
              <a:gd name="connsiteX20" fmla="*/ 959320 w 1102668"/>
              <a:gd name="connsiteY20" fmla="*/ 522094 h 1543973"/>
              <a:gd name="connsiteX21" fmla="*/ 1026709 w 1102668"/>
              <a:gd name="connsiteY21" fmla="*/ 526032 h 1543973"/>
              <a:gd name="connsiteX22" fmla="*/ 1079696 w 1102668"/>
              <a:gd name="connsiteY22" fmla="*/ 567875 h 1543973"/>
              <a:gd name="connsiteX23" fmla="*/ 1080535 w 1102668"/>
              <a:gd name="connsiteY23" fmla="*/ 705295 h 1543973"/>
              <a:gd name="connsiteX24" fmla="*/ 970311 w 1102668"/>
              <a:gd name="connsiteY24" fmla="*/ 822151 h 1543973"/>
              <a:gd name="connsiteX25" fmla="*/ 940289 w 1102668"/>
              <a:gd name="connsiteY25" fmla="*/ 904053 h 1543973"/>
              <a:gd name="connsiteX26" fmla="*/ 652719 w 1102668"/>
              <a:gd name="connsiteY26" fmla="*/ 1176949 h 1543973"/>
              <a:gd name="connsiteX27" fmla="*/ 411910 w 1102668"/>
              <a:gd name="connsiteY27" fmla="*/ 1390789 h 1543973"/>
              <a:gd name="connsiteX28" fmla="*/ 293908 w 1102668"/>
              <a:gd name="connsiteY28" fmla="*/ 1488088 h 1543973"/>
              <a:gd name="connsiteX29" fmla="*/ 178542 w 1102668"/>
              <a:gd name="connsiteY29" fmla="*/ 1535585 h 1543973"/>
              <a:gd name="connsiteX30" fmla="*/ 0 w 1102668"/>
              <a:gd name="connsiteY30" fmla="*/ 1316138 h 1543973"/>
              <a:gd name="connsiteX31" fmla="*/ 165889 w 1102668"/>
              <a:gd name="connsiteY31" fmla="*/ 1160330 h 1543973"/>
              <a:gd name="connsiteX32" fmla="*/ 220264 w 1102668"/>
              <a:gd name="connsiteY32" fmla="*/ 1109036 h 1543973"/>
              <a:gd name="connsiteX33" fmla="*/ 629240 w 1102668"/>
              <a:gd name="connsiteY33" fmla="*/ 719016 h 1543973"/>
              <a:gd name="connsiteX34" fmla="*/ 208590 w 1102668"/>
              <a:gd name="connsiteY34" fmla="*/ 1467296 h 1543973"/>
              <a:gd name="connsiteX35" fmla="*/ 876785 w 1102668"/>
              <a:gd name="connsiteY35" fmla="*/ 856812 h 1543973"/>
              <a:gd name="connsiteX36" fmla="*/ 756466 w 1102668"/>
              <a:gd name="connsiteY36" fmla="*/ 695581 h 1543973"/>
              <a:gd name="connsiteX37" fmla="*/ 87611 w 1102668"/>
              <a:gd name="connsiteY37" fmla="*/ 1330991 h 1543973"/>
              <a:gd name="connsiteX38" fmla="*/ 208590 w 1102668"/>
              <a:gd name="connsiteY38" fmla="*/ 1467296 h 1543973"/>
              <a:gd name="connsiteX39" fmla="*/ 909456 w 1102668"/>
              <a:gd name="connsiteY39" fmla="*/ 764407 h 1543973"/>
              <a:gd name="connsiteX40" fmla="*/ 970492 w 1102668"/>
              <a:gd name="connsiteY40" fmla="*/ 717721 h 1543973"/>
              <a:gd name="connsiteX41" fmla="*/ 1021670 w 1102668"/>
              <a:gd name="connsiteY41" fmla="*/ 663753 h 1543973"/>
              <a:gd name="connsiteX42" fmla="*/ 1023909 w 1102668"/>
              <a:gd name="connsiteY42" fmla="*/ 605328 h 1543973"/>
              <a:gd name="connsiteX43" fmla="*/ 972359 w 1102668"/>
              <a:gd name="connsiteY43" fmla="*/ 585786 h 1543973"/>
              <a:gd name="connsiteX44" fmla="*/ 954167 w 1102668"/>
              <a:gd name="connsiteY44" fmla="*/ 589667 h 1543973"/>
              <a:gd name="connsiteX45" fmla="*/ 827408 w 1102668"/>
              <a:gd name="connsiteY45" fmla="*/ 670895 h 1543973"/>
              <a:gd name="connsiteX46" fmla="*/ 909456 w 1102668"/>
              <a:gd name="connsiteY46" fmla="*/ 764407 h 1543973"/>
              <a:gd name="connsiteX0" fmla="*/ 629240 w 1102668"/>
              <a:gd name="connsiteY0" fmla="*/ 719016 h 1543973"/>
              <a:gd name="connsiteX1" fmla="*/ 677748 w 1102668"/>
              <a:gd name="connsiteY1" fmla="*/ 660901 h 1543973"/>
              <a:gd name="connsiteX2" fmla="*/ 670424 w 1102668"/>
              <a:gd name="connsiteY2" fmla="*/ 594275 h 1543973"/>
              <a:gd name="connsiteX3" fmla="*/ 626279 w 1102668"/>
              <a:gd name="connsiteY3" fmla="*/ 522277 h 1543973"/>
              <a:gd name="connsiteX4" fmla="*/ 510813 w 1102668"/>
              <a:gd name="connsiteY4" fmla="*/ 636378 h 1543973"/>
              <a:gd name="connsiteX5" fmla="*/ 509756 w 1102668"/>
              <a:gd name="connsiteY5" fmla="*/ 833556 h 1543973"/>
              <a:gd name="connsiteX6" fmla="*/ 453797 w 1102668"/>
              <a:gd name="connsiteY6" fmla="*/ 883632 h 1543973"/>
              <a:gd name="connsiteX7" fmla="*/ 463578 w 1102668"/>
              <a:gd name="connsiteY7" fmla="*/ 602076 h 1543973"/>
              <a:gd name="connsiteX8" fmla="*/ 576138 w 1102668"/>
              <a:gd name="connsiteY8" fmla="*/ 420081 h 1543973"/>
              <a:gd name="connsiteX9" fmla="*/ 505104 w 1102668"/>
              <a:gd name="connsiteY9" fmla="*/ 111275 h 1543973"/>
              <a:gd name="connsiteX10" fmla="*/ 653992 w 1102668"/>
              <a:gd name="connsiteY10" fmla="*/ 929 h 1543973"/>
              <a:gd name="connsiteX11" fmla="*/ 654281 w 1102668"/>
              <a:gd name="connsiteY11" fmla="*/ 76857 h 1543973"/>
              <a:gd name="connsiteX12" fmla="*/ 615001 w 1102668"/>
              <a:gd name="connsiteY12" fmla="*/ 251363 h 1543973"/>
              <a:gd name="connsiteX13" fmla="*/ 730240 w 1102668"/>
              <a:gd name="connsiteY13" fmla="*/ 570703 h 1543973"/>
              <a:gd name="connsiteX14" fmla="*/ 792570 w 1102668"/>
              <a:gd name="connsiteY14" fmla="*/ 586572 h 1543973"/>
              <a:gd name="connsiteX15" fmla="*/ 747083 w 1102668"/>
              <a:gd name="connsiteY15" fmla="*/ 318864 h 1543973"/>
              <a:gd name="connsiteX16" fmla="*/ 659510 w 1102668"/>
              <a:gd name="connsiteY16" fmla="*/ 77234 h 1543973"/>
              <a:gd name="connsiteX17" fmla="*/ 662989 w 1102668"/>
              <a:gd name="connsiteY17" fmla="*/ 0 h 1543973"/>
              <a:gd name="connsiteX18" fmla="*/ 786627 w 1102668"/>
              <a:gd name="connsiteY18" fmla="*/ 96182 h 1543973"/>
              <a:gd name="connsiteX19" fmla="*/ 880481 w 1102668"/>
              <a:gd name="connsiteY19" fmla="*/ 548564 h 1543973"/>
              <a:gd name="connsiteX20" fmla="*/ 959320 w 1102668"/>
              <a:gd name="connsiteY20" fmla="*/ 522094 h 1543973"/>
              <a:gd name="connsiteX21" fmla="*/ 1026709 w 1102668"/>
              <a:gd name="connsiteY21" fmla="*/ 526032 h 1543973"/>
              <a:gd name="connsiteX22" fmla="*/ 1079696 w 1102668"/>
              <a:gd name="connsiteY22" fmla="*/ 567875 h 1543973"/>
              <a:gd name="connsiteX23" fmla="*/ 1080535 w 1102668"/>
              <a:gd name="connsiteY23" fmla="*/ 705295 h 1543973"/>
              <a:gd name="connsiteX24" fmla="*/ 970311 w 1102668"/>
              <a:gd name="connsiteY24" fmla="*/ 822151 h 1543973"/>
              <a:gd name="connsiteX25" fmla="*/ 940289 w 1102668"/>
              <a:gd name="connsiteY25" fmla="*/ 904053 h 1543973"/>
              <a:gd name="connsiteX26" fmla="*/ 652719 w 1102668"/>
              <a:gd name="connsiteY26" fmla="*/ 1176949 h 1543973"/>
              <a:gd name="connsiteX27" fmla="*/ 411910 w 1102668"/>
              <a:gd name="connsiteY27" fmla="*/ 1390789 h 1543973"/>
              <a:gd name="connsiteX28" fmla="*/ 293908 w 1102668"/>
              <a:gd name="connsiteY28" fmla="*/ 1488088 h 1543973"/>
              <a:gd name="connsiteX29" fmla="*/ 178542 w 1102668"/>
              <a:gd name="connsiteY29" fmla="*/ 1535585 h 1543973"/>
              <a:gd name="connsiteX30" fmla="*/ 0 w 1102668"/>
              <a:gd name="connsiteY30" fmla="*/ 1316138 h 1543973"/>
              <a:gd name="connsiteX31" fmla="*/ 165889 w 1102668"/>
              <a:gd name="connsiteY31" fmla="*/ 1160330 h 1543973"/>
              <a:gd name="connsiteX32" fmla="*/ 220264 w 1102668"/>
              <a:gd name="connsiteY32" fmla="*/ 1109036 h 1543973"/>
              <a:gd name="connsiteX33" fmla="*/ 629240 w 1102668"/>
              <a:gd name="connsiteY33" fmla="*/ 719016 h 1543973"/>
              <a:gd name="connsiteX34" fmla="*/ 208590 w 1102668"/>
              <a:gd name="connsiteY34" fmla="*/ 1467296 h 1543973"/>
              <a:gd name="connsiteX35" fmla="*/ 876785 w 1102668"/>
              <a:gd name="connsiteY35" fmla="*/ 856812 h 1543973"/>
              <a:gd name="connsiteX36" fmla="*/ 756466 w 1102668"/>
              <a:gd name="connsiteY36" fmla="*/ 695581 h 1543973"/>
              <a:gd name="connsiteX37" fmla="*/ 87611 w 1102668"/>
              <a:gd name="connsiteY37" fmla="*/ 1330991 h 1543973"/>
              <a:gd name="connsiteX38" fmla="*/ 208590 w 1102668"/>
              <a:gd name="connsiteY38" fmla="*/ 1467296 h 1543973"/>
              <a:gd name="connsiteX39" fmla="*/ 909456 w 1102668"/>
              <a:gd name="connsiteY39" fmla="*/ 764407 h 1543973"/>
              <a:gd name="connsiteX40" fmla="*/ 970492 w 1102668"/>
              <a:gd name="connsiteY40" fmla="*/ 717721 h 1543973"/>
              <a:gd name="connsiteX41" fmla="*/ 1021670 w 1102668"/>
              <a:gd name="connsiteY41" fmla="*/ 663753 h 1543973"/>
              <a:gd name="connsiteX42" fmla="*/ 1023909 w 1102668"/>
              <a:gd name="connsiteY42" fmla="*/ 605328 h 1543973"/>
              <a:gd name="connsiteX43" fmla="*/ 972359 w 1102668"/>
              <a:gd name="connsiteY43" fmla="*/ 585786 h 1543973"/>
              <a:gd name="connsiteX44" fmla="*/ 954167 w 1102668"/>
              <a:gd name="connsiteY44" fmla="*/ 589667 h 1543973"/>
              <a:gd name="connsiteX45" fmla="*/ 827408 w 1102668"/>
              <a:gd name="connsiteY45" fmla="*/ 670895 h 1543973"/>
              <a:gd name="connsiteX46" fmla="*/ 909456 w 1102668"/>
              <a:gd name="connsiteY46" fmla="*/ 764407 h 1543973"/>
              <a:gd name="connsiteX0" fmla="*/ 629240 w 1102668"/>
              <a:gd name="connsiteY0" fmla="*/ 719016 h 1543973"/>
              <a:gd name="connsiteX1" fmla="*/ 677748 w 1102668"/>
              <a:gd name="connsiteY1" fmla="*/ 660901 h 1543973"/>
              <a:gd name="connsiteX2" fmla="*/ 670424 w 1102668"/>
              <a:gd name="connsiteY2" fmla="*/ 594275 h 1543973"/>
              <a:gd name="connsiteX3" fmla="*/ 626279 w 1102668"/>
              <a:gd name="connsiteY3" fmla="*/ 522277 h 1543973"/>
              <a:gd name="connsiteX4" fmla="*/ 510813 w 1102668"/>
              <a:gd name="connsiteY4" fmla="*/ 636378 h 1543973"/>
              <a:gd name="connsiteX5" fmla="*/ 509756 w 1102668"/>
              <a:gd name="connsiteY5" fmla="*/ 833556 h 1543973"/>
              <a:gd name="connsiteX6" fmla="*/ 453797 w 1102668"/>
              <a:gd name="connsiteY6" fmla="*/ 883632 h 1543973"/>
              <a:gd name="connsiteX7" fmla="*/ 463578 w 1102668"/>
              <a:gd name="connsiteY7" fmla="*/ 602076 h 1543973"/>
              <a:gd name="connsiteX8" fmla="*/ 576138 w 1102668"/>
              <a:gd name="connsiteY8" fmla="*/ 420081 h 1543973"/>
              <a:gd name="connsiteX9" fmla="*/ 505104 w 1102668"/>
              <a:gd name="connsiteY9" fmla="*/ 111275 h 1543973"/>
              <a:gd name="connsiteX10" fmla="*/ 653992 w 1102668"/>
              <a:gd name="connsiteY10" fmla="*/ 929 h 1543973"/>
              <a:gd name="connsiteX11" fmla="*/ 654281 w 1102668"/>
              <a:gd name="connsiteY11" fmla="*/ 76857 h 1543973"/>
              <a:gd name="connsiteX12" fmla="*/ 615001 w 1102668"/>
              <a:gd name="connsiteY12" fmla="*/ 251363 h 1543973"/>
              <a:gd name="connsiteX13" fmla="*/ 730240 w 1102668"/>
              <a:gd name="connsiteY13" fmla="*/ 570703 h 1543973"/>
              <a:gd name="connsiteX14" fmla="*/ 792570 w 1102668"/>
              <a:gd name="connsiteY14" fmla="*/ 586572 h 1543973"/>
              <a:gd name="connsiteX15" fmla="*/ 747083 w 1102668"/>
              <a:gd name="connsiteY15" fmla="*/ 318864 h 1543973"/>
              <a:gd name="connsiteX16" fmla="*/ 659510 w 1102668"/>
              <a:gd name="connsiteY16" fmla="*/ 77234 h 1543973"/>
              <a:gd name="connsiteX17" fmla="*/ 662989 w 1102668"/>
              <a:gd name="connsiteY17" fmla="*/ 0 h 1543973"/>
              <a:gd name="connsiteX18" fmla="*/ 786627 w 1102668"/>
              <a:gd name="connsiteY18" fmla="*/ 96182 h 1543973"/>
              <a:gd name="connsiteX19" fmla="*/ 880481 w 1102668"/>
              <a:gd name="connsiteY19" fmla="*/ 548564 h 1543973"/>
              <a:gd name="connsiteX20" fmla="*/ 959320 w 1102668"/>
              <a:gd name="connsiteY20" fmla="*/ 522094 h 1543973"/>
              <a:gd name="connsiteX21" fmla="*/ 1026709 w 1102668"/>
              <a:gd name="connsiteY21" fmla="*/ 526032 h 1543973"/>
              <a:gd name="connsiteX22" fmla="*/ 1079696 w 1102668"/>
              <a:gd name="connsiteY22" fmla="*/ 567875 h 1543973"/>
              <a:gd name="connsiteX23" fmla="*/ 1080535 w 1102668"/>
              <a:gd name="connsiteY23" fmla="*/ 705295 h 1543973"/>
              <a:gd name="connsiteX24" fmla="*/ 970311 w 1102668"/>
              <a:gd name="connsiteY24" fmla="*/ 822151 h 1543973"/>
              <a:gd name="connsiteX25" fmla="*/ 940289 w 1102668"/>
              <a:gd name="connsiteY25" fmla="*/ 904053 h 1543973"/>
              <a:gd name="connsiteX26" fmla="*/ 652719 w 1102668"/>
              <a:gd name="connsiteY26" fmla="*/ 1176949 h 1543973"/>
              <a:gd name="connsiteX27" fmla="*/ 411910 w 1102668"/>
              <a:gd name="connsiteY27" fmla="*/ 1390789 h 1543973"/>
              <a:gd name="connsiteX28" fmla="*/ 293908 w 1102668"/>
              <a:gd name="connsiteY28" fmla="*/ 1488088 h 1543973"/>
              <a:gd name="connsiteX29" fmla="*/ 178542 w 1102668"/>
              <a:gd name="connsiteY29" fmla="*/ 1535585 h 1543973"/>
              <a:gd name="connsiteX30" fmla="*/ 0 w 1102668"/>
              <a:gd name="connsiteY30" fmla="*/ 1316138 h 1543973"/>
              <a:gd name="connsiteX31" fmla="*/ 165889 w 1102668"/>
              <a:gd name="connsiteY31" fmla="*/ 1160330 h 1543973"/>
              <a:gd name="connsiteX32" fmla="*/ 220264 w 1102668"/>
              <a:gd name="connsiteY32" fmla="*/ 1109036 h 1543973"/>
              <a:gd name="connsiteX33" fmla="*/ 629240 w 1102668"/>
              <a:gd name="connsiteY33" fmla="*/ 719016 h 1543973"/>
              <a:gd name="connsiteX34" fmla="*/ 208590 w 1102668"/>
              <a:gd name="connsiteY34" fmla="*/ 1467296 h 1543973"/>
              <a:gd name="connsiteX35" fmla="*/ 876785 w 1102668"/>
              <a:gd name="connsiteY35" fmla="*/ 856812 h 1543973"/>
              <a:gd name="connsiteX36" fmla="*/ 756466 w 1102668"/>
              <a:gd name="connsiteY36" fmla="*/ 695581 h 1543973"/>
              <a:gd name="connsiteX37" fmla="*/ 87611 w 1102668"/>
              <a:gd name="connsiteY37" fmla="*/ 1330991 h 1543973"/>
              <a:gd name="connsiteX38" fmla="*/ 208590 w 1102668"/>
              <a:gd name="connsiteY38" fmla="*/ 1467296 h 1543973"/>
              <a:gd name="connsiteX39" fmla="*/ 909456 w 1102668"/>
              <a:gd name="connsiteY39" fmla="*/ 764407 h 1543973"/>
              <a:gd name="connsiteX40" fmla="*/ 970492 w 1102668"/>
              <a:gd name="connsiteY40" fmla="*/ 717721 h 1543973"/>
              <a:gd name="connsiteX41" fmla="*/ 1021670 w 1102668"/>
              <a:gd name="connsiteY41" fmla="*/ 663753 h 1543973"/>
              <a:gd name="connsiteX42" fmla="*/ 1023909 w 1102668"/>
              <a:gd name="connsiteY42" fmla="*/ 605328 h 1543973"/>
              <a:gd name="connsiteX43" fmla="*/ 972359 w 1102668"/>
              <a:gd name="connsiteY43" fmla="*/ 585786 h 1543973"/>
              <a:gd name="connsiteX44" fmla="*/ 954167 w 1102668"/>
              <a:gd name="connsiteY44" fmla="*/ 589667 h 1543973"/>
              <a:gd name="connsiteX45" fmla="*/ 827408 w 1102668"/>
              <a:gd name="connsiteY45" fmla="*/ 670895 h 1543973"/>
              <a:gd name="connsiteX46" fmla="*/ 909456 w 1102668"/>
              <a:gd name="connsiteY46" fmla="*/ 764407 h 1543973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76138 w 1102668"/>
              <a:gd name="connsiteY8" fmla="*/ 421073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9510 w 1102668"/>
              <a:gd name="connsiteY16" fmla="*/ 78226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76138 w 1102668"/>
              <a:gd name="connsiteY8" fmla="*/ 421073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7686 w 1102668"/>
              <a:gd name="connsiteY8" fmla="*/ 435738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7686 w 1102668"/>
              <a:gd name="connsiteY8" fmla="*/ 435738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79510 w 1102668"/>
              <a:gd name="connsiteY8" fmla="*/ 446408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973 w 1102668"/>
              <a:gd name="connsiteY5" fmla="*/ 832296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973 w 1102668"/>
              <a:gd name="connsiteY5" fmla="*/ 832296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973 w 1102668"/>
              <a:gd name="connsiteY5" fmla="*/ 832296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102668" h="1544965">
                <a:moveTo>
                  <a:pt x="629240" y="720008"/>
                </a:moveTo>
                <a:cubicBezTo>
                  <a:pt x="705487" y="645319"/>
                  <a:pt x="670884" y="682683"/>
                  <a:pt x="677748" y="661893"/>
                </a:cubicBezTo>
                <a:cubicBezTo>
                  <a:pt x="684612" y="641103"/>
                  <a:pt x="679002" y="618371"/>
                  <a:pt x="670424" y="595267"/>
                </a:cubicBezTo>
                <a:cubicBezTo>
                  <a:pt x="661846" y="572163"/>
                  <a:pt x="651369" y="515172"/>
                  <a:pt x="626279" y="523269"/>
                </a:cubicBezTo>
                <a:cubicBezTo>
                  <a:pt x="601189" y="531366"/>
                  <a:pt x="538688" y="593063"/>
                  <a:pt x="519882" y="643849"/>
                </a:cubicBezTo>
                <a:cubicBezTo>
                  <a:pt x="501076" y="694635"/>
                  <a:pt x="511417" y="810040"/>
                  <a:pt x="512521" y="831835"/>
                </a:cubicBezTo>
                <a:lnTo>
                  <a:pt x="447318" y="893693"/>
                </a:lnTo>
                <a:cubicBezTo>
                  <a:pt x="439161" y="855565"/>
                  <a:pt x="415448" y="684611"/>
                  <a:pt x="463578" y="603068"/>
                </a:cubicBezTo>
                <a:cubicBezTo>
                  <a:pt x="499692" y="526005"/>
                  <a:pt x="583899" y="487454"/>
                  <a:pt x="594071" y="435704"/>
                </a:cubicBezTo>
                <a:cubicBezTo>
                  <a:pt x="609904" y="355153"/>
                  <a:pt x="495117" y="184564"/>
                  <a:pt x="505104" y="112267"/>
                </a:cubicBezTo>
                <a:cubicBezTo>
                  <a:pt x="515091" y="39970"/>
                  <a:pt x="628596" y="6258"/>
                  <a:pt x="653992" y="1921"/>
                </a:cubicBezTo>
                <a:cubicBezTo>
                  <a:pt x="654088" y="27230"/>
                  <a:pt x="654185" y="52540"/>
                  <a:pt x="654281" y="77849"/>
                </a:cubicBezTo>
                <a:cubicBezTo>
                  <a:pt x="622697" y="82098"/>
                  <a:pt x="536738" y="87099"/>
                  <a:pt x="615001" y="252355"/>
                </a:cubicBezTo>
                <a:cubicBezTo>
                  <a:pt x="629002" y="316860"/>
                  <a:pt x="708448" y="517905"/>
                  <a:pt x="730240" y="571695"/>
                </a:cubicBezTo>
                <a:cubicBezTo>
                  <a:pt x="752032" y="625485"/>
                  <a:pt x="789763" y="629537"/>
                  <a:pt x="792570" y="587564"/>
                </a:cubicBezTo>
                <a:cubicBezTo>
                  <a:pt x="795377" y="545591"/>
                  <a:pt x="770021" y="404753"/>
                  <a:pt x="747083" y="319856"/>
                </a:cubicBezTo>
                <a:cubicBezTo>
                  <a:pt x="724146" y="234959"/>
                  <a:pt x="729440" y="52707"/>
                  <a:pt x="654945" y="78182"/>
                </a:cubicBezTo>
                <a:cubicBezTo>
                  <a:pt x="654890" y="52121"/>
                  <a:pt x="654836" y="26061"/>
                  <a:pt x="654781" y="0"/>
                </a:cubicBezTo>
                <a:cubicBezTo>
                  <a:pt x="676654" y="2936"/>
                  <a:pt x="749010" y="5581"/>
                  <a:pt x="786627" y="97174"/>
                </a:cubicBezTo>
                <a:cubicBezTo>
                  <a:pt x="824244" y="188767"/>
                  <a:pt x="822883" y="497955"/>
                  <a:pt x="880481" y="549556"/>
                </a:cubicBezTo>
                <a:cubicBezTo>
                  <a:pt x="906732" y="540591"/>
                  <a:pt x="932478" y="529582"/>
                  <a:pt x="959320" y="523086"/>
                </a:cubicBezTo>
                <a:cubicBezTo>
                  <a:pt x="981656" y="517461"/>
                  <a:pt x="1005182" y="518836"/>
                  <a:pt x="1026709" y="527024"/>
                </a:cubicBezTo>
                <a:cubicBezTo>
                  <a:pt x="1048245" y="535212"/>
                  <a:pt x="1066733" y="549818"/>
                  <a:pt x="1079696" y="568867"/>
                </a:cubicBezTo>
                <a:cubicBezTo>
                  <a:pt x="1108576" y="611764"/>
                  <a:pt x="1111729" y="667969"/>
                  <a:pt x="1080535" y="706287"/>
                </a:cubicBezTo>
                <a:cubicBezTo>
                  <a:pt x="1047931" y="746338"/>
                  <a:pt x="1009726" y="781826"/>
                  <a:pt x="970311" y="823143"/>
                </a:cubicBezTo>
                <a:cubicBezTo>
                  <a:pt x="980894" y="852720"/>
                  <a:pt x="966282" y="880395"/>
                  <a:pt x="940289" y="905045"/>
                </a:cubicBezTo>
                <a:cubicBezTo>
                  <a:pt x="844410" y="995998"/>
                  <a:pt x="740782" y="1096818"/>
                  <a:pt x="652719" y="1177941"/>
                </a:cubicBezTo>
                <a:cubicBezTo>
                  <a:pt x="564656" y="1259064"/>
                  <a:pt x="471712" y="1339925"/>
                  <a:pt x="411910" y="1391781"/>
                </a:cubicBezTo>
                <a:cubicBezTo>
                  <a:pt x="352108" y="1443638"/>
                  <a:pt x="332803" y="1464947"/>
                  <a:pt x="293908" y="1489080"/>
                </a:cubicBezTo>
                <a:cubicBezTo>
                  <a:pt x="255013" y="1513213"/>
                  <a:pt x="227527" y="1565235"/>
                  <a:pt x="178542" y="1536577"/>
                </a:cubicBezTo>
                <a:cubicBezTo>
                  <a:pt x="129557" y="1507919"/>
                  <a:pt x="33646" y="1414081"/>
                  <a:pt x="0" y="1317130"/>
                </a:cubicBezTo>
                <a:cubicBezTo>
                  <a:pt x="4769" y="1307939"/>
                  <a:pt x="129178" y="1195839"/>
                  <a:pt x="165889" y="1161322"/>
                </a:cubicBezTo>
                <a:cubicBezTo>
                  <a:pt x="202600" y="1126805"/>
                  <a:pt x="143039" y="1183580"/>
                  <a:pt x="220264" y="1110028"/>
                </a:cubicBezTo>
                <a:lnTo>
                  <a:pt x="629240" y="720008"/>
                </a:lnTo>
                <a:close/>
                <a:moveTo>
                  <a:pt x="208590" y="1468288"/>
                </a:moveTo>
                <a:cubicBezTo>
                  <a:pt x="414734" y="1293299"/>
                  <a:pt x="691181" y="1051247"/>
                  <a:pt x="876785" y="857804"/>
                </a:cubicBezTo>
                <a:lnTo>
                  <a:pt x="756466" y="696573"/>
                </a:lnTo>
                <a:lnTo>
                  <a:pt x="87611" y="1331983"/>
                </a:lnTo>
                <a:lnTo>
                  <a:pt x="208590" y="1468288"/>
                </a:lnTo>
                <a:close/>
                <a:moveTo>
                  <a:pt x="909456" y="765399"/>
                </a:moveTo>
                <a:cubicBezTo>
                  <a:pt x="931059" y="749069"/>
                  <a:pt x="952014" y="735250"/>
                  <a:pt x="970492" y="718713"/>
                </a:cubicBezTo>
                <a:cubicBezTo>
                  <a:pt x="988923" y="702079"/>
                  <a:pt x="1006040" y="684035"/>
                  <a:pt x="1021670" y="664745"/>
                </a:cubicBezTo>
                <a:cubicBezTo>
                  <a:pt x="1036329" y="646803"/>
                  <a:pt x="1035091" y="625358"/>
                  <a:pt x="1023909" y="606320"/>
                </a:cubicBezTo>
                <a:cubicBezTo>
                  <a:pt x="1012640" y="587162"/>
                  <a:pt x="993419" y="583037"/>
                  <a:pt x="972359" y="586778"/>
                </a:cubicBezTo>
                <a:cubicBezTo>
                  <a:pt x="966197" y="587573"/>
                  <a:pt x="960110" y="588872"/>
                  <a:pt x="954167" y="590659"/>
                </a:cubicBezTo>
                <a:cubicBezTo>
                  <a:pt x="906313" y="607801"/>
                  <a:pt x="862984" y="635573"/>
                  <a:pt x="827408" y="671887"/>
                </a:cubicBezTo>
                <a:lnTo>
                  <a:pt x="909456" y="765399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6" name="Graphic 4">
            <a:extLst>
              <a:ext uri="{FF2B5EF4-FFF2-40B4-BE49-F238E27FC236}">
                <a16:creationId xmlns:a16="http://schemas.microsoft.com/office/drawing/2014/main" id="{FDE0C240-E4F4-4B0E-28BF-7BB7D7D260F5}"/>
              </a:ext>
            </a:extLst>
          </p:cNvPr>
          <p:cNvSpPr/>
          <p:nvPr/>
        </p:nvSpPr>
        <p:spPr>
          <a:xfrm rot="13251163">
            <a:off x="2299853" y="300076"/>
            <a:ext cx="1180441" cy="1653933"/>
          </a:xfrm>
          <a:custGeom>
            <a:avLst/>
            <a:gdLst>
              <a:gd name="connsiteX0" fmla="*/ 1105961 w 1421617"/>
              <a:gd name="connsiteY0" fmla="*/ 125418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96763 w 1421617"/>
              <a:gd name="connsiteY52" fmla="*/ 1238819 h 1339889"/>
              <a:gd name="connsiteX53" fmla="*/ 102490 w 1421617"/>
              <a:gd name="connsiteY53" fmla="*/ 1242791 h 1339889"/>
              <a:gd name="connsiteX54" fmla="*/ 243122 w 1421617"/>
              <a:gd name="connsiteY54" fmla="*/ 1189413 h 1339889"/>
              <a:gd name="connsiteX55" fmla="*/ 160912 w 1421617"/>
              <a:gd name="connsiteY55" fmla="*/ 106569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96763 w 1421617"/>
              <a:gd name="connsiteY52" fmla="*/ 1238819 h 1339889"/>
              <a:gd name="connsiteX53" fmla="*/ 102490 w 1421617"/>
              <a:gd name="connsiteY53" fmla="*/ 1242791 h 1339889"/>
              <a:gd name="connsiteX54" fmla="*/ 243122 w 1421617"/>
              <a:gd name="connsiteY54" fmla="*/ 1189413 h 1339889"/>
              <a:gd name="connsiteX55" fmla="*/ 252352 w 1421617"/>
              <a:gd name="connsiteY55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96763 w 1421617"/>
              <a:gd name="connsiteY53" fmla="*/ 1238819 h 1339889"/>
              <a:gd name="connsiteX54" fmla="*/ 102490 w 1421617"/>
              <a:gd name="connsiteY54" fmla="*/ 1242791 h 1339889"/>
              <a:gd name="connsiteX55" fmla="*/ 252352 w 1421617"/>
              <a:gd name="connsiteY55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96763 w 1421617"/>
              <a:gd name="connsiteY53" fmla="*/ 1238819 h 1339889"/>
              <a:gd name="connsiteX54" fmla="*/ 252352 w 1421617"/>
              <a:gd name="connsiteY54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82317 w 1421617"/>
              <a:gd name="connsiteY23" fmla="*/ 1331259 h 1339889"/>
              <a:gd name="connsiteX24" fmla="*/ 43018 w 1421617"/>
              <a:gd name="connsiteY24" fmla="*/ 1339889 h 1339889"/>
              <a:gd name="connsiteX25" fmla="*/ 1760 w 1421617"/>
              <a:gd name="connsiteY25" fmla="*/ 1284225 h 1339889"/>
              <a:gd name="connsiteX26" fmla="*/ 6059 w 1421617"/>
              <a:gd name="connsiteY26" fmla="*/ 1272547 h 1339889"/>
              <a:gd name="connsiteX27" fmla="*/ 140173 w 1421617"/>
              <a:gd name="connsiteY27" fmla="*/ 1001370 h 1339889"/>
              <a:gd name="connsiteX28" fmla="*/ 158668 w 1421617"/>
              <a:gd name="connsiteY28" fmla="*/ 976663 h 1339889"/>
              <a:gd name="connsiteX29" fmla="*/ 539213 w 1421617"/>
              <a:gd name="connsiteY29" fmla="*/ 606640 h 1339889"/>
              <a:gd name="connsiteX30" fmla="*/ 948189 w 1421617"/>
              <a:gd name="connsiteY30" fmla="*/ 216620 h 1339889"/>
              <a:gd name="connsiteX31" fmla="*/ 1027761 w 1421617"/>
              <a:gd name="connsiteY31" fmla="*/ 146431 h 1339889"/>
              <a:gd name="connsiteX32" fmla="*/ 1105961 w 1421617"/>
              <a:gd name="connsiteY32" fmla="*/ 125418 h 1339889"/>
              <a:gd name="connsiteX33" fmla="*/ 160912 w 1421617"/>
              <a:gd name="connsiteY33" fmla="*/ 1065693 h 1339889"/>
              <a:gd name="connsiteX34" fmla="*/ 603884 w 1421617"/>
              <a:gd name="connsiteY34" fmla="*/ 899240 h 1339889"/>
              <a:gd name="connsiteX35" fmla="*/ 1195734 w 1421617"/>
              <a:gd name="connsiteY35" fmla="*/ 354416 h 1339889"/>
              <a:gd name="connsiteX36" fmla="*/ 1075415 w 1421617"/>
              <a:gd name="connsiteY36" fmla="*/ 193185 h 1339889"/>
              <a:gd name="connsiteX37" fmla="*/ 474305 w 1421617"/>
              <a:gd name="connsiteY37" fmla="*/ 761559 h 1339889"/>
              <a:gd name="connsiteX38" fmla="*/ 603884 w 1421617"/>
              <a:gd name="connsiteY38" fmla="*/ 899240 h 1339889"/>
              <a:gd name="connsiteX39" fmla="*/ 426524 w 1421617"/>
              <a:gd name="connsiteY39" fmla="*/ 808890 h 1339889"/>
              <a:gd name="connsiteX40" fmla="*/ 215076 w 1421617"/>
              <a:gd name="connsiteY40" fmla="*/ 1006314 h 1339889"/>
              <a:gd name="connsiteX41" fmla="*/ 323763 w 1421617"/>
              <a:gd name="connsiteY41" fmla="*/ 1148094 h 1339889"/>
              <a:gd name="connsiteX42" fmla="*/ 537024 w 1421617"/>
              <a:gd name="connsiteY42" fmla="*/ 953536 h 1339889"/>
              <a:gd name="connsiteX43" fmla="*/ 426524 w 1421617"/>
              <a:gd name="connsiteY43" fmla="*/ 808890 h 1339889"/>
              <a:gd name="connsiteX44" fmla="*/ 1228405 w 1421617"/>
              <a:gd name="connsiteY44" fmla="*/ 262011 h 1339889"/>
              <a:gd name="connsiteX45" fmla="*/ 1289441 w 1421617"/>
              <a:gd name="connsiteY45" fmla="*/ 215325 h 1339889"/>
              <a:gd name="connsiteX46" fmla="*/ 1340619 w 1421617"/>
              <a:gd name="connsiteY46" fmla="*/ 161357 h 1339889"/>
              <a:gd name="connsiteX47" fmla="*/ 1342858 w 1421617"/>
              <a:gd name="connsiteY47" fmla="*/ 102932 h 1339889"/>
              <a:gd name="connsiteX48" fmla="*/ 1291308 w 1421617"/>
              <a:gd name="connsiteY48" fmla="*/ 83390 h 1339889"/>
              <a:gd name="connsiteX49" fmla="*/ 1273116 w 1421617"/>
              <a:gd name="connsiteY49" fmla="*/ 87271 h 1339889"/>
              <a:gd name="connsiteX50" fmla="*/ 1146357 w 1421617"/>
              <a:gd name="connsiteY50" fmla="*/ 168499 h 1339889"/>
              <a:gd name="connsiteX51" fmla="*/ 1228405 w 1421617"/>
              <a:gd name="connsiteY51" fmla="*/ 262011 h 1339889"/>
              <a:gd name="connsiteX52" fmla="*/ 160912 w 1421617"/>
              <a:gd name="connsiteY52" fmla="*/ 1065693 h 1339889"/>
              <a:gd name="connsiteX53" fmla="*/ 252352 w 1421617"/>
              <a:gd name="connsiteY53" fmla="*/ 1157133 h 1339889"/>
              <a:gd name="connsiteX0" fmla="*/ 160912 w 1421617"/>
              <a:gd name="connsiteY0" fmla="*/ 1065693 h 1339889"/>
              <a:gd name="connsiteX1" fmla="*/ 1146595 w 1421617"/>
              <a:gd name="connsiteY1" fmla="*/ 86936 h 1339889"/>
              <a:gd name="connsiteX2" fmla="*/ 1080358 w 1421617"/>
              <a:gd name="connsiteY2" fmla="*/ 66445 h 1339889"/>
              <a:gd name="connsiteX3" fmla="*/ 995938 w 1421617"/>
              <a:gd name="connsiteY3" fmla="*/ 95568 h 1339889"/>
              <a:gd name="connsiteX4" fmla="*/ 862484 w 1421617"/>
              <a:gd name="connsiteY4" fmla="*/ 197960 h 1339889"/>
              <a:gd name="connsiteX5" fmla="*/ 695563 w 1421617"/>
              <a:gd name="connsiteY5" fmla="*/ 338749 h 1339889"/>
              <a:gd name="connsiteX6" fmla="*/ 607850 w 1421617"/>
              <a:gd name="connsiteY6" fmla="*/ 384852 h 1339889"/>
              <a:gd name="connsiteX7" fmla="*/ 587383 w 1421617"/>
              <a:gd name="connsiteY7" fmla="*/ 385126 h 1339889"/>
              <a:gd name="connsiteX8" fmla="*/ 596132 w 1421617"/>
              <a:gd name="connsiteY8" fmla="*/ 350025 h 1339889"/>
              <a:gd name="connsiteX9" fmla="*/ 644633 w 1421617"/>
              <a:gd name="connsiteY9" fmla="*/ 289715 h 1339889"/>
              <a:gd name="connsiteX10" fmla="*/ 890403 w 1421617"/>
              <a:gd name="connsiteY10" fmla="*/ 87405 h 1339889"/>
              <a:gd name="connsiteX11" fmla="*/ 1007654 w 1421617"/>
              <a:gd name="connsiteY11" fmla="*/ 17254 h 1339889"/>
              <a:gd name="connsiteX12" fmla="*/ 1199430 w 1421617"/>
              <a:gd name="connsiteY12" fmla="*/ 46168 h 1339889"/>
              <a:gd name="connsiteX13" fmla="*/ 1278269 w 1421617"/>
              <a:gd name="connsiteY13" fmla="*/ 19698 h 1339889"/>
              <a:gd name="connsiteX14" fmla="*/ 1345658 w 1421617"/>
              <a:gd name="connsiteY14" fmla="*/ 23636 h 1339889"/>
              <a:gd name="connsiteX15" fmla="*/ 1398645 w 1421617"/>
              <a:gd name="connsiteY15" fmla="*/ 65479 h 1339889"/>
              <a:gd name="connsiteX16" fmla="*/ 1399484 w 1421617"/>
              <a:gd name="connsiteY16" fmla="*/ 202899 h 1339889"/>
              <a:gd name="connsiteX17" fmla="*/ 1289260 w 1421617"/>
              <a:gd name="connsiteY17" fmla="*/ 319755 h 1339889"/>
              <a:gd name="connsiteX18" fmla="*/ 1259238 w 1421617"/>
              <a:gd name="connsiteY18" fmla="*/ 401657 h 1339889"/>
              <a:gd name="connsiteX19" fmla="*/ 971668 w 1421617"/>
              <a:gd name="connsiteY19" fmla="*/ 674553 h 1339889"/>
              <a:gd name="connsiteX20" fmla="*/ 555379 w 1421617"/>
              <a:gd name="connsiteY20" fmla="*/ 1033060 h 1339889"/>
              <a:gd name="connsiteX21" fmla="*/ 406266 w 1421617"/>
              <a:gd name="connsiteY21" fmla="*/ 1165962 h 1339889"/>
              <a:gd name="connsiteX22" fmla="*/ 236956 w 1421617"/>
              <a:gd name="connsiteY22" fmla="*/ 1273481 h 1339889"/>
              <a:gd name="connsiteX23" fmla="*/ 43018 w 1421617"/>
              <a:gd name="connsiteY23" fmla="*/ 1339889 h 1339889"/>
              <a:gd name="connsiteX24" fmla="*/ 1760 w 1421617"/>
              <a:gd name="connsiteY24" fmla="*/ 1284225 h 1339889"/>
              <a:gd name="connsiteX25" fmla="*/ 6059 w 1421617"/>
              <a:gd name="connsiteY25" fmla="*/ 1272547 h 1339889"/>
              <a:gd name="connsiteX26" fmla="*/ 140173 w 1421617"/>
              <a:gd name="connsiteY26" fmla="*/ 1001370 h 1339889"/>
              <a:gd name="connsiteX27" fmla="*/ 158668 w 1421617"/>
              <a:gd name="connsiteY27" fmla="*/ 976663 h 1339889"/>
              <a:gd name="connsiteX28" fmla="*/ 539213 w 1421617"/>
              <a:gd name="connsiteY28" fmla="*/ 606640 h 1339889"/>
              <a:gd name="connsiteX29" fmla="*/ 948189 w 1421617"/>
              <a:gd name="connsiteY29" fmla="*/ 216620 h 1339889"/>
              <a:gd name="connsiteX30" fmla="*/ 1027761 w 1421617"/>
              <a:gd name="connsiteY30" fmla="*/ 146431 h 1339889"/>
              <a:gd name="connsiteX31" fmla="*/ 1105961 w 1421617"/>
              <a:gd name="connsiteY31" fmla="*/ 125418 h 1339889"/>
              <a:gd name="connsiteX32" fmla="*/ 160912 w 1421617"/>
              <a:gd name="connsiteY32" fmla="*/ 1065693 h 1339889"/>
              <a:gd name="connsiteX33" fmla="*/ 603884 w 1421617"/>
              <a:gd name="connsiteY33" fmla="*/ 899240 h 1339889"/>
              <a:gd name="connsiteX34" fmla="*/ 1195734 w 1421617"/>
              <a:gd name="connsiteY34" fmla="*/ 354416 h 1339889"/>
              <a:gd name="connsiteX35" fmla="*/ 1075415 w 1421617"/>
              <a:gd name="connsiteY35" fmla="*/ 193185 h 1339889"/>
              <a:gd name="connsiteX36" fmla="*/ 474305 w 1421617"/>
              <a:gd name="connsiteY36" fmla="*/ 761559 h 1339889"/>
              <a:gd name="connsiteX37" fmla="*/ 603884 w 1421617"/>
              <a:gd name="connsiteY37" fmla="*/ 899240 h 1339889"/>
              <a:gd name="connsiteX38" fmla="*/ 426524 w 1421617"/>
              <a:gd name="connsiteY38" fmla="*/ 808890 h 1339889"/>
              <a:gd name="connsiteX39" fmla="*/ 215076 w 1421617"/>
              <a:gd name="connsiteY39" fmla="*/ 1006314 h 1339889"/>
              <a:gd name="connsiteX40" fmla="*/ 323763 w 1421617"/>
              <a:gd name="connsiteY40" fmla="*/ 1148094 h 1339889"/>
              <a:gd name="connsiteX41" fmla="*/ 537024 w 1421617"/>
              <a:gd name="connsiteY41" fmla="*/ 953536 h 1339889"/>
              <a:gd name="connsiteX42" fmla="*/ 426524 w 1421617"/>
              <a:gd name="connsiteY42" fmla="*/ 808890 h 1339889"/>
              <a:gd name="connsiteX43" fmla="*/ 1228405 w 1421617"/>
              <a:gd name="connsiteY43" fmla="*/ 262011 h 1339889"/>
              <a:gd name="connsiteX44" fmla="*/ 1289441 w 1421617"/>
              <a:gd name="connsiteY44" fmla="*/ 215325 h 1339889"/>
              <a:gd name="connsiteX45" fmla="*/ 1340619 w 1421617"/>
              <a:gd name="connsiteY45" fmla="*/ 161357 h 1339889"/>
              <a:gd name="connsiteX46" fmla="*/ 1342858 w 1421617"/>
              <a:gd name="connsiteY46" fmla="*/ 102932 h 1339889"/>
              <a:gd name="connsiteX47" fmla="*/ 1291308 w 1421617"/>
              <a:gd name="connsiteY47" fmla="*/ 83390 h 1339889"/>
              <a:gd name="connsiteX48" fmla="*/ 1273116 w 1421617"/>
              <a:gd name="connsiteY48" fmla="*/ 87271 h 1339889"/>
              <a:gd name="connsiteX49" fmla="*/ 1146357 w 1421617"/>
              <a:gd name="connsiteY49" fmla="*/ 168499 h 1339889"/>
              <a:gd name="connsiteX50" fmla="*/ 1228405 w 1421617"/>
              <a:gd name="connsiteY50" fmla="*/ 262011 h 1339889"/>
              <a:gd name="connsiteX51" fmla="*/ 160912 w 1421617"/>
              <a:gd name="connsiteY51" fmla="*/ 1065693 h 1339889"/>
              <a:gd name="connsiteX52" fmla="*/ 252352 w 1421617"/>
              <a:gd name="connsiteY52" fmla="*/ 1157133 h 1339889"/>
              <a:gd name="connsiteX0" fmla="*/ 159152 w 1419857"/>
              <a:gd name="connsiteY0" fmla="*/ 1065693 h 1284225"/>
              <a:gd name="connsiteX1" fmla="*/ 1144835 w 1419857"/>
              <a:gd name="connsiteY1" fmla="*/ 86936 h 1284225"/>
              <a:gd name="connsiteX2" fmla="*/ 1078598 w 1419857"/>
              <a:gd name="connsiteY2" fmla="*/ 66445 h 1284225"/>
              <a:gd name="connsiteX3" fmla="*/ 994178 w 1419857"/>
              <a:gd name="connsiteY3" fmla="*/ 95568 h 1284225"/>
              <a:gd name="connsiteX4" fmla="*/ 860724 w 1419857"/>
              <a:gd name="connsiteY4" fmla="*/ 197960 h 1284225"/>
              <a:gd name="connsiteX5" fmla="*/ 693803 w 1419857"/>
              <a:gd name="connsiteY5" fmla="*/ 338749 h 1284225"/>
              <a:gd name="connsiteX6" fmla="*/ 606090 w 1419857"/>
              <a:gd name="connsiteY6" fmla="*/ 384852 h 1284225"/>
              <a:gd name="connsiteX7" fmla="*/ 585623 w 1419857"/>
              <a:gd name="connsiteY7" fmla="*/ 385126 h 1284225"/>
              <a:gd name="connsiteX8" fmla="*/ 594372 w 1419857"/>
              <a:gd name="connsiteY8" fmla="*/ 350025 h 1284225"/>
              <a:gd name="connsiteX9" fmla="*/ 642873 w 1419857"/>
              <a:gd name="connsiteY9" fmla="*/ 289715 h 1284225"/>
              <a:gd name="connsiteX10" fmla="*/ 888643 w 1419857"/>
              <a:gd name="connsiteY10" fmla="*/ 87405 h 1284225"/>
              <a:gd name="connsiteX11" fmla="*/ 1005894 w 1419857"/>
              <a:gd name="connsiteY11" fmla="*/ 17254 h 1284225"/>
              <a:gd name="connsiteX12" fmla="*/ 1197670 w 1419857"/>
              <a:gd name="connsiteY12" fmla="*/ 46168 h 1284225"/>
              <a:gd name="connsiteX13" fmla="*/ 1276509 w 1419857"/>
              <a:gd name="connsiteY13" fmla="*/ 19698 h 1284225"/>
              <a:gd name="connsiteX14" fmla="*/ 1343898 w 1419857"/>
              <a:gd name="connsiteY14" fmla="*/ 23636 h 1284225"/>
              <a:gd name="connsiteX15" fmla="*/ 1396885 w 1419857"/>
              <a:gd name="connsiteY15" fmla="*/ 65479 h 1284225"/>
              <a:gd name="connsiteX16" fmla="*/ 1397724 w 1419857"/>
              <a:gd name="connsiteY16" fmla="*/ 202899 h 1284225"/>
              <a:gd name="connsiteX17" fmla="*/ 1287500 w 1419857"/>
              <a:gd name="connsiteY17" fmla="*/ 319755 h 1284225"/>
              <a:gd name="connsiteX18" fmla="*/ 1257478 w 1419857"/>
              <a:gd name="connsiteY18" fmla="*/ 401657 h 1284225"/>
              <a:gd name="connsiteX19" fmla="*/ 969908 w 1419857"/>
              <a:gd name="connsiteY19" fmla="*/ 674553 h 1284225"/>
              <a:gd name="connsiteX20" fmla="*/ 553619 w 1419857"/>
              <a:gd name="connsiteY20" fmla="*/ 1033060 h 1284225"/>
              <a:gd name="connsiteX21" fmla="*/ 404506 w 1419857"/>
              <a:gd name="connsiteY21" fmla="*/ 1165962 h 1284225"/>
              <a:gd name="connsiteX22" fmla="*/ 235196 w 1419857"/>
              <a:gd name="connsiteY22" fmla="*/ 1273481 h 1284225"/>
              <a:gd name="connsiteX23" fmla="*/ 0 w 1419857"/>
              <a:gd name="connsiteY23" fmla="*/ 1284225 h 1284225"/>
              <a:gd name="connsiteX24" fmla="*/ 4299 w 1419857"/>
              <a:gd name="connsiteY24" fmla="*/ 1272547 h 1284225"/>
              <a:gd name="connsiteX25" fmla="*/ 138413 w 1419857"/>
              <a:gd name="connsiteY25" fmla="*/ 1001370 h 1284225"/>
              <a:gd name="connsiteX26" fmla="*/ 156908 w 1419857"/>
              <a:gd name="connsiteY26" fmla="*/ 976663 h 1284225"/>
              <a:gd name="connsiteX27" fmla="*/ 537453 w 1419857"/>
              <a:gd name="connsiteY27" fmla="*/ 606640 h 1284225"/>
              <a:gd name="connsiteX28" fmla="*/ 946429 w 1419857"/>
              <a:gd name="connsiteY28" fmla="*/ 216620 h 1284225"/>
              <a:gd name="connsiteX29" fmla="*/ 1026001 w 1419857"/>
              <a:gd name="connsiteY29" fmla="*/ 146431 h 1284225"/>
              <a:gd name="connsiteX30" fmla="*/ 1104201 w 1419857"/>
              <a:gd name="connsiteY30" fmla="*/ 125418 h 1284225"/>
              <a:gd name="connsiteX31" fmla="*/ 159152 w 1419857"/>
              <a:gd name="connsiteY31" fmla="*/ 1065693 h 1284225"/>
              <a:gd name="connsiteX32" fmla="*/ 602124 w 1419857"/>
              <a:gd name="connsiteY32" fmla="*/ 899240 h 1284225"/>
              <a:gd name="connsiteX33" fmla="*/ 1193974 w 1419857"/>
              <a:gd name="connsiteY33" fmla="*/ 354416 h 1284225"/>
              <a:gd name="connsiteX34" fmla="*/ 1073655 w 1419857"/>
              <a:gd name="connsiteY34" fmla="*/ 193185 h 1284225"/>
              <a:gd name="connsiteX35" fmla="*/ 472545 w 1419857"/>
              <a:gd name="connsiteY35" fmla="*/ 761559 h 1284225"/>
              <a:gd name="connsiteX36" fmla="*/ 602124 w 1419857"/>
              <a:gd name="connsiteY36" fmla="*/ 899240 h 1284225"/>
              <a:gd name="connsiteX37" fmla="*/ 424764 w 1419857"/>
              <a:gd name="connsiteY37" fmla="*/ 808890 h 1284225"/>
              <a:gd name="connsiteX38" fmla="*/ 213316 w 1419857"/>
              <a:gd name="connsiteY38" fmla="*/ 1006314 h 1284225"/>
              <a:gd name="connsiteX39" fmla="*/ 322003 w 1419857"/>
              <a:gd name="connsiteY39" fmla="*/ 1148094 h 1284225"/>
              <a:gd name="connsiteX40" fmla="*/ 535264 w 1419857"/>
              <a:gd name="connsiteY40" fmla="*/ 953536 h 1284225"/>
              <a:gd name="connsiteX41" fmla="*/ 424764 w 1419857"/>
              <a:gd name="connsiteY41" fmla="*/ 808890 h 1284225"/>
              <a:gd name="connsiteX42" fmla="*/ 1226645 w 1419857"/>
              <a:gd name="connsiteY42" fmla="*/ 262011 h 1284225"/>
              <a:gd name="connsiteX43" fmla="*/ 1287681 w 1419857"/>
              <a:gd name="connsiteY43" fmla="*/ 215325 h 1284225"/>
              <a:gd name="connsiteX44" fmla="*/ 1338859 w 1419857"/>
              <a:gd name="connsiteY44" fmla="*/ 161357 h 1284225"/>
              <a:gd name="connsiteX45" fmla="*/ 1341098 w 1419857"/>
              <a:gd name="connsiteY45" fmla="*/ 102932 h 1284225"/>
              <a:gd name="connsiteX46" fmla="*/ 1289548 w 1419857"/>
              <a:gd name="connsiteY46" fmla="*/ 83390 h 1284225"/>
              <a:gd name="connsiteX47" fmla="*/ 1271356 w 1419857"/>
              <a:gd name="connsiteY47" fmla="*/ 87271 h 1284225"/>
              <a:gd name="connsiteX48" fmla="*/ 1144597 w 1419857"/>
              <a:gd name="connsiteY48" fmla="*/ 168499 h 1284225"/>
              <a:gd name="connsiteX49" fmla="*/ 1226645 w 1419857"/>
              <a:gd name="connsiteY49" fmla="*/ 262011 h 1284225"/>
              <a:gd name="connsiteX50" fmla="*/ 159152 w 1419857"/>
              <a:gd name="connsiteY50" fmla="*/ 1065693 h 1284225"/>
              <a:gd name="connsiteX51" fmla="*/ 250592 w 1419857"/>
              <a:gd name="connsiteY51" fmla="*/ 1157133 h 1284225"/>
              <a:gd name="connsiteX0" fmla="*/ 154853 w 1415558"/>
              <a:gd name="connsiteY0" fmla="*/ 1065693 h 1273481"/>
              <a:gd name="connsiteX1" fmla="*/ 1140536 w 1415558"/>
              <a:gd name="connsiteY1" fmla="*/ 86936 h 1273481"/>
              <a:gd name="connsiteX2" fmla="*/ 1074299 w 1415558"/>
              <a:gd name="connsiteY2" fmla="*/ 66445 h 1273481"/>
              <a:gd name="connsiteX3" fmla="*/ 989879 w 1415558"/>
              <a:gd name="connsiteY3" fmla="*/ 95568 h 1273481"/>
              <a:gd name="connsiteX4" fmla="*/ 856425 w 1415558"/>
              <a:gd name="connsiteY4" fmla="*/ 197960 h 1273481"/>
              <a:gd name="connsiteX5" fmla="*/ 689504 w 1415558"/>
              <a:gd name="connsiteY5" fmla="*/ 338749 h 1273481"/>
              <a:gd name="connsiteX6" fmla="*/ 601791 w 1415558"/>
              <a:gd name="connsiteY6" fmla="*/ 384852 h 1273481"/>
              <a:gd name="connsiteX7" fmla="*/ 581324 w 1415558"/>
              <a:gd name="connsiteY7" fmla="*/ 385126 h 1273481"/>
              <a:gd name="connsiteX8" fmla="*/ 590073 w 1415558"/>
              <a:gd name="connsiteY8" fmla="*/ 350025 h 1273481"/>
              <a:gd name="connsiteX9" fmla="*/ 638574 w 1415558"/>
              <a:gd name="connsiteY9" fmla="*/ 289715 h 1273481"/>
              <a:gd name="connsiteX10" fmla="*/ 884344 w 1415558"/>
              <a:gd name="connsiteY10" fmla="*/ 87405 h 1273481"/>
              <a:gd name="connsiteX11" fmla="*/ 1001595 w 1415558"/>
              <a:gd name="connsiteY11" fmla="*/ 17254 h 1273481"/>
              <a:gd name="connsiteX12" fmla="*/ 1193371 w 1415558"/>
              <a:gd name="connsiteY12" fmla="*/ 46168 h 1273481"/>
              <a:gd name="connsiteX13" fmla="*/ 1272210 w 1415558"/>
              <a:gd name="connsiteY13" fmla="*/ 19698 h 1273481"/>
              <a:gd name="connsiteX14" fmla="*/ 1339599 w 1415558"/>
              <a:gd name="connsiteY14" fmla="*/ 23636 h 1273481"/>
              <a:gd name="connsiteX15" fmla="*/ 1392586 w 1415558"/>
              <a:gd name="connsiteY15" fmla="*/ 65479 h 1273481"/>
              <a:gd name="connsiteX16" fmla="*/ 1393425 w 1415558"/>
              <a:gd name="connsiteY16" fmla="*/ 202899 h 1273481"/>
              <a:gd name="connsiteX17" fmla="*/ 1283201 w 1415558"/>
              <a:gd name="connsiteY17" fmla="*/ 319755 h 1273481"/>
              <a:gd name="connsiteX18" fmla="*/ 1253179 w 1415558"/>
              <a:gd name="connsiteY18" fmla="*/ 401657 h 1273481"/>
              <a:gd name="connsiteX19" fmla="*/ 965609 w 1415558"/>
              <a:gd name="connsiteY19" fmla="*/ 674553 h 1273481"/>
              <a:gd name="connsiteX20" fmla="*/ 549320 w 1415558"/>
              <a:gd name="connsiteY20" fmla="*/ 1033060 h 1273481"/>
              <a:gd name="connsiteX21" fmla="*/ 400207 w 1415558"/>
              <a:gd name="connsiteY21" fmla="*/ 1165962 h 1273481"/>
              <a:gd name="connsiteX22" fmla="*/ 230897 w 1415558"/>
              <a:gd name="connsiteY22" fmla="*/ 1273481 h 1273481"/>
              <a:gd name="connsiteX23" fmla="*/ 0 w 1415558"/>
              <a:gd name="connsiteY23" fmla="*/ 1272547 h 1273481"/>
              <a:gd name="connsiteX24" fmla="*/ 134114 w 1415558"/>
              <a:gd name="connsiteY24" fmla="*/ 1001370 h 1273481"/>
              <a:gd name="connsiteX25" fmla="*/ 152609 w 1415558"/>
              <a:gd name="connsiteY25" fmla="*/ 976663 h 1273481"/>
              <a:gd name="connsiteX26" fmla="*/ 533154 w 1415558"/>
              <a:gd name="connsiteY26" fmla="*/ 606640 h 1273481"/>
              <a:gd name="connsiteX27" fmla="*/ 942130 w 1415558"/>
              <a:gd name="connsiteY27" fmla="*/ 216620 h 1273481"/>
              <a:gd name="connsiteX28" fmla="*/ 1021702 w 1415558"/>
              <a:gd name="connsiteY28" fmla="*/ 146431 h 1273481"/>
              <a:gd name="connsiteX29" fmla="*/ 1099902 w 1415558"/>
              <a:gd name="connsiteY29" fmla="*/ 125418 h 1273481"/>
              <a:gd name="connsiteX30" fmla="*/ 154853 w 1415558"/>
              <a:gd name="connsiteY30" fmla="*/ 1065693 h 1273481"/>
              <a:gd name="connsiteX31" fmla="*/ 597825 w 1415558"/>
              <a:gd name="connsiteY31" fmla="*/ 899240 h 1273481"/>
              <a:gd name="connsiteX32" fmla="*/ 1189675 w 1415558"/>
              <a:gd name="connsiteY32" fmla="*/ 354416 h 1273481"/>
              <a:gd name="connsiteX33" fmla="*/ 1069356 w 1415558"/>
              <a:gd name="connsiteY33" fmla="*/ 193185 h 1273481"/>
              <a:gd name="connsiteX34" fmla="*/ 468246 w 1415558"/>
              <a:gd name="connsiteY34" fmla="*/ 761559 h 1273481"/>
              <a:gd name="connsiteX35" fmla="*/ 597825 w 1415558"/>
              <a:gd name="connsiteY35" fmla="*/ 899240 h 1273481"/>
              <a:gd name="connsiteX36" fmla="*/ 420465 w 1415558"/>
              <a:gd name="connsiteY36" fmla="*/ 808890 h 1273481"/>
              <a:gd name="connsiteX37" fmla="*/ 209017 w 1415558"/>
              <a:gd name="connsiteY37" fmla="*/ 1006314 h 1273481"/>
              <a:gd name="connsiteX38" fmla="*/ 317704 w 1415558"/>
              <a:gd name="connsiteY38" fmla="*/ 1148094 h 1273481"/>
              <a:gd name="connsiteX39" fmla="*/ 530965 w 1415558"/>
              <a:gd name="connsiteY39" fmla="*/ 953536 h 1273481"/>
              <a:gd name="connsiteX40" fmla="*/ 420465 w 1415558"/>
              <a:gd name="connsiteY40" fmla="*/ 808890 h 1273481"/>
              <a:gd name="connsiteX41" fmla="*/ 1222346 w 1415558"/>
              <a:gd name="connsiteY41" fmla="*/ 262011 h 1273481"/>
              <a:gd name="connsiteX42" fmla="*/ 1283382 w 1415558"/>
              <a:gd name="connsiteY42" fmla="*/ 215325 h 1273481"/>
              <a:gd name="connsiteX43" fmla="*/ 1334560 w 1415558"/>
              <a:gd name="connsiteY43" fmla="*/ 161357 h 1273481"/>
              <a:gd name="connsiteX44" fmla="*/ 1336799 w 1415558"/>
              <a:gd name="connsiteY44" fmla="*/ 102932 h 1273481"/>
              <a:gd name="connsiteX45" fmla="*/ 1285249 w 1415558"/>
              <a:gd name="connsiteY45" fmla="*/ 83390 h 1273481"/>
              <a:gd name="connsiteX46" fmla="*/ 1267057 w 1415558"/>
              <a:gd name="connsiteY46" fmla="*/ 87271 h 1273481"/>
              <a:gd name="connsiteX47" fmla="*/ 1140298 w 1415558"/>
              <a:gd name="connsiteY47" fmla="*/ 168499 h 1273481"/>
              <a:gd name="connsiteX48" fmla="*/ 1222346 w 1415558"/>
              <a:gd name="connsiteY48" fmla="*/ 262011 h 1273481"/>
              <a:gd name="connsiteX49" fmla="*/ 154853 w 1415558"/>
              <a:gd name="connsiteY49" fmla="*/ 1065693 h 1273481"/>
              <a:gd name="connsiteX50" fmla="*/ 246293 w 1415558"/>
              <a:gd name="connsiteY50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20739 w 1281444"/>
              <a:gd name="connsiteY48" fmla="*/ 1065693 h 1273481"/>
              <a:gd name="connsiteX49" fmla="*/ 112179 w 1281444"/>
              <a:gd name="connsiteY49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61589 w 1281444"/>
              <a:gd name="connsiteY48" fmla="*/ 1057543 h 1273481"/>
              <a:gd name="connsiteX49" fmla="*/ 112179 w 1281444"/>
              <a:gd name="connsiteY49" fmla="*/ 1157133 h 1273481"/>
              <a:gd name="connsiteX0" fmla="*/ 20739 w 1281444"/>
              <a:gd name="connsiteY0" fmla="*/ 1065693 h 1273481"/>
              <a:gd name="connsiteX1" fmla="*/ 1006422 w 1281444"/>
              <a:gd name="connsiteY1" fmla="*/ 86936 h 1273481"/>
              <a:gd name="connsiteX2" fmla="*/ 940185 w 1281444"/>
              <a:gd name="connsiteY2" fmla="*/ 66445 h 1273481"/>
              <a:gd name="connsiteX3" fmla="*/ 855765 w 1281444"/>
              <a:gd name="connsiteY3" fmla="*/ 95568 h 1273481"/>
              <a:gd name="connsiteX4" fmla="*/ 722311 w 1281444"/>
              <a:gd name="connsiteY4" fmla="*/ 197960 h 1273481"/>
              <a:gd name="connsiteX5" fmla="*/ 555390 w 1281444"/>
              <a:gd name="connsiteY5" fmla="*/ 338749 h 1273481"/>
              <a:gd name="connsiteX6" fmla="*/ 467677 w 1281444"/>
              <a:gd name="connsiteY6" fmla="*/ 384852 h 1273481"/>
              <a:gd name="connsiteX7" fmla="*/ 447210 w 1281444"/>
              <a:gd name="connsiteY7" fmla="*/ 385126 h 1273481"/>
              <a:gd name="connsiteX8" fmla="*/ 455959 w 1281444"/>
              <a:gd name="connsiteY8" fmla="*/ 350025 h 1273481"/>
              <a:gd name="connsiteX9" fmla="*/ 504460 w 1281444"/>
              <a:gd name="connsiteY9" fmla="*/ 289715 h 1273481"/>
              <a:gd name="connsiteX10" fmla="*/ 750230 w 1281444"/>
              <a:gd name="connsiteY10" fmla="*/ 87405 h 1273481"/>
              <a:gd name="connsiteX11" fmla="*/ 867481 w 1281444"/>
              <a:gd name="connsiteY11" fmla="*/ 17254 h 1273481"/>
              <a:gd name="connsiteX12" fmla="*/ 1059257 w 1281444"/>
              <a:gd name="connsiteY12" fmla="*/ 46168 h 1273481"/>
              <a:gd name="connsiteX13" fmla="*/ 1138096 w 1281444"/>
              <a:gd name="connsiteY13" fmla="*/ 19698 h 1273481"/>
              <a:gd name="connsiteX14" fmla="*/ 1205485 w 1281444"/>
              <a:gd name="connsiteY14" fmla="*/ 23636 h 1273481"/>
              <a:gd name="connsiteX15" fmla="*/ 1258472 w 1281444"/>
              <a:gd name="connsiteY15" fmla="*/ 65479 h 1273481"/>
              <a:gd name="connsiteX16" fmla="*/ 1259311 w 1281444"/>
              <a:gd name="connsiteY16" fmla="*/ 202899 h 1273481"/>
              <a:gd name="connsiteX17" fmla="*/ 1149087 w 1281444"/>
              <a:gd name="connsiteY17" fmla="*/ 319755 h 1273481"/>
              <a:gd name="connsiteX18" fmla="*/ 1119065 w 1281444"/>
              <a:gd name="connsiteY18" fmla="*/ 401657 h 1273481"/>
              <a:gd name="connsiteX19" fmla="*/ 831495 w 1281444"/>
              <a:gd name="connsiteY19" fmla="*/ 674553 h 1273481"/>
              <a:gd name="connsiteX20" fmla="*/ 415206 w 1281444"/>
              <a:gd name="connsiteY20" fmla="*/ 1033060 h 1273481"/>
              <a:gd name="connsiteX21" fmla="*/ 266093 w 1281444"/>
              <a:gd name="connsiteY21" fmla="*/ 1165962 h 1273481"/>
              <a:gd name="connsiteX22" fmla="*/ 96783 w 1281444"/>
              <a:gd name="connsiteY22" fmla="*/ 1273481 h 1273481"/>
              <a:gd name="connsiteX23" fmla="*/ 0 w 1281444"/>
              <a:gd name="connsiteY23" fmla="*/ 1001370 h 1273481"/>
              <a:gd name="connsiteX24" fmla="*/ 18495 w 1281444"/>
              <a:gd name="connsiteY24" fmla="*/ 976663 h 1273481"/>
              <a:gd name="connsiteX25" fmla="*/ 399040 w 1281444"/>
              <a:gd name="connsiteY25" fmla="*/ 606640 h 1273481"/>
              <a:gd name="connsiteX26" fmla="*/ 808016 w 1281444"/>
              <a:gd name="connsiteY26" fmla="*/ 216620 h 1273481"/>
              <a:gd name="connsiteX27" fmla="*/ 887588 w 1281444"/>
              <a:gd name="connsiteY27" fmla="*/ 146431 h 1273481"/>
              <a:gd name="connsiteX28" fmla="*/ 965788 w 1281444"/>
              <a:gd name="connsiteY28" fmla="*/ 125418 h 1273481"/>
              <a:gd name="connsiteX29" fmla="*/ 20739 w 1281444"/>
              <a:gd name="connsiteY29" fmla="*/ 1065693 h 1273481"/>
              <a:gd name="connsiteX30" fmla="*/ 463711 w 1281444"/>
              <a:gd name="connsiteY30" fmla="*/ 899240 h 1273481"/>
              <a:gd name="connsiteX31" fmla="*/ 1055561 w 1281444"/>
              <a:gd name="connsiteY31" fmla="*/ 354416 h 1273481"/>
              <a:gd name="connsiteX32" fmla="*/ 935242 w 1281444"/>
              <a:gd name="connsiteY32" fmla="*/ 193185 h 1273481"/>
              <a:gd name="connsiteX33" fmla="*/ 334132 w 1281444"/>
              <a:gd name="connsiteY33" fmla="*/ 761559 h 1273481"/>
              <a:gd name="connsiteX34" fmla="*/ 463711 w 1281444"/>
              <a:gd name="connsiteY34" fmla="*/ 899240 h 1273481"/>
              <a:gd name="connsiteX35" fmla="*/ 286351 w 1281444"/>
              <a:gd name="connsiteY35" fmla="*/ 808890 h 1273481"/>
              <a:gd name="connsiteX36" fmla="*/ 74903 w 1281444"/>
              <a:gd name="connsiteY36" fmla="*/ 1006314 h 1273481"/>
              <a:gd name="connsiteX37" fmla="*/ 183590 w 1281444"/>
              <a:gd name="connsiteY37" fmla="*/ 1148094 h 1273481"/>
              <a:gd name="connsiteX38" fmla="*/ 396851 w 1281444"/>
              <a:gd name="connsiteY38" fmla="*/ 953536 h 1273481"/>
              <a:gd name="connsiteX39" fmla="*/ 286351 w 1281444"/>
              <a:gd name="connsiteY39" fmla="*/ 808890 h 1273481"/>
              <a:gd name="connsiteX40" fmla="*/ 1088232 w 1281444"/>
              <a:gd name="connsiteY40" fmla="*/ 262011 h 1273481"/>
              <a:gd name="connsiteX41" fmla="*/ 1149268 w 1281444"/>
              <a:gd name="connsiteY41" fmla="*/ 215325 h 1273481"/>
              <a:gd name="connsiteX42" fmla="*/ 1200446 w 1281444"/>
              <a:gd name="connsiteY42" fmla="*/ 161357 h 1273481"/>
              <a:gd name="connsiteX43" fmla="*/ 1202685 w 1281444"/>
              <a:gd name="connsiteY43" fmla="*/ 102932 h 1273481"/>
              <a:gd name="connsiteX44" fmla="*/ 1151135 w 1281444"/>
              <a:gd name="connsiteY44" fmla="*/ 83390 h 1273481"/>
              <a:gd name="connsiteX45" fmla="*/ 1132943 w 1281444"/>
              <a:gd name="connsiteY45" fmla="*/ 87271 h 1273481"/>
              <a:gd name="connsiteX46" fmla="*/ 1006184 w 1281444"/>
              <a:gd name="connsiteY46" fmla="*/ 168499 h 1273481"/>
              <a:gd name="connsiteX47" fmla="*/ 1088232 w 1281444"/>
              <a:gd name="connsiteY47" fmla="*/ 262011 h 1273481"/>
              <a:gd name="connsiteX48" fmla="*/ 61589 w 1281444"/>
              <a:gd name="connsiteY48" fmla="*/ 1057543 h 1273481"/>
              <a:gd name="connsiteX49" fmla="*/ 180892 w 1281444"/>
              <a:gd name="connsiteY49" fmla="*/ 1165497 h 1273481"/>
              <a:gd name="connsiteX0" fmla="*/ 20739 w 1281444"/>
              <a:gd name="connsiteY0" fmla="*/ 1065693 h 1223384"/>
              <a:gd name="connsiteX1" fmla="*/ 1006422 w 1281444"/>
              <a:gd name="connsiteY1" fmla="*/ 86936 h 1223384"/>
              <a:gd name="connsiteX2" fmla="*/ 940185 w 1281444"/>
              <a:gd name="connsiteY2" fmla="*/ 66445 h 1223384"/>
              <a:gd name="connsiteX3" fmla="*/ 855765 w 1281444"/>
              <a:gd name="connsiteY3" fmla="*/ 95568 h 1223384"/>
              <a:gd name="connsiteX4" fmla="*/ 722311 w 1281444"/>
              <a:gd name="connsiteY4" fmla="*/ 197960 h 1223384"/>
              <a:gd name="connsiteX5" fmla="*/ 555390 w 1281444"/>
              <a:gd name="connsiteY5" fmla="*/ 338749 h 1223384"/>
              <a:gd name="connsiteX6" fmla="*/ 467677 w 1281444"/>
              <a:gd name="connsiteY6" fmla="*/ 384852 h 1223384"/>
              <a:gd name="connsiteX7" fmla="*/ 447210 w 1281444"/>
              <a:gd name="connsiteY7" fmla="*/ 385126 h 1223384"/>
              <a:gd name="connsiteX8" fmla="*/ 455959 w 1281444"/>
              <a:gd name="connsiteY8" fmla="*/ 350025 h 1223384"/>
              <a:gd name="connsiteX9" fmla="*/ 504460 w 1281444"/>
              <a:gd name="connsiteY9" fmla="*/ 289715 h 1223384"/>
              <a:gd name="connsiteX10" fmla="*/ 750230 w 1281444"/>
              <a:gd name="connsiteY10" fmla="*/ 87405 h 1223384"/>
              <a:gd name="connsiteX11" fmla="*/ 867481 w 1281444"/>
              <a:gd name="connsiteY11" fmla="*/ 17254 h 1223384"/>
              <a:gd name="connsiteX12" fmla="*/ 1059257 w 1281444"/>
              <a:gd name="connsiteY12" fmla="*/ 46168 h 1223384"/>
              <a:gd name="connsiteX13" fmla="*/ 1138096 w 1281444"/>
              <a:gd name="connsiteY13" fmla="*/ 19698 h 1223384"/>
              <a:gd name="connsiteX14" fmla="*/ 1205485 w 1281444"/>
              <a:gd name="connsiteY14" fmla="*/ 23636 h 1223384"/>
              <a:gd name="connsiteX15" fmla="*/ 1258472 w 1281444"/>
              <a:gd name="connsiteY15" fmla="*/ 65479 h 1223384"/>
              <a:gd name="connsiteX16" fmla="*/ 1259311 w 1281444"/>
              <a:gd name="connsiteY16" fmla="*/ 202899 h 1223384"/>
              <a:gd name="connsiteX17" fmla="*/ 1149087 w 1281444"/>
              <a:gd name="connsiteY17" fmla="*/ 319755 h 1223384"/>
              <a:gd name="connsiteX18" fmla="*/ 1119065 w 1281444"/>
              <a:gd name="connsiteY18" fmla="*/ 401657 h 1223384"/>
              <a:gd name="connsiteX19" fmla="*/ 831495 w 1281444"/>
              <a:gd name="connsiteY19" fmla="*/ 674553 h 1223384"/>
              <a:gd name="connsiteX20" fmla="*/ 415206 w 1281444"/>
              <a:gd name="connsiteY20" fmla="*/ 1033060 h 1223384"/>
              <a:gd name="connsiteX21" fmla="*/ 266093 w 1281444"/>
              <a:gd name="connsiteY21" fmla="*/ 1165962 h 1223384"/>
              <a:gd name="connsiteX22" fmla="*/ 176738 w 1281444"/>
              <a:gd name="connsiteY22" fmla="*/ 1223384 h 1223384"/>
              <a:gd name="connsiteX23" fmla="*/ 0 w 1281444"/>
              <a:gd name="connsiteY23" fmla="*/ 1001370 h 1223384"/>
              <a:gd name="connsiteX24" fmla="*/ 18495 w 1281444"/>
              <a:gd name="connsiteY24" fmla="*/ 976663 h 1223384"/>
              <a:gd name="connsiteX25" fmla="*/ 399040 w 1281444"/>
              <a:gd name="connsiteY25" fmla="*/ 606640 h 1223384"/>
              <a:gd name="connsiteX26" fmla="*/ 808016 w 1281444"/>
              <a:gd name="connsiteY26" fmla="*/ 216620 h 1223384"/>
              <a:gd name="connsiteX27" fmla="*/ 887588 w 1281444"/>
              <a:gd name="connsiteY27" fmla="*/ 146431 h 1223384"/>
              <a:gd name="connsiteX28" fmla="*/ 965788 w 1281444"/>
              <a:gd name="connsiteY28" fmla="*/ 125418 h 1223384"/>
              <a:gd name="connsiteX29" fmla="*/ 20739 w 1281444"/>
              <a:gd name="connsiteY29" fmla="*/ 1065693 h 1223384"/>
              <a:gd name="connsiteX30" fmla="*/ 463711 w 1281444"/>
              <a:gd name="connsiteY30" fmla="*/ 899240 h 1223384"/>
              <a:gd name="connsiteX31" fmla="*/ 1055561 w 1281444"/>
              <a:gd name="connsiteY31" fmla="*/ 354416 h 1223384"/>
              <a:gd name="connsiteX32" fmla="*/ 935242 w 1281444"/>
              <a:gd name="connsiteY32" fmla="*/ 193185 h 1223384"/>
              <a:gd name="connsiteX33" fmla="*/ 334132 w 1281444"/>
              <a:gd name="connsiteY33" fmla="*/ 761559 h 1223384"/>
              <a:gd name="connsiteX34" fmla="*/ 463711 w 1281444"/>
              <a:gd name="connsiteY34" fmla="*/ 899240 h 1223384"/>
              <a:gd name="connsiteX35" fmla="*/ 286351 w 1281444"/>
              <a:gd name="connsiteY35" fmla="*/ 808890 h 1223384"/>
              <a:gd name="connsiteX36" fmla="*/ 74903 w 1281444"/>
              <a:gd name="connsiteY36" fmla="*/ 1006314 h 1223384"/>
              <a:gd name="connsiteX37" fmla="*/ 183590 w 1281444"/>
              <a:gd name="connsiteY37" fmla="*/ 1148094 h 1223384"/>
              <a:gd name="connsiteX38" fmla="*/ 396851 w 1281444"/>
              <a:gd name="connsiteY38" fmla="*/ 953536 h 1223384"/>
              <a:gd name="connsiteX39" fmla="*/ 286351 w 1281444"/>
              <a:gd name="connsiteY39" fmla="*/ 808890 h 1223384"/>
              <a:gd name="connsiteX40" fmla="*/ 1088232 w 1281444"/>
              <a:gd name="connsiteY40" fmla="*/ 262011 h 1223384"/>
              <a:gd name="connsiteX41" fmla="*/ 1149268 w 1281444"/>
              <a:gd name="connsiteY41" fmla="*/ 215325 h 1223384"/>
              <a:gd name="connsiteX42" fmla="*/ 1200446 w 1281444"/>
              <a:gd name="connsiteY42" fmla="*/ 161357 h 1223384"/>
              <a:gd name="connsiteX43" fmla="*/ 1202685 w 1281444"/>
              <a:gd name="connsiteY43" fmla="*/ 102932 h 1223384"/>
              <a:gd name="connsiteX44" fmla="*/ 1151135 w 1281444"/>
              <a:gd name="connsiteY44" fmla="*/ 83390 h 1223384"/>
              <a:gd name="connsiteX45" fmla="*/ 1132943 w 1281444"/>
              <a:gd name="connsiteY45" fmla="*/ 87271 h 1223384"/>
              <a:gd name="connsiteX46" fmla="*/ 1006184 w 1281444"/>
              <a:gd name="connsiteY46" fmla="*/ 168499 h 1223384"/>
              <a:gd name="connsiteX47" fmla="*/ 1088232 w 1281444"/>
              <a:gd name="connsiteY47" fmla="*/ 262011 h 1223384"/>
              <a:gd name="connsiteX48" fmla="*/ 61589 w 1281444"/>
              <a:gd name="connsiteY48" fmla="*/ 1057543 h 1223384"/>
              <a:gd name="connsiteX49" fmla="*/ 180892 w 1281444"/>
              <a:gd name="connsiteY49" fmla="*/ 1165497 h 1223384"/>
              <a:gd name="connsiteX0" fmla="*/ 20739 w 1281444"/>
              <a:gd name="connsiteY0" fmla="*/ 1422750 h 1580441"/>
              <a:gd name="connsiteX1" fmla="*/ 1006422 w 1281444"/>
              <a:gd name="connsiteY1" fmla="*/ 443993 h 1580441"/>
              <a:gd name="connsiteX2" fmla="*/ 940185 w 1281444"/>
              <a:gd name="connsiteY2" fmla="*/ 423502 h 1580441"/>
              <a:gd name="connsiteX3" fmla="*/ 855765 w 1281444"/>
              <a:gd name="connsiteY3" fmla="*/ 452625 h 1580441"/>
              <a:gd name="connsiteX4" fmla="*/ 722311 w 1281444"/>
              <a:gd name="connsiteY4" fmla="*/ 555017 h 1580441"/>
              <a:gd name="connsiteX5" fmla="*/ 555390 w 1281444"/>
              <a:gd name="connsiteY5" fmla="*/ 695806 h 1580441"/>
              <a:gd name="connsiteX6" fmla="*/ 467677 w 1281444"/>
              <a:gd name="connsiteY6" fmla="*/ 741909 h 1580441"/>
              <a:gd name="connsiteX7" fmla="*/ 447210 w 1281444"/>
              <a:gd name="connsiteY7" fmla="*/ 742183 h 1580441"/>
              <a:gd name="connsiteX8" fmla="*/ 455959 w 1281444"/>
              <a:gd name="connsiteY8" fmla="*/ 707082 h 1580441"/>
              <a:gd name="connsiteX9" fmla="*/ 504460 w 1281444"/>
              <a:gd name="connsiteY9" fmla="*/ 646772 h 1580441"/>
              <a:gd name="connsiteX10" fmla="*/ 750230 w 1281444"/>
              <a:gd name="connsiteY10" fmla="*/ 444462 h 1580441"/>
              <a:gd name="connsiteX11" fmla="*/ 898903 w 1281444"/>
              <a:gd name="connsiteY11" fmla="*/ 1587 h 1580441"/>
              <a:gd name="connsiteX12" fmla="*/ 1059257 w 1281444"/>
              <a:gd name="connsiteY12" fmla="*/ 403225 h 1580441"/>
              <a:gd name="connsiteX13" fmla="*/ 1138096 w 1281444"/>
              <a:gd name="connsiteY13" fmla="*/ 376755 h 1580441"/>
              <a:gd name="connsiteX14" fmla="*/ 1205485 w 1281444"/>
              <a:gd name="connsiteY14" fmla="*/ 380693 h 1580441"/>
              <a:gd name="connsiteX15" fmla="*/ 1258472 w 1281444"/>
              <a:gd name="connsiteY15" fmla="*/ 422536 h 1580441"/>
              <a:gd name="connsiteX16" fmla="*/ 1259311 w 1281444"/>
              <a:gd name="connsiteY16" fmla="*/ 559956 h 1580441"/>
              <a:gd name="connsiteX17" fmla="*/ 1149087 w 1281444"/>
              <a:gd name="connsiteY17" fmla="*/ 676812 h 1580441"/>
              <a:gd name="connsiteX18" fmla="*/ 1119065 w 1281444"/>
              <a:gd name="connsiteY18" fmla="*/ 758714 h 1580441"/>
              <a:gd name="connsiteX19" fmla="*/ 831495 w 1281444"/>
              <a:gd name="connsiteY19" fmla="*/ 1031610 h 1580441"/>
              <a:gd name="connsiteX20" fmla="*/ 415206 w 1281444"/>
              <a:gd name="connsiteY20" fmla="*/ 1390117 h 1580441"/>
              <a:gd name="connsiteX21" fmla="*/ 266093 w 1281444"/>
              <a:gd name="connsiteY21" fmla="*/ 1523019 h 1580441"/>
              <a:gd name="connsiteX22" fmla="*/ 176738 w 1281444"/>
              <a:gd name="connsiteY22" fmla="*/ 1580441 h 1580441"/>
              <a:gd name="connsiteX23" fmla="*/ 0 w 1281444"/>
              <a:gd name="connsiteY23" fmla="*/ 1358427 h 1580441"/>
              <a:gd name="connsiteX24" fmla="*/ 18495 w 1281444"/>
              <a:gd name="connsiteY24" fmla="*/ 1333720 h 1580441"/>
              <a:gd name="connsiteX25" fmla="*/ 399040 w 1281444"/>
              <a:gd name="connsiteY25" fmla="*/ 963697 h 1580441"/>
              <a:gd name="connsiteX26" fmla="*/ 808016 w 1281444"/>
              <a:gd name="connsiteY26" fmla="*/ 573677 h 1580441"/>
              <a:gd name="connsiteX27" fmla="*/ 887588 w 1281444"/>
              <a:gd name="connsiteY27" fmla="*/ 503488 h 1580441"/>
              <a:gd name="connsiteX28" fmla="*/ 965788 w 1281444"/>
              <a:gd name="connsiteY28" fmla="*/ 482475 h 1580441"/>
              <a:gd name="connsiteX29" fmla="*/ 20739 w 1281444"/>
              <a:gd name="connsiteY29" fmla="*/ 1422750 h 1580441"/>
              <a:gd name="connsiteX30" fmla="*/ 463711 w 1281444"/>
              <a:gd name="connsiteY30" fmla="*/ 1256297 h 1580441"/>
              <a:gd name="connsiteX31" fmla="*/ 1055561 w 1281444"/>
              <a:gd name="connsiteY31" fmla="*/ 711473 h 1580441"/>
              <a:gd name="connsiteX32" fmla="*/ 935242 w 1281444"/>
              <a:gd name="connsiteY32" fmla="*/ 550242 h 1580441"/>
              <a:gd name="connsiteX33" fmla="*/ 334132 w 1281444"/>
              <a:gd name="connsiteY33" fmla="*/ 1118616 h 1580441"/>
              <a:gd name="connsiteX34" fmla="*/ 463711 w 1281444"/>
              <a:gd name="connsiteY34" fmla="*/ 1256297 h 1580441"/>
              <a:gd name="connsiteX35" fmla="*/ 286351 w 1281444"/>
              <a:gd name="connsiteY35" fmla="*/ 1165947 h 1580441"/>
              <a:gd name="connsiteX36" fmla="*/ 74903 w 1281444"/>
              <a:gd name="connsiteY36" fmla="*/ 1363371 h 1580441"/>
              <a:gd name="connsiteX37" fmla="*/ 183590 w 1281444"/>
              <a:gd name="connsiteY37" fmla="*/ 1505151 h 1580441"/>
              <a:gd name="connsiteX38" fmla="*/ 396851 w 1281444"/>
              <a:gd name="connsiteY38" fmla="*/ 1310593 h 1580441"/>
              <a:gd name="connsiteX39" fmla="*/ 286351 w 1281444"/>
              <a:gd name="connsiteY39" fmla="*/ 1165947 h 1580441"/>
              <a:gd name="connsiteX40" fmla="*/ 1088232 w 1281444"/>
              <a:gd name="connsiteY40" fmla="*/ 619068 h 1580441"/>
              <a:gd name="connsiteX41" fmla="*/ 1149268 w 1281444"/>
              <a:gd name="connsiteY41" fmla="*/ 572382 h 1580441"/>
              <a:gd name="connsiteX42" fmla="*/ 1200446 w 1281444"/>
              <a:gd name="connsiteY42" fmla="*/ 518414 h 1580441"/>
              <a:gd name="connsiteX43" fmla="*/ 1202685 w 1281444"/>
              <a:gd name="connsiteY43" fmla="*/ 459989 h 1580441"/>
              <a:gd name="connsiteX44" fmla="*/ 1151135 w 1281444"/>
              <a:gd name="connsiteY44" fmla="*/ 440447 h 1580441"/>
              <a:gd name="connsiteX45" fmla="*/ 1132943 w 1281444"/>
              <a:gd name="connsiteY45" fmla="*/ 444328 h 1580441"/>
              <a:gd name="connsiteX46" fmla="*/ 1006184 w 1281444"/>
              <a:gd name="connsiteY46" fmla="*/ 525556 h 1580441"/>
              <a:gd name="connsiteX47" fmla="*/ 1088232 w 1281444"/>
              <a:gd name="connsiteY47" fmla="*/ 619068 h 1580441"/>
              <a:gd name="connsiteX48" fmla="*/ 61589 w 1281444"/>
              <a:gd name="connsiteY48" fmla="*/ 1414600 h 1580441"/>
              <a:gd name="connsiteX49" fmla="*/ 180892 w 1281444"/>
              <a:gd name="connsiteY49" fmla="*/ 1522554 h 1580441"/>
              <a:gd name="connsiteX0" fmla="*/ 20739 w 1281444"/>
              <a:gd name="connsiteY0" fmla="*/ 1460332 h 1618023"/>
              <a:gd name="connsiteX1" fmla="*/ 1006422 w 1281444"/>
              <a:gd name="connsiteY1" fmla="*/ 481575 h 1618023"/>
              <a:gd name="connsiteX2" fmla="*/ 940185 w 1281444"/>
              <a:gd name="connsiteY2" fmla="*/ 461084 h 1618023"/>
              <a:gd name="connsiteX3" fmla="*/ 855765 w 1281444"/>
              <a:gd name="connsiteY3" fmla="*/ 490207 h 1618023"/>
              <a:gd name="connsiteX4" fmla="*/ 722311 w 1281444"/>
              <a:gd name="connsiteY4" fmla="*/ 592599 h 1618023"/>
              <a:gd name="connsiteX5" fmla="*/ 555390 w 1281444"/>
              <a:gd name="connsiteY5" fmla="*/ 733388 h 1618023"/>
              <a:gd name="connsiteX6" fmla="*/ 467677 w 1281444"/>
              <a:gd name="connsiteY6" fmla="*/ 779491 h 1618023"/>
              <a:gd name="connsiteX7" fmla="*/ 447210 w 1281444"/>
              <a:gd name="connsiteY7" fmla="*/ 779765 h 1618023"/>
              <a:gd name="connsiteX8" fmla="*/ 455959 w 1281444"/>
              <a:gd name="connsiteY8" fmla="*/ 744664 h 1618023"/>
              <a:gd name="connsiteX9" fmla="*/ 504460 w 1281444"/>
              <a:gd name="connsiteY9" fmla="*/ 684354 h 1618023"/>
              <a:gd name="connsiteX10" fmla="*/ 801205 w 1281444"/>
              <a:gd name="connsiteY10" fmla="*/ 88347 h 1618023"/>
              <a:gd name="connsiteX11" fmla="*/ 898903 w 1281444"/>
              <a:gd name="connsiteY11" fmla="*/ 39169 h 1618023"/>
              <a:gd name="connsiteX12" fmla="*/ 1059257 w 1281444"/>
              <a:gd name="connsiteY12" fmla="*/ 440807 h 1618023"/>
              <a:gd name="connsiteX13" fmla="*/ 1138096 w 1281444"/>
              <a:gd name="connsiteY13" fmla="*/ 414337 h 1618023"/>
              <a:gd name="connsiteX14" fmla="*/ 1205485 w 1281444"/>
              <a:gd name="connsiteY14" fmla="*/ 418275 h 1618023"/>
              <a:gd name="connsiteX15" fmla="*/ 1258472 w 1281444"/>
              <a:gd name="connsiteY15" fmla="*/ 460118 h 1618023"/>
              <a:gd name="connsiteX16" fmla="*/ 1259311 w 1281444"/>
              <a:gd name="connsiteY16" fmla="*/ 597538 h 1618023"/>
              <a:gd name="connsiteX17" fmla="*/ 1149087 w 1281444"/>
              <a:gd name="connsiteY17" fmla="*/ 714394 h 1618023"/>
              <a:gd name="connsiteX18" fmla="*/ 1119065 w 1281444"/>
              <a:gd name="connsiteY18" fmla="*/ 796296 h 1618023"/>
              <a:gd name="connsiteX19" fmla="*/ 831495 w 1281444"/>
              <a:gd name="connsiteY19" fmla="*/ 1069192 h 1618023"/>
              <a:gd name="connsiteX20" fmla="*/ 415206 w 1281444"/>
              <a:gd name="connsiteY20" fmla="*/ 1427699 h 1618023"/>
              <a:gd name="connsiteX21" fmla="*/ 266093 w 1281444"/>
              <a:gd name="connsiteY21" fmla="*/ 1560601 h 1618023"/>
              <a:gd name="connsiteX22" fmla="*/ 176738 w 1281444"/>
              <a:gd name="connsiteY22" fmla="*/ 1618023 h 1618023"/>
              <a:gd name="connsiteX23" fmla="*/ 0 w 1281444"/>
              <a:gd name="connsiteY23" fmla="*/ 1396009 h 1618023"/>
              <a:gd name="connsiteX24" fmla="*/ 18495 w 1281444"/>
              <a:gd name="connsiteY24" fmla="*/ 1371302 h 1618023"/>
              <a:gd name="connsiteX25" fmla="*/ 399040 w 1281444"/>
              <a:gd name="connsiteY25" fmla="*/ 1001279 h 1618023"/>
              <a:gd name="connsiteX26" fmla="*/ 808016 w 1281444"/>
              <a:gd name="connsiteY26" fmla="*/ 611259 h 1618023"/>
              <a:gd name="connsiteX27" fmla="*/ 887588 w 1281444"/>
              <a:gd name="connsiteY27" fmla="*/ 541070 h 1618023"/>
              <a:gd name="connsiteX28" fmla="*/ 965788 w 1281444"/>
              <a:gd name="connsiteY28" fmla="*/ 520057 h 1618023"/>
              <a:gd name="connsiteX29" fmla="*/ 20739 w 1281444"/>
              <a:gd name="connsiteY29" fmla="*/ 1460332 h 1618023"/>
              <a:gd name="connsiteX30" fmla="*/ 463711 w 1281444"/>
              <a:gd name="connsiteY30" fmla="*/ 1293879 h 1618023"/>
              <a:gd name="connsiteX31" fmla="*/ 1055561 w 1281444"/>
              <a:gd name="connsiteY31" fmla="*/ 749055 h 1618023"/>
              <a:gd name="connsiteX32" fmla="*/ 935242 w 1281444"/>
              <a:gd name="connsiteY32" fmla="*/ 587824 h 1618023"/>
              <a:gd name="connsiteX33" fmla="*/ 334132 w 1281444"/>
              <a:gd name="connsiteY33" fmla="*/ 1156198 h 1618023"/>
              <a:gd name="connsiteX34" fmla="*/ 463711 w 1281444"/>
              <a:gd name="connsiteY34" fmla="*/ 1293879 h 1618023"/>
              <a:gd name="connsiteX35" fmla="*/ 286351 w 1281444"/>
              <a:gd name="connsiteY35" fmla="*/ 1203529 h 1618023"/>
              <a:gd name="connsiteX36" fmla="*/ 74903 w 1281444"/>
              <a:gd name="connsiteY36" fmla="*/ 1400953 h 1618023"/>
              <a:gd name="connsiteX37" fmla="*/ 183590 w 1281444"/>
              <a:gd name="connsiteY37" fmla="*/ 1542733 h 1618023"/>
              <a:gd name="connsiteX38" fmla="*/ 396851 w 1281444"/>
              <a:gd name="connsiteY38" fmla="*/ 1348175 h 1618023"/>
              <a:gd name="connsiteX39" fmla="*/ 286351 w 1281444"/>
              <a:gd name="connsiteY39" fmla="*/ 1203529 h 1618023"/>
              <a:gd name="connsiteX40" fmla="*/ 1088232 w 1281444"/>
              <a:gd name="connsiteY40" fmla="*/ 656650 h 1618023"/>
              <a:gd name="connsiteX41" fmla="*/ 1149268 w 1281444"/>
              <a:gd name="connsiteY41" fmla="*/ 609964 h 1618023"/>
              <a:gd name="connsiteX42" fmla="*/ 1200446 w 1281444"/>
              <a:gd name="connsiteY42" fmla="*/ 555996 h 1618023"/>
              <a:gd name="connsiteX43" fmla="*/ 1202685 w 1281444"/>
              <a:gd name="connsiteY43" fmla="*/ 497571 h 1618023"/>
              <a:gd name="connsiteX44" fmla="*/ 1151135 w 1281444"/>
              <a:gd name="connsiteY44" fmla="*/ 478029 h 1618023"/>
              <a:gd name="connsiteX45" fmla="*/ 1132943 w 1281444"/>
              <a:gd name="connsiteY45" fmla="*/ 481910 h 1618023"/>
              <a:gd name="connsiteX46" fmla="*/ 1006184 w 1281444"/>
              <a:gd name="connsiteY46" fmla="*/ 563138 h 1618023"/>
              <a:gd name="connsiteX47" fmla="*/ 1088232 w 1281444"/>
              <a:gd name="connsiteY47" fmla="*/ 656650 h 1618023"/>
              <a:gd name="connsiteX48" fmla="*/ 61589 w 1281444"/>
              <a:gd name="connsiteY48" fmla="*/ 1452182 h 1618023"/>
              <a:gd name="connsiteX49" fmla="*/ 180892 w 1281444"/>
              <a:gd name="connsiteY49" fmla="*/ 1560136 h 1618023"/>
              <a:gd name="connsiteX0" fmla="*/ 20739 w 1281444"/>
              <a:gd name="connsiteY0" fmla="*/ 1440483 h 1598174"/>
              <a:gd name="connsiteX1" fmla="*/ 1006422 w 1281444"/>
              <a:gd name="connsiteY1" fmla="*/ 461726 h 1598174"/>
              <a:gd name="connsiteX2" fmla="*/ 940185 w 1281444"/>
              <a:gd name="connsiteY2" fmla="*/ 441235 h 1598174"/>
              <a:gd name="connsiteX3" fmla="*/ 855765 w 1281444"/>
              <a:gd name="connsiteY3" fmla="*/ 470358 h 1598174"/>
              <a:gd name="connsiteX4" fmla="*/ 722311 w 1281444"/>
              <a:gd name="connsiteY4" fmla="*/ 572750 h 1598174"/>
              <a:gd name="connsiteX5" fmla="*/ 555390 w 1281444"/>
              <a:gd name="connsiteY5" fmla="*/ 713539 h 1598174"/>
              <a:gd name="connsiteX6" fmla="*/ 467677 w 1281444"/>
              <a:gd name="connsiteY6" fmla="*/ 759642 h 1598174"/>
              <a:gd name="connsiteX7" fmla="*/ 447210 w 1281444"/>
              <a:gd name="connsiteY7" fmla="*/ 759916 h 1598174"/>
              <a:gd name="connsiteX8" fmla="*/ 455959 w 1281444"/>
              <a:gd name="connsiteY8" fmla="*/ 724815 h 1598174"/>
              <a:gd name="connsiteX9" fmla="*/ 719857 w 1281444"/>
              <a:gd name="connsiteY9" fmla="*/ 111831 h 1598174"/>
              <a:gd name="connsiteX10" fmla="*/ 801205 w 1281444"/>
              <a:gd name="connsiteY10" fmla="*/ 68498 h 1598174"/>
              <a:gd name="connsiteX11" fmla="*/ 898903 w 1281444"/>
              <a:gd name="connsiteY11" fmla="*/ 19320 h 1598174"/>
              <a:gd name="connsiteX12" fmla="*/ 1059257 w 1281444"/>
              <a:gd name="connsiteY12" fmla="*/ 420958 h 1598174"/>
              <a:gd name="connsiteX13" fmla="*/ 1138096 w 1281444"/>
              <a:gd name="connsiteY13" fmla="*/ 394488 h 1598174"/>
              <a:gd name="connsiteX14" fmla="*/ 1205485 w 1281444"/>
              <a:gd name="connsiteY14" fmla="*/ 398426 h 1598174"/>
              <a:gd name="connsiteX15" fmla="*/ 1258472 w 1281444"/>
              <a:gd name="connsiteY15" fmla="*/ 440269 h 1598174"/>
              <a:gd name="connsiteX16" fmla="*/ 1259311 w 1281444"/>
              <a:gd name="connsiteY16" fmla="*/ 577689 h 1598174"/>
              <a:gd name="connsiteX17" fmla="*/ 1149087 w 1281444"/>
              <a:gd name="connsiteY17" fmla="*/ 694545 h 1598174"/>
              <a:gd name="connsiteX18" fmla="*/ 1119065 w 1281444"/>
              <a:gd name="connsiteY18" fmla="*/ 776447 h 1598174"/>
              <a:gd name="connsiteX19" fmla="*/ 831495 w 1281444"/>
              <a:gd name="connsiteY19" fmla="*/ 1049343 h 1598174"/>
              <a:gd name="connsiteX20" fmla="*/ 415206 w 1281444"/>
              <a:gd name="connsiteY20" fmla="*/ 1407850 h 1598174"/>
              <a:gd name="connsiteX21" fmla="*/ 266093 w 1281444"/>
              <a:gd name="connsiteY21" fmla="*/ 1540752 h 1598174"/>
              <a:gd name="connsiteX22" fmla="*/ 176738 w 1281444"/>
              <a:gd name="connsiteY22" fmla="*/ 1598174 h 1598174"/>
              <a:gd name="connsiteX23" fmla="*/ 0 w 1281444"/>
              <a:gd name="connsiteY23" fmla="*/ 1376160 h 1598174"/>
              <a:gd name="connsiteX24" fmla="*/ 18495 w 1281444"/>
              <a:gd name="connsiteY24" fmla="*/ 1351453 h 1598174"/>
              <a:gd name="connsiteX25" fmla="*/ 399040 w 1281444"/>
              <a:gd name="connsiteY25" fmla="*/ 981430 h 1598174"/>
              <a:gd name="connsiteX26" fmla="*/ 808016 w 1281444"/>
              <a:gd name="connsiteY26" fmla="*/ 591410 h 1598174"/>
              <a:gd name="connsiteX27" fmla="*/ 887588 w 1281444"/>
              <a:gd name="connsiteY27" fmla="*/ 521221 h 1598174"/>
              <a:gd name="connsiteX28" fmla="*/ 965788 w 1281444"/>
              <a:gd name="connsiteY28" fmla="*/ 500208 h 1598174"/>
              <a:gd name="connsiteX29" fmla="*/ 20739 w 1281444"/>
              <a:gd name="connsiteY29" fmla="*/ 1440483 h 1598174"/>
              <a:gd name="connsiteX30" fmla="*/ 463711 w 1281444"/>
              <a:gd name="connsiteY30" fmla="*/ 1274030 h 1598174"/>
              <a:gd name="connsiteX31" fmla="*/ 1055561 w 1281444"/>
              <a:gd name="connsiteY31" fmla="*/ 729206 h 1598174"/>
              <a:gd name="connsiteX32" fmla="*/ 935242 w 1281444"/>
              <a:gd name="connsiteY32" fmla="*/ 567975 h 1598174"/>
              <a:gd name="connsiteX33" fmla="*/ 334132 w 1281444"/>
              <a:gd name="connsiteY33" fmla="*/ 1136349 h 1598174"/>
              <a:gd name="connsiteX34" fmla="*/ 463711 w 1281444"/>
              <a:gd name="connsiteY34" fmla="*/ 1274030 h 1598174"/>
              <a:gd name="connsiteX35" fmla="*/ 286351 w 1281444"/>
              <a:gd name="connsiteY35" fmla="*/ 1183680 h 1598174"/>
              <a:gd name="connsiteX36" fmla="*/ 74903 w 1281444"/>
              <a:gd name="connsiteY36" fmla="*/ 1381104 h 1598174"/>
              <a:gd name="connsiteX37" fmla="*/ 183590 w 1281444"/>
              <a:gd name="connsiteY37" fmla="*/ 1522884 h 1598174"/>
              <a:gd name="connsiteX38" fmla="*/ 396851 w 1281444"/>
              <a:gd name="connsiteY38" fmla="*/ 1328326 h 1598174"/>
              <a:gd name="connsiteX39" fmla="*/ 286351 w 1281444"/>
              <a:gd name="connsiteY39" fmla="*/ 1183680 h 1598174"/>
              <a:gd name="connsiteX40" fmla="*/ 1088232 w 1281444"/>
              <a:gd name="connsiteY40" fmla="*/ 636801 h 1598174"/>
              <a:gd name="connsiteX41" fmla="*/ 1149268 w 1281444"/>
              <a:gd name="connsiteY41" fmla="*/ 590115 h 1598174"/>
              <a:gd name="connsiteX42" fmla="*/ 1200446 w 1281444"/>
              <a:gd name="connsiteY42" fmla="*/ 536147 h 1598174"/>
              <a:gd name="connsiteX43" fmla="*/ 1202685 w 1281444"/>
              <a:gd name="connsiteY43" fmla="*/ 477722 h 1598174"/>
              <a:gd name="connsiteX44" fmla="*/ 1151135 w 1281444"/>
              <a:gd name="connsiteY44" fmla="*/ 458180 h 1598174"/>
              <a:gd name="connsiteX45" fmla="*/ 1132943 w 1281444"/>
              <a:gd name="connsiteY45" fmla="*/ 462061 h 1598174"/>
              <a:gd name="connsiteX46" fmla="*/ 1006184 w 1281444"/>
              <a:gd name="connsiteY46" fmla="*/ 543289 h 1598174"/>
              <a:gd name="connsiteX47" fmla="*/ 1088232 w 1281444"/>
              <a:gd name="connsiteY47" fmla="*/ 636801 h 1598174"/>
              <a:gd name="connsiteX48" fmla="*/ 61589 w 1281444"/>
              <a:gd name="connsiteY48" fmla="*/ 1432333 h 1598174"/>
              <a:gd name="connsiteX49" fmla="*/ 180892 w 1281444"/>
              <a:gd name="connsiteY49" fmla="*/ 1540287 h 1598174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447210 w 1281444"/>
              <a:gd name="connsiteY7" fmla="*/ 791092 h 1629350"/>
              <a:gd name="connsiteX8" fmla="*/ 455959 w 1281444"/>
              <a:gd name="connsiteY8" fmla="*/ 755991 h 1629350"/>
              <a:gd name="connsiteX9" fmla="*/ 719857 w 1281444"/>
              <a:gd name="connsiteY9" fmla="*/ 143007 h 1629350"/>
              <a:gd name="connsiteX10" fmla="*/ 811979 w 1281444"/>
              <a:gd name="connsiteY10" fmla="*/ 15905 h 1629350"/>
              <a:gd name="connsiteX11" fmla="*/ 898903 w 1281444"/>
              <a:gd name="connsiteY11" fmla="*/ 50496 h 1629350"/>
              <a:gd name="connsiteX12" fmla="*/ 1059257 w 1281444"/>
              <a:gd name="connsiteY12" fmla="*/ 452134 h 1629350"/>
              <a:gd name="connsiteX13" fmla="*/ 1138096 w 1281444"/>
              <a:gd name="connsiteY13" fmla="*/ 425664 h 1629350"/>
              <a:gd name="connsiteX14" fmla="*/ 1205485 w 1281444"/>
              <a:gd name="connsiteY14" fmla="*/ 429602 h 1629350"/>
              <a:gd name="connsiteX15" fmla="*/ 1258472 w 1281444"/>
              <a:gd name="connsiteY15" fmla="*/ 471445 h 1629350"/>
              <a:gd name="connsiteX16" fmla="*/ 1259311 w 1281444"/>
              <a:gd name="connsiteY16" fmla="*/ 608865 h 1629350"/>
              <a:gd name="connsiteX17" fmla="*/ 1149087 w 1281444"/>
              <a:gd name="connsiteY17" fmla="*/ 725721 h 1629350"/>
              <a:gd name="connsiteX18" fmla="*/ 1119065 w 1281444"/>
              <a:gd name="connsiteY18" fmla="*/ 807623 h 1629350"/>
              <a:gd name="connsiteX19" fmla="*/ 831495 w 1281444"/>
              <a:gd name="connsiteY19" fmla="*/ 1080519 h 1629350"/>
              <a:gd name="connsiteX20" fmla="*/ 415206 w 1281444"/>
              <a:gd name="connsiteY20" fmla="*/ 1439026 h 1629350"/>
              <a:gd name="connsiteX21" fmla="*/ 266093 w 1281444"/>
              <a:gd name="connsiteY21" fmla="*/ 1571928 h 1629350"/>
              <a:gd name="connsiteX22" fmla="*/ 176738 w 1281444"/>
              <a:gd name="connsiteY22" fmla="*/ 1629350 h 1629350"/>
              <a:gd name="connsiteX23" fmla="*/ 0 w 1281444"/>
              <a:gd name="connsiteY23" fmla="*/ 1407336 h 1629350"/>
              <a:gd name="connsiteX24" fmla="*/ 18495 w 1281444"/>
              <a:gd name="connsiteY24" fmla="*/ 1382629 h 1629350"/>
              <a:gd name="connsiteX25" fmla="*/ 399040 w 1281444"/>
              <a:gd name="connsiteY25" fmla="*/ 1012606 h 1629350"/>
              <a:gd name="connsiteX26" fmla="*/ 808016 w 1281444"/>
              <a:gd name="connsiteY26" fmla="*/ 622586 h 1629350"/>
              <a:gd name="connsiteX27" fmla="*/ 887588 w 1281444"/>
              <a:gd name="connsiteY27" fmla="*/ 552397 h 1629350"/>
              <a:gd name="connsiteX28" fmla="*/ 965788 w 1281444"/>
              <a:gd name="connsiteY28" fmla="*/ 531384 h 1629350"/>
              <a:gd name="connsiteX29" fmla="*/ 20739 w 1281444"/>
              <a:gd name="connsiteY29" fmla="*/ 1471659 h 1629350"/>
              <a:gd name="connsiteX30" fmla="*/ 463711 w 1281444"/>
              <a:gd name="connsiteY30" fmla="*/ 1305206 h 1629350"/>
              <a:gd name="connsiteX31" fmla="*/ 1055561 w 1281444"/>
              <a:gd name="connsiteY31" fmla="*/ 760382 h 1629350"/>
              <a:gd name="connsiteX32" fmla="*/ 935242 w 1281444"/>
              <a:gd name="connsiteY32" fmla="*/ 599151 h 1629350"/>
              <a:gd name="connsiteX33" fmla="*/ 334132 w 1281444"/>
              <a:gd name="connsiteY33" fmla="*/ 1167525 h 1629350"/>
              <a:gd name="connsiteX34" fmla="*/ 463711 w 1281444"/>
              <a:gd name="connsiteY34" fmla="*/ 1305206 h 1629350"/>
              <a:gd name="connsiteX35" fmla="*/ 286351 w 1281444"/>
              <a:gd name="connsiteY35" fmla="*/ 1214856 h 1629350"/>
              <a:gd name="connsiteX36" fmla="*/ 74903 w 1281444"/>
              <a:gd name="connsiteY36" fmla="*/ 1412280 h 1629350"/>
              <a:gd name="connsiteX37" fmla="*/ 183590 w 1281444"/>
              <a:gd name="connsiteY37" fmla="*/ 1554060 h 1629350"/>
              <a:gd name="connsiteX38" fmla="*/ 396851 w 1281444"/>
              <a:gd name="connsiteY38" fmla="*/ 1359502 h 1629350"/>
              <a:gd name="connsiteX39" fmla="*/ 286351 w 1281444"/>
              <a:gd name="connsiteY39" fmla="*/ 1214856 h 1629350"/>
              <a:gd name="connsiteX40" fmla="*/ 1088232 w 1281444"/>
              <a:gd name="connsiteY40" fmla="*/ 667977 h 1629350"/>
              <a:gd name="connsiteX41" fmla="*/ 1149268 w 1281444"/>
              <a:gd name="connsiteY41" fmla="*/ 621291 h 1629350"/>
              <a:gd name="connsiteX42" fmla="*/ 1200446 w 1281444"/>
              <a:gd name="connsiteY42" fmla="*/ 567323 h 1629350"/>
              <a:gd name="connsiteX43" fmla="*/ 1202685 w 1281444"/>
              <a:gd name="connsiteY43" fmla="*/ 508898 h 1629350"/>
              <a:gd name="connsiteX44" fmla="*/ 1151135 w 1281444"/>
              <a:gd name="connsiteY44" fmla="*/ 489356 h 1629350"/>
              <a:gd name="connsiteX45" fmla="*/ 1132943 w 1281444"/>
              <a:gd name="connsiteY45" fmla="*/ 493237 h 1629350"/>
              <a:gd name="connsiteX46" fmla="*/ 1006184 w 1281444"/>
              <a:gd name="connsiteY46" fmla="*/ 574465 h 1629350"/>
              <a:gd name="connsiteX47" fmla="*/ 1088232 w 1281444"/>
              <a:gd name="connsiteY47" fmla="*/ 667977 h 1629350"/>
              <a:gd name="connsiteX48" fmla="*/ 61589 w 1281444"/>
              <a:gd name="connsiteY48" fmla="*/ 1463509 h 1629350"/>
              <a:gd name="connsiteX49" fmla="*/ 180892 w 1281444"/>
              <a:gd name="connsiteY49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447210 w 1281444"/>
              <a:gd name="connsiteY7" fmla="*/ 791092 h 1629350"/>
              <a:gd name="connsiteX8" fmla="*/ 772072 w 1281444"/>
              <a:gd name="connsiteY8" fmla="*/ 282336 h 1629350"/>
              <a:gd name="connsiteX9" fmla="*/ 719857 w 1281444"/>
              <a:gd name="connsiteY9" fmla="*/ 143007 h 1629350"/>
              <a:gd name="connsiteX10" fmla="*/ 811979 w 1281444"/>
              <a:gd name="connsiteY10" fmla="*/ 15905 h 1629350"/>
              <a:gd name="connsiteX11" fmla="*/ 898903 w 1281444"/>
              <a:gd name="connsiteY11" fmla="*/ 50496 h 1629350"/>
              <a:gd name="connsiteX12" fmla="*/ 1059257 w 1281444"/>
              <a:gd name="connsiteY12" fmla="*/ 452134 h 1629350"/>
              <a:gd name="connsiteX13" fmla="*/ 1138096 w 1281444"/>
              <a:gd name="connsiteY13" fmla="*/ 425664 h 1629350"/>
              <a:gd name="connsiteX14" fmla="*/ 1205485 w 1281444"/>
              <a:gd name="connsiteY14" fmla="*/ 429602 h 1629350"/>
              <a:gd name="connsiteX15" fmla="*/ 1258472 w 1281444"/>
              <a:gd name="connsiteY15" fmla="*/ 471445 h 1629350"/>
              <a:gd name="connsiteX16" fmla="*/ 1259311 w 1281444"/>
              <a:gd name="connsiteY16" fmla="*/ 608865 h 1629350"/>
              <a:gd name="connsiteX17" fmla="*/ 1149087 w 1281444"/>
              <a:gd name="connsiteY17" fmla="*/ 725721 h 1629350"/>
              <a:gd name="connsiteX18" fmla="*/ 1119065 w 1281444"/>
              <a:gd name="connsiteY18" fmla="*/ 807623 h 1629350"/>
              <a:gd name="connsiteX19" fmla="*/ 831495 w 1281444"/>
              <a:gd name="connsiteY19" fmla="*/ 1080519 h 1629350"/>
              <a:gd name="connsiteX20" fmla="*/ 415206 w 1281444"/>
              <a:gd name="connsiteY20" fmla="*/ 1439026 h 1629350"/>
              <a:gd name="connsiteX21" fmla="*/ 266093 w 1281444"/>
              <a:gd name="connsiteY21" fmla="*/ 1571928 h 1629350"/>
              <a:gd name="connsiteX22" fmla="*/ 176738 w 1281444"/>
              <a:gd name="connsiteY22" fmla="*/ 1629350 h 1629350"/>
              <a:gd name="connsiteX23" fmla="*/ 0 w 1281444"/>
              <a:gd name="connsiteY23" fmla="*/ 1407336 h 1629350"/>
              <a:gd name="connsiteX24" fmla="*/ 18495 w 1281444"/>
              <a:gd name="connsiteY24" fmla="*/ 1382629 h 1629350"/>
              <a:gd name="connsiteX25" fmla="*/ 399040 w 1281444"/>
              <a:gd name="connsiteY25" fmla="*/ 1012606 h 1629350"/>
              <a:gd name="connsiteX26" fmla="*/ 808016 w 1281444"/>
              <a:gd name="connsiteY26" fmla="*/ 622586 h 1629350"/>
              <a:gd name="connsiteX27" fmla="*/ 887588 w 1281444"/>
              <a:gd name="connsiteY27" fmla="*/ 552397 h 1629350"/>
              <a:gd name="connsiteX28" fmla="*/ 965788 w 1281444"/>
              <a:gd name="connsiteY28" fmla="*/ 531384 h 1629350"/>
              <a:gd name="connsiteX29" fmla="*/ 20739 w 1281444"/>
              <a:gd name="connsiteY29" fmla="*/ 1471659 h 1629350"/>
              <a:gd name="connsiteX30" fmla="*/ 463711 w 1281444"/>
              <a:gd name="connsiteY30" fmla="*/ 1305206 h 1629350"/>
              <a:gd name="connsiteX31" fmla="*/ 1055561 w 1281444"/>
              <a:gd name="connsiteY31" fmla="*/ 760382 h 1629350"/>
              <a:gd name="connsiteX32" fmla="*/ 935242 w 1281444"/>
              <a:gd name="connsiteY32" fmla="*/ 599151 h 1629350"/>
              <a:gd name="connsiteX33" fmla="*/ 334132 w 1281444"/>
              <a:gd name="connsiteY33" fmla="*/ 1167525 h 1629350"/>
              <a:gd name="connsiteX34" fmla="*/ 463711 w 1281444"/>
              <a:gd name="connsiteY34" fmla="*/ 1305206 h 1629350"/>
              <a:gd name="connsiteX35" fmla="*/ 286351 w 1281444"/>
              <a:gd name="connsiteY35" fmla="*/ 1214856 h 1629350"/>
              <a:gd name="connsiteX36" fmla="*/ 74903 w 1281444"/>
              <a:gd name="connsiteY36" fmla="*/ 1412280 h 1629350"/>
              <a:gd name="connsiteX37" fmla="*/ 183590 w 1281444"/>
              <a:gd name="connsiteY37" fmla="*/ 1554060 h 1629350"/>
              <a:gd name="connsiteX38" fmla="*/ 396851 w 1281444"/>
              <a:gd name="connsiteY38" fmla="*/ 1359502 h 1629350"/>
              <a:gd name="connsiteX39" fmla="*/ 286351 w 1281444"/>
              <a:gd name="connsiteY39" fmla="*/ 1214856 h 1629350"/>
              <a:gd name="connsiteX40" fmla="*/ 1088232 w 1281444"/>
              <a:gd name="connsiteY40" fmla="*/ 667977 h 1629350"/>
              <a:gd name="connsiteX41" fmla="*/ 1149268 w 1281444"/>
              <a:gd name="connsiteY41" fmla="*/ 621291 h 1629350"/>
              <a:gd name="connsiteX42" fmla="*/ 1200446 w 1281444"/>
              <a:gd name="connsiteY42" fmla="*/ 567323 h 1629350"/>
              <a:gd name="connsiteX43" fmla="*/ 1202685 w 1281444"/>
              <a:gd name="connsiteY43" fmla="*/ 508898 h 1629350"/>
              <a:gd name="connsiteX44" fmla="*/ 1151135 w 1281444"/>
              <a:gd name="connsiteY44" fmla="*/ 489356 h 1629350"/>
              <a:gd name="connsiteX45" fmla="*/ 1132943 w 1281444"/>
              <a:gd name="connsiteY45" fmla="*/ 493237 h 1629350"/>
              <a:gd name="connsiteX46" fmla="*/ 1006184 w 1281444"/>
              <a:gd name="connsiteY46" fmla="*/ 574465 h 1629350"/>
              <a:gd name="connsiteX47" fmla="*/ 1088232 w 1281444"/>
              <a:gd name="connsiteY47" fmla="*/ 667977 h 1629350"/>
              <a:gd name="connsiteX48" fmla="*/ 61589 w 1281444"/>
              <a:gd name="connsiteY48" fmla="*/ 1463509 h 1629350"/>
              <a:gd name="connsiteX49" fmla="*/ 180892 w 1281444"/>
              <a:gd name="connsiteY49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467677 w 1281444"/>
              <a:gd name="connsiteY6" fmla="*/ 790818 h 1629350"/>
              <a:gd name="connsiteX7" fmla="*/ 772072 w 1281444"/>
              <a:gd name="connsiteY7" fmla="*/ 282336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722311 w 1281444"/>
              <a:gd name="connsiteY4" fmla="*/ 603926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855765 w 1281444"/>
              <a:gd name="connsiteY3" fmla="*/ 501534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772072 w 1281444"/>
              <a:gd name="connsiteY6" fmla="*/ 282336 h 1629350"/>
              <a:gd name="connsiteX7" fmla="*/ 719857 w 1281444"/>
              <a:gd name="connsiteY7" fmla="*/ 143007 h 1629350"/>
              <a:gd name="connsiteX8" fmla="*/ 811979 w 1281444"/>
              <a:gd name="connsiteY8" fmla="*/ 15905 h 1629350"/>
              <a:gd name="connsiteX9" fmla="*/ 898903 w 1281444"/>
              <a:gd name="connsiteY9" fmla="*/ 50496 h 1629350"/>
              <a:gd name="connsiteX10" fmla="*/ 1059257 w 1281444"/>
              <a:gd name="connsiteY10" fmla="*/ 452134 h 1629350"/>
              <a:gd name="connsiteX11" fmla="*/ 1138096 w 1281444"/>
              <a:gd name="connsiteY11" fmla="*/ 425664 h 1629350"/>
              <a:gd name="connsiteX12" fmla="*/ 1205485 w 1281444"/>
              <a:gd name="connsiteY12" fmla="*/ 429602 h 1629350"/>
              <a:gd name="connsiteX13" fmla="*/ 1258472 w 1281444"/>
              <a:gd name="connsiteY13" fmla="*/ 471445 h 1629350"/>
              <a:gd name="connsiteX14" fmla="*/ 1259311 w 1281444"/>
              <a:gd name="connsiteY14" fmla="*/ 608865 h 1629350"/>
              <a:gd name="connsiteX15" fmla="*/ 1149087 w 1281444"/>
              <a:gd name="connsiteY15" fmla="*/ 725721 h 1629350"/>
              <a:gd name="connsiteX16" fmla="*/ 1119065 w 1281444"/>
              <a:gd name="connsiteY16" fmla="*/ 807623 h 1629350"/>
              <a:gd name="connsiteX17" fmla="*/ 831495 w 1281444"/>
              <a:gd name="connsiteY17" fmla="*/ 1080519 h 1629350"/>
              <a:gd name="connsiteX18" fmla="*/ 415206 w 1281444"/>
              <a:gd name="connsiteY18" fmla="*/ 1439026 h 1629350"/>
              <a:gd name="connsiteX19" fmla="*/ 266093 w 1281444"/>
              <a:gd name="connsiteY19" fmla="*/ 1571928 h 1629350"/>
              <a:gd name="connsiteX20" fmla="*/ 176738 w 1281444"/>
              <a:gd name="connsiteY20" fmla="*/ 1629350 h 1629350"/>
              <a:gd name="connsiteX21" fmla="*/ 0 w 1281444"/>
              <a:gd name="connsiteY21" fmla="*/ 1407336 h 1629350"/>
              <a:gd name="connsiteX22" fmla="*/ 18495 w 1281444"/>
              <a:gd name="connsiteY22" fmla="*/ 1382629 h 1629350"/>
              <a:gd name="connsiteX23" fmla="*/ 399040 w 1281444"/>
              <a:gd name="connsiteY23" fmla="*/ 1012606 h 1629350"/>
              <a:gd name="connsiteX24" fmla="*/ 808016 w 1281444"/>
              <a:gd name="connsiteY24" fmla="*/ 622586 h 1629350"/>
              <a:gd name="connsiteX25" fmla="*/ 887588 w 1281444"/>
              <a:gd name="connsiteY25" fmla="*/ 552397 h 1629350"/>
              <a:gd name="connsiteX26" fmla="*/ 965788 w 1281444"/>
              <a:gd name="connsiteY26" fmla="*/ 531384 h 1629350"/>
              <a:gd name="connsiteX27" fmla="*/ 20739 w 1281444"/>
              <a:gd name="connsiteY27" fmla="*/ 1471659 h 1629350"/>
              <a:gd name="connsiteX28" fmla="*/ 463711 w 1281444"/>
              <a:gd name="connsiteY28" fmla="*/ 1305206 h 1629350"/>
              <a:gd name="connsiteX29" fmla="*/ 1055561 w 1281444"/>
              <a:gd name="connsiteY29" fmla="*/ 760382 h 1629350"/>
              <a:gd name="connsiteX30" fmla="*/ 935242 w 1281444"/>
              <a:gd name="connsiteY30" fmla="*/ 599151 h 1629350"/>
              <a:gd name="connsiteX31" fmla="*/ 334132 w 1281444"/>
              <a:gd name="connsiteY31" fmla="*/ 1167525 h 1629350"/>
              <a:gd name="connsiteX32" fmla="*/ 463711 w 1281444"/>
              <a:gd name="connsiteY32" fmla="*/ 1305206 h 1629350"/>
              <a:gd name="connsiteX33" fmla="*/ 286351 w 1281444"/>
              <a:gd name="connsiteY33" fmla="*/ 1214856 h 1629350"/>
              <a:gd name="connsiteX34" fmla="*/ 74903 w 1281444"/>
              <a:gd name="connsiteY34" fmla="*/ 1412280 h 1629350"/>
              <a:gd name="connsiteX35" fmla="*/ 183590 w 1281444"/>
              <a:gd name="connsiteY35" fmla="*/ 1554060 h 1629350"/>
              <a:gd name="connsiteX36" fmla="*/ 396851 w 1281444"/>
              <a:gd name="connsiteY36" fmla="*/ 1359502 h 1629350"/>
              <a:gd name="connsiteX37" fmla="*/ 286351 w 1281444"/>
              <a:gd name="connsiteY37" fmla="*/ 1214856 h 1629350"/>
              <a:gd name="connsiteX38" fmla="*/ 1088232 w 1281444"/>
              <a:gd name="connsiteY38" fmla="*/ 667977 h 1629350"/>
              <a:gd name="connsiteX39" fmla="*/ 1149268 w 1281444"/>
              <a:gd name="connsiteY39" fmla="*/ 621291 h 1629350"/>
              <a:gd name="connsiteX40" fmla="*/ 1200446 w 1281444"/>
              <a:gd name="connsiteY40" fmla="*/ 567323 h 1629350"/>
              <a:gd name="connsiteX41" fmla="*/ 1202685 w 1281444"/>
              <a:gd name="connsiteY41" fmla="*/ 508898 h 1629350"/>
              <a:gd name="connsiteX42" fmla="*/ 1151135 w 1281444"/>
              <a:gd name="connsiteY42" fmla="*/ 489356 h 1629350"/>
              <a:gd name="connsiteX43" fmla="*/ 1132943 w 1281444"/>
              <a:gd name="connsiteY43" fmla="*/ 493237 h 1629350"/>
              <a:gd name="connsiteX44" fmla="*/ 1006184 w 1281444"/>
              <a:gd name="connsiteY44" fmla="*/ 574465 h 1629350"/>
              <a:gd name="connsiteX45" fmla="*/ 1088232 w 1281444"/>
              <a:gd name="connsiteY45" fmla="*/ 667977 h 1629350"/>
              <a:gd name="connsiteX46" fmla="*/ 61589 w 1281444"/>
              <a:gd name="connsiteY46" fmla="*/ 1463509 h 1629350"/>
              <a:gd name="connsiteX47" fmla="*/ 180892 w 1281444"/>
              <a:gd name="connsiteY47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814534 w 1281444"/>
              <a:gd name="connsiteY6" fmla="*/ 535844 h 1629350"/>
              <a:gd name="connsiteX7" fmla="*/ 772072 w 1281444"/>
              <a:gd name="connsiteY7" fmla="*/ 282336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71659 h 1629350"/>
              <a:gd name="connsiteX1" fmla="*/ 1006422 w 1281444"/>
              <a:gd name="connsiteY1" fmla="*/ 492902 h 1629350"/>
              <a:gd name="connsiteX2" fmla="*/ 940185 w 1281444"/>
              <a:gd name="connsiteY2" fmla="*/ 472411 h 1629350"/>
              <a:gd name="connsiteX3" fmla="*/ 907497 w 1281444"/>
              <a:gd name="connsiteY3" fmla="*/ 512452 h 1629350"/>
              <a:gd name="connsiteX4" fmla="*/ 825794 w 1281444"/>
              <a:gd name="connsiteY4" fmla="*/ 590362 h 1629350"/>
              <a:gd name="connsiteX5" fmla="*/ 555390 w 1281444"/>
              <a:gd name="connsiteY5" fmla="*/ 744715 h 1629350"/>
              <a:gd name="connsiteX6" fmla="*/ 814534 w 1281444"/>
              <a:gd name="connsiteY6" fmla="*/ 535844 h 1629350"/>
              <a:gd name="connsiteX7" fmla="*/ 772558 w 1281444"/>
              <a:gd name="connsiteY7" fmla="*/ 272244 h 1629350"/>
              <a:gd name="connsiteX8" fmla="*/ 719857 w 1281444"/>
              <a:gd name="connsiteY8" fmla="*/ 143007 h 1629350"/>
              <a:gd name="connsiteX9" fmla="*/ 811979 w 1281444"/>
              <a:gd name="connsiteY9" fmla="*/ 15905 h 1629350"/>
              <a:gd name="connsiteX10" fmla="*/ 898903 w 1281444"/>
              <a:gd name="connsiteY10" fmla="*/ 50496 h 1629350"/>
              <a:gd name="connsiteX11" fmla="*/ 1059257 w 1281444"/>
              <a:gd name="connsiteY11" fmla="*/ 452134 h 1629350"/>
              <a:gd name="connsiteX12" fmla="*/ 1138096 w 1281444"/>
              <a:gd name="connsiteY12" fmla="*/ 425664 h 1629350"/>
              <a:gd name="connsiteX13" fmla="*/ 1205485 w 1281444"/>
              <a:gd name="connsiteY13" fmla="*/ 429602 h 1629350"/>
              <a:gd name="connsiteX14" fmla="*/ 1258472 w 1281444"/>
              <a:gd name="connsiteY14" fmla="*/ 471445 h 1629350"/>
              <a:gd name="connsiteX15" fmla="*/ 1259311 w 1281444"/>
              <a:gd name="connsiteY15" fmla="*/ 608865 h 1629350"/>
              <a:gd name="connsiteX16" fmla="*/ 1149087 w 1281444"/>
              <a:gd name="connsiteY16" fmla="*/ 725721 h 1629350"/>
              <a:gd name="connsiteX17" fmla="*/ 1119065 w 1281444"/>
              <a:gd name="connsiteY17" fmla="*/ 807623 h 1629350"/>
              <a:gd name="connsiteX18" fmla="*/ 831495 w 1281444"/>
              <a:gd name="connsiteY18" fmla="*/ 1080519 h 1629350"/>
              <a:gd name="connsiteX19" fmla="*/ 415206 w 1281444"/>
              <a:gd name="connsiteY19" fmla="*/ 1439026 h 1629350"/>
              <a:gd name="connsiteX20" fmla="*/ 266093 w 1281444"/>
              <a:gd name="connsiteY20" fmla="*/ 1571928 h 1629350"/>
              <a:gd name="connsiteX21" fmla="*/ 176738 w 1281444"/>
              <a:gd name="connsiteY21" fmla="*/ 1629350 h 1629350"/>
              <a:gd name="connsiteX22" fmla="*/ 0 w 1281444"/>
              <a:gd name="connsiteY22" fmla="*/ 1407336 h 1629350"/>
              <a:gd name="connsiteX23" fmla="*/ 18495 w 1281444"/>
              <a:gd name="connsiteY23" fmla="*/ 1382629 h 1629350"/>
              <a:gd name="connsiteX24" fmla="*/ 399040 w 1281444"/>
              <a:gd name="connsiteY24" fmla="*/ 1012606 h 1629350"/>
              <a:gd name="connsiteX25" fmla="*/ 808016 w 1281444"/>
              <a:gd name="connsiteY25" fmla="*/ 622586 h 1629350"/>
              <a:gd name="connsiteX26" fmla="*/ 887588 w 1281444"/>
              <a:gd name="connsiteY26" fmla="*/ 552397 h 1629350"/>
              <a:gd name="connsiteX27" fmla="*/ 965788 w 1281444"/>
              <a:gd name="connsiteY27" fmla="*/ 531384 h 1629350"/>
              <a:gd name="connsiteX28" fmla="*/ 20739 w 1281444"/>
              <a:gd name="connsiteY28" fmla="*/ 1471659 h 1629350"/>
              <a:gd name="connsiteX29" fmla="*/ 463711 w 1281444"/>
              <a:gd name="connsiteY29" fmla="*/ 1305206 h 1629350"/>
              <a:gd name="connsiteX30" fmla="*/ 1055561 w 1281444"/>
              <a:gd name="connsiteY30" fmla="*/ 760382 h 1629350"/>
              <a:gd name="connsiteX31" fmla="*/ 935242 w 1281444"/>
              <a:gd name="connsiteY31" fmla="*/ 599151 h 1629350"/>
              <a:gd name="connsiteX32" fmla="*/ 334132 w 1281444"/>
              <a:gd name="connsiteY32" fmla="*/ 1167525 h 1629350"/>
              <a:gd name="connsiteX33" fmla="*/ 463711 w 1281444"/>
              <a:gd name="connsiteY33" fmla="*/ 1305206 h 1629350"/>
              <a:gd name="connsiteX34" fmla="*/ 286351 w 1281444"/>
              <a:gd name="connsiteY34" fmla="*/ 1214856 h 1629350"/>
              <a:gd name="connsiteX35" fmla="*/ 74903 w 1281444"/>
              <a:gd name="connsiteY35" fmla="*/ 1412280 h 1629350"/>
              <a:gd name="connsiteX36" fmla="*/ 183590 w 1281444"/>
              <a:gd name="connsiteY36" fmla="*/ 1554060 h 1629350"/>
              <a:gd name="connsiteX37" fmla="*/ 396851 w 1281444"/>
              <a:gd name="connsiteY37" fmla="*/ 1359502 h 1629350"/>
              <a:gd name="connsiteX38" fmla="*/ 286351 w 1281444"/>
              <a:gd name="connsiteY38" fmla="*/ 1214856 h 1629350"/>
              <a:gd name="connsiteX39" fmla="*/ 1088232 w 1281444"/>
              <a:gd name="connsiteY39" fmla="*/ 667977 h 1629350"/>
              <a:gd name="connsiteX40" fmla="*/ 1149268 w 1281444"/>
              <a:gd name="connsiteY40" fmla="*/ 621291 h 1629350"/>
              <a:gd name="connsiteX41" fmla="*/ 1200446 w 1281444"/>
              <a:gd name="connsiteY41" fmla="*/ 567323 h 1629350"/>
              <a:gd name="connsiteX42" fmla="*/ 1202685 w 1281444"/>
              <a:gd name="connsiteY42" fmla="*/ 508898 h 1629350"/>
              <a:gd name="connsiteX43" fmla="*/ 1151135 w 1281444"/>
              <a:gd name="connsiteY43" fmla="*/ 489356 h 1629350"/>
              <a:gd name="connsiteX44" fmla="*/ 1132943 w 1281444"/>
              <a:gd name="connsiteY44" fmla="*/ 493237 h 1629350"/>
              <a:gd name="connsiteX45" fmla="*/ 1006184 w 1281444"/>
              <a:gd name="connsiteY45" fmla="*/ 574465 h 1629350"/>
              <a:gd name="connsiteX46" fmla="*/ 1088232 w 1281444"/>
              <a:gd name="connsiteY46" fmla="*/ 667977 h 1629350"/>
              <a:gd name="connsiteX47" fmla="*/ 61589 w 1281444"/>
              <a:gd name="connsiteY47" fmla="*/ 1463509 h 1629350"/>
              <a:gd name="connsiteX48" fmla="*/ 180892 w 1281444"/>
              <a:gd name="connsiteY48" fmla="*/ 1571463 h 1629350"/>
              <a:gd name="connsiteX0" fmla="*/ 20739 w 1281444"/>
              <a:gd name="connsiteY0" fmla="*/ 1464976 h 1622667"/>
              <a:gd name="connsiteX1" fmla="*/ 1006422 w 1281444"/>
              <a:gd name="connsiteY1" fmla="*/ 486219 h 1622667"/>
              <a:gd name="connsiteX2" fmla="*/ 940185 w 1281444"/>
              <a:gd name="connsiteY2" fmla="*/ 465728 h 1622667"/>
              <a:gd name="connsiteX3" fmla="*/ 907497 w 1281444"/>
              <a:gd name="connsiteY3" fmla="*/ 505769 h 1622667"/>
              <a:gd name="connsiteX4" fmla="*/ 825794 w 1281444"/>
              <a:gd name="connsiteY4" fmla="*/ 583679 h 1622667"/>
              <a:gd name="connsiteX5" fmla="*/ 555390 w 1281444"/>
              <a:gd name="connsiteY5" fmla="*/ 738032 h 1622667"/>
              <a:gd name="connsiteX6" fmla="*/ 814534 w 1281444"/>
              <a:gd name="connsiteY6" fmla="*/ 529161 h 1622667"/>
              <a:gd name="connsiteX7" fmla="*/ 772558 w 1281444"/>
              <a:gd name="connsiteY7" fmla="*/ 265561 h 1622667"/>
              <a:gd name="connsiteX8" fmla="*/ 637256 w 1281444"/>
              <a:gd name="connsiteY8" fmla="*/ 31204 h 1622667"/>
              <a:gd name="connsiteX9" fmla="*/ 811979 w 1281444"/>
              <a:gd name="connsiteY9" fmla="*/ 9222 h 1622667"/>
              <a:gd name="connsiteX10" fmla="*/ 898903 w 1281444"/>
              <a:gd name="connsiteY10" fmla="*/ 43813 h 1622667"/>
              <a:gd name="connsiteX11" fmla="*/ 1059257 w 1281444"/>
              <a:gd name="connsiteY11" fmla="*/ 445451 h 1622667"/>
              <a:gd name="connsiteX12" fmla="*/ 1138096 w 1281444"/>
              <a:gd name="connsiteY12" fmla="*/ 418981 h 1622667"/>
              <a:gd name="connsiteX13" fmla="*/ 1205485 w 1281444"/>
              <a:gd name="connsiteY13" fmla="*/ 422919 h 1622667"/>
              <a:gd name="connsiteX14" fmla="*/ 1258472 w 1281444"/>
              <a:gd name="connsiteY14" fmla="*/ 464762 h 1622667"/>
              <a:gd name="connsiteX15" fmla="*/ 1259311 w 1281444"/>
              <a:gd name="connsiteY15" fmla="*/ 602182 h 1622667"/>
              <a:gd name="connsiteX16" fmla="*/ 1149087 w 1281444"/>
              <a:gd name="connsiteY16" fmla="*/ 719038 h 1622667"/>
              <a:gd name="connsiteX17" fmla="*/ 1119065 w 1281444"/>
              <a:gd name="connsiteY17" fmla="*/ 800940 h 1622667"/>
              <a:gd name="connsiteX18" fmla="*/ 831495 w 1281444"/>
              <a:gd name="connsiteY18" fmla="*/ 1073836 h 1622667"/>
              <a:gd name="connsiteX19" fmla="*/ 415206 w 1281444"/>
              <a:gd name="connsiteY19" fmla="*/ 1432343 h 1622667"/>
              <a:gd name="connsiteX20" fmla="*/ 266093 w 1281444"/>
              <a:gd name="connsiteY20" fmla="*/ 1565245 h 1622667"/>
              <a:gd name="connsiteX21" fmla="*/ 176738 w 1281444"/>
              <a:gd name="connsiteY21" fmla="*/ 1622667 h 1622667"/>
              <a:gd name="connsiteX22" fmla="*/ 0 w 1281444"/>
              <a:gd name="connsiteY22" fmla="*/ 1400653 h 1622667"/>
              <a:gd name="connsiteX23" fmla="*/ 18495 w 1281444"/>
              <a:gd name="connsiteY23" fmla="*/ 1375946 h 1622667"/>
              <a:gd name="connsiteX24" fmla="*/ 399040 w 1281444"/>
              <a:gd name="connsiteY24" fmla="*/ 1005923 h 1622667"/>
              <a:gd name="connsiteX25" fmla="*/ 808016 w 1281444"/>
              <a:gd name="connsiteY25" fmla="*/ 615903 h 1622667"/>
              <a:gd name="connsiteX26" fmla="*/ 887588 w 1281444"/>
              <a:gd name="connsiteY26" fmla="*/ 545714 h 1622667"/>
              <a:gd name="connsiteX27" fmla="*/ 965788 w 1281444"/>
              <a:gd name="connsiteY27" fmla="*/ 524701 h 1622667"/>
              <a:gd name="connsiteX28" fmla="*/ 20739 w 1281444"/>
              <a:gd name="connsiteY28" fmla="*/ 1464976 h 1622667"/>
              <a:gd name="connsiteX29" fmla="*/ 463711 w 1281444"/>
              <a:gd name="connsiteY29" fmla="*/ 1298523 h 1622667"/>
              <a:gd name="connsiteX30" fmla="*/ 1055561 w 1281444"/>
              <a:gd name="connsiteY30" fmla="*/ 753699 h 1622667"/>
              <a:gd name="connsiteX31" fmla="*/ 935242 w 1281444"/>
              <a:gd name="connsiteY31" fmla="*/ 592468 h 1622667"/>
              <a:gd name="connsiteX32" fmla="*/ 334132 w 1281444"/>
              <a:gd name="connsiteY32" fmla="*/ 1160842 h 1622667"/>
              <a:gd name="connsiteX33" fmla="*/ 463711 w 1281444"/>
              <a:gd name="connsiteY33" fmla="*/ 1298523 h 1622667"/>
              <a:gd name="connsiteX34" fmla="*/ 286351 w 1281444"/>
              <a:gd name="connsiteY34" fmla="*/ 1208173 h 1622667"/>
              <a:gd name="connsiteX35" fmla="*/ 74903 w 1281444"/>
              <a:gd name="connsiteY35" fmla="*/ 1405597 h 1622667"/>
              <a:gd name="connsiteX36" fmla="*/ 183590 w 1281444"/>
              <a:gd name="connsiteY36" fmla="*/ 1547377 h 1622667"/>
              <a:gd name="connsiteX37" fmla="*/ 396851 w 1281444"/>
              <a:gd name="connsiteY37" fmla="*/ 1352819 h 1622667"/>
              <a:gd name="connsiteX38" fmla="*/ 286351 w 1281444"/>
              <a:gd name="connsiteY38" fmla="*/ 1208173 h 1622667"/>
              <a:gd name="connsiteX39" fmla="*/ 1088232 w 1281444"/>
              <a:gd name="connsiteY39" fmla="*/ 661294 h 1622667"/>
              <a:gd name="connsiteX40" fmla="*/ 1149268 w 1281444"/>
              <a:gd name="connsiteY40" fmla="*/ 614608 h 1622667"/>
              <a:gd name="connsiteX41" fmla="*/ 1200446 w 1281444"/>
              <a:gd name="connsiteY41" fmla="*/ 560640 h 1622667"/>
              <a:gd name="connsiteX42" fmla="*/ 1202685 w 1281444"/>
              <a:gd name="connsiteY42" fmla="*/ 502215 h 1622667"/>
              <a:gd name="connsiteX43" fmla="*/ 1151135 w 1281444"/>
              <a:gd name="connsiteY43" fmla="*/ 482673 h 1622667"/>
              <a:gd name="connsiteX44" fmla="*/ 1132943 w 1281444"/>
              <a:gd name="connsiteY44" fmla="*/ 486554 h 1622667"/>
              <a:gd name="connsiteX45" fmla="*/ 1006184 w 1281444"/>
              <a:gd name="connsiteY45" fmla="*/ 567782 h 1622667"/>
              <a:gd name="connsiteX46" fmla="*/ 1088232 w 1281444"/>
              <a:gd name="connsiteY46" fmla="*/ 661294 h 1622667"/>
              <a:gd name="connsiteX47" fmla="*/ 61589 w 1281444"/>
              <a:gd name="connsiteY47" fmla="*/ 1456826 h 1622667"/>
              <a:gd name="connsiteX48" fmla="*/ 180892 w 1281444"/>
              <a:gd name="connsiteY48" fmla="*/ 1564780 h 1622667"/>
              <a:gd name="connsiteX0" fmla="*/ 20739 w 1281444"/>
              <a:gd name="connsiteY0" fmla="*/ 1627346 h 1785037"/>
              <a:gd name="connsiteX1" fmla="*/ 1006422 w 1281444"/>
              <a:gd name="connsiteY1" fmla="*/ 648589 h 1785037"/>
              <a:gd name="connsiteX2" fmla="*/ 940185 w 1281444"/>
              <a:gd name="connsiteY2" fmla="*/ 628098 h 1785037"/>
              <a:gd name="connsiteX3" fmla="*/ 907497 w 1281444"/>
              <a:gd name="connsiteY3" fmla="*/ 668139 h 1785037"/>
              <a:gd name="connsiteX4" fmla="*/ 825794 w 1281444"/>
              <a:gd name="connsiteY4" fmla="*/ 746049 h 1785037"/>
              <a:gd name="connsiteX5" fmla="*/ 555390 w 1281444"/>
              <a:gd name="connsiteY5" fmla="*/ 900402 h 1785037"/>
              <a:gd name="connsiteX6" fmla="*/ 814534 w 1281444"/>
              <a:gd name="connsiteY6" fmla="*/ 691531 h 1785037"/>
              <a:gd name="connsiteX7" fmla="*/ 772558 w 1281444"/>
              <a:gd name="connsiteY7" fmla="*/ 427931 h 1785037"/>
              <a:gd name="connsiteX8" fmla="*/ 637256 w 1281444"/>
              <a:gd name="connsiteY8" fmla="*/ 193574 h 1785037"/>
              <a:gd name="connsiteX9" fmla="*/ 784835 w 1281444"/>
              <a:gd name="connsiteY9" fmla="*/ 26 h 1785037"/>
              <a:gd name="connsiteX10" fmla="*/ 898903 w 1281444"/>
              <a:gd name="connsiteY10" fmla="*/ 206183 h 1785037"/>
              <a:gd name="connsiteX11" fmla="*/ 1059257 w 1281444"/>
              <a:gd name="connsiteY11" fmla="*/ 607821 h 1785037"/>
              <a:gd name="connsiteX12" fmla="*/ 1138096 w 1281444"/>
              <a:gd name="connsiteY12" fmla="*/ 581351 h 1785037"/>
              <a:gd name="connsiteX13" fmla="*/ 1205485 w 1281444"/>
              <a:gd name="connsiteY13" fmla="*/ 585289 h 1785037"/>
              <a:gd name="connsiteX14" fmla="*/ 1258472 w 1281444"/>
              <a:gd name="connsiteY14" fmla="*/ 627132 h 1785037"/>
              <a:gd name="connsiteX15" fmla="*/ 1259311 w 1281444"/>
              <a:gd name="connsiteY15" fmla="*/ 764552 h 1785037"/>
              <a:gd name="connsiteX16" fmla="*/ 1149087 w 1281444"/>
              <a:gd name="connsiteY16" fmla="*/ 881408 h 1785037"/>
              <a:gd name="connsiteX17" fmla="*/ 1119065 w 1281444"/>
              <a:gd name="connsiteY17" fmla="*/ 963310 h 1785037"/>
              <a:gd name="connsiteX18" fmla="*/ 831495 w 1281444"/>
              <a:gd name="connsiteY18" fmla="*/ 1236206 h 1785037"/>
              <a:gd name="connsiteX19" fmla="*/ 415206 w 1281444"/>
              <a:gd name="connsiteY19" fmla="*/ 1594713 h 1785037"/>
              <a:gd name="connsiteX20" fmla="*/ 266093 w 1281444"/>
              <a:gd name="connsiteY20" fmla="*/ 1727615 h 1785037"/>
              <a:gd name="connsiteX21" fmla="*/ 176738 w 1281444"/>
              <a:gd name="connsiteY21" fmla="*/ 1785037 h 1785037"/>
              <a:gd name="connsiteX22" fmla="*/ 0 w 1281444"/>
              <a:gd name="connsiteY22" fmla="*/ 1563023 h 1785037"/>
              <a:gd name="connsiteX23" fmla="*/ 18495 w 1281444"/>
              <a:gd name="connsiteY23" fmla="*/ 1538316 h 1785037"/>
              <a:gd name="connsiteX24" fmla="*/ 399040 w 1281444"/>
              <a:gd name="connsiteY24" fmla="*/ 1168293 h 1785037"/>
              <a:gd name="connsiteX25" fmla="*/ 808016 w 1281444"/>
              <a:gd name="connsiteY25" fmla="*/ 778273 h 1785037"/>
              <a:gd name="connsiteX26" fmla="*/ 887588 w 1281444"/>
              <a:gd name="connsiteY26" fmla="*/ 708084 h 1785037"/>
              <a:gd name="connsiteX27" fmla="*/ 965788 w 1281444"/>
              <a:gd name="connsiteY27" fmla="*/ 687071 h 1785037"/>
              <a:gd name="connsiteX28" fmla="*/ 20739 w 1281444"/>
              <a:gd name="connsiteY28" fmla="*/ 1627346 h 1785037"/>
              <a:gd name="connsiteX29" fmla="*/ 463711 w 1281444"/>
              <a:gd name="connsiteY29" fmla="*/ 1460893 h 1785037"/>
              <a:gd name="connsiteX30" fmla="*/ 1055561 w 1281444"/>
              <a:gd name="connsiteY30" fmla="*/ 916069 h 1785037"/>
              <a:gd name="connsiteX31" fmla="*/ 935242 w 1281444"/>
              <a:gd name="connsiteY31" fmla="*/ 754838 h 1785037"/>
              <a:gd name="connsiteX32" fmla="*/ 334132 w 1281444"/>
              <a:gd name="connsiteY32" fmla="*/ 1323212 h 1785037"/>
              <a:gd name="connsiteX33" fmla="*/ 463711 w 1281444"/>
              <a:gd name="connsiteY33" fmla="*/ 1460893 h 1785037"/>
              <a:gd name="connsiteX34" fmla="*/ 286351 w 1281444"/>
              <a:gd name="connsiteY34" fmla="*/ 1370543 h 1785037"/>
              <a:gd name="connsiteX35" fmla="*/ 74903 w 1281444"/>
              <a:gd name="connsiteY35" fmla="*/ 1567967 h 1785037"/>
              <a:gd name="connsiteX36" fmla="*/ 183590 w 1281444"/>
              <a:gd name="connsiteY36" fmla="*/ 1709747 h 1785037"/>
              <a:gd name="connsiteX37" fmla="*/ 396851 w 1281444"/>
              <a:gd name="connsiteY37" fmla="*/ 1515189 h 1785037"/>
              <a:gd name="connsiteX38" fmla="*/ 286351 w 1281444"/>
              <a:gd name="connsiteY38" fmla="*/ 1370543 h 1785037"/>
              <a:gd name="connsiteX39" fmla="*/ 1088232 w 1281444"/>
              <a:gd name="connsiteY39" fmla="*/ 823664 h 1785037"/>
              <a:gd name="connsiteX40" fmla="*/ 1149268 w 1281444"/>
              <a:gd name="connsiteY40" fmla="*/ 776978 h 1785037"/>
              <a:gd name="connsiteX41" fmla="*/ 1200446 w 1281444"/>
              <a:gd name="connsiteY41" fmla="*/ 723010 h 1785037"/>
              <a:gd name="connsiteX42" fmla="*/ 1202685 w 1281444"/>
              <a:gd name="connsiteY42" fmla="*/ 664585 h 1785037"/>
              <a:gd name="connsiteX43" fmla="*/ 1151135 w 1281444"/>
              <a:gd name="connsiteY43" fmla="*/ 645043 h 1785037"/>
              <a:gd name="connsiteX44" fmla="*/ 1132943 w 1281444"/>
              <a:gd name="connsiteY44" fmla="*/ 648924 h 1785037"/>
              <a:gd name="connsiteX45" fmla="*/ 1006184 w 1281444"/>
              <a:gd name="connsiteY45" fmla="*/ 730152 h 1785037"/>
              <a:gd name="connsiteX46" fmla="*/ 1088232 w 1281444"/>
              <a:gd name="connsiteY46" fmla="*/ 823664 h 1785037"/>
              <a:gd name="connsiteX47" fmla="*/ 61589 w 1281444"/>
              <a:gd name="connsiteY47" fmla="*/ 1619196 h 1785037"/>
              <a:gd name="connsiteX48" fmla="*/ 180892 w 1281444"/>
              <a:gd name="connsiteY48" fmla="*/ 1727150 h 178503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40185 w 1281444"/>
              <a:gd name="connsiteY2" fmla="*/ 628528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65788 w 1281444"/>
              <a:gd name="connsiteY27" fmla="*/ 687501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65788 w 1281444"/>
              <a:gd name="connsiteY27" fmla="*/ 687501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914523 w 1281444"/>
              <a:gd name="connsiteY27" fmla="*/ 701892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20739 w 1281444"/>
              <a:gd name="connsiteY0" fmla="*/ 1627776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20739 w 1281444"/>
              <a:gd name="connsiteY28" fmla="*/ 1627776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482 w 1281444"/>
              <a:gd name="connsiteY0" fmla="*/ 1487650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86482 w 1281444"/>
              <a:gd name="connsiteY28" fmla="*/ 1487650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78012 w 1281444"/>
              <a:gd name="connsiteY2" fmla="*/ 578089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72558 w 1281444"/>
              <a:gd name="connsiteY7" fmla="*/ 428361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814534 w 1281444"/>
              <a:gd name="connsiteY6" fmla="*/ 691961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55390 w 1281444"/>
              <a:gd name="connsiteY5" fmla="*/ 900832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25794 w 1281444"/>
              <a:gd name="connsiteY4" fmla="*/ 746479 h 1785467"/>
              <a:gd name="connsiteX5" fmla="*/ 516841 w 1281444"/>
              <a:gd name="connsiteY5" fmla="*/ 791090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59204 w 1281444"/>
              <a:gd name="connsiteY4" fmla="*/ 658988 h 1785467"/>
              <a:gd name="connsiteX5" fmla="*/ 516841 w 1281444"/>
              <a:gd name="connsiteY5" fmla="*/ 791090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59204 w 1281444"/>
              <a:gd name="connsiteY4" fmla="*/ 65898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729767 w 1281444"/>
              <a:gd name="connsiteY7" fmla="*/ 476874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766038 w 1281444"/>
              <a:gd name="connsiteY6" fmla="*/ 613769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31154 w 1281444"/>
              <a:gd name="connsiteY5" fmla="*/ 902793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71687 w 1281444"/>
              <a:gd name="connsiteY4" fmla="*/ 679818 h 1785467"/>
              <a:gd name="connsiteX5" fmla="*/ 654376 w 1281444"/>
              <a:gd name="connsiteY5" fmla="*/ 910654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654376 w 1281444"/>
              <a:gd name="connsiteY5" fmla="*/ 910654 h 1785467"/>
              <a:gd name="connsiteX6" fmla="*/ 546895 w 1281444"/>
              <a:gd name="connsiteY6" fmla="*/ 648740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654376 w 1281444"/>
              <a:gd name="connsiteY5" fmla="*/ 910654 h 1785467"/>
              <a:gd name="connsiteX6" fmla="*/ 639981 w 1281444"/>
              <a:gd name="connsiteY6" fmla="*/ 606018 h 1785467"/>
              <a:gd name="connsiteX7" fmla="*/ 802203 w 1281444"/>
              <a:gd name="connsiteY7" fmla="*/ 407872 h 1785467"/>
              <a:gd name="connsiteX8" fmla="*/ 637256 w 1281444"/>
              <a:gd name="connsiteY8" fmla="*/ 194004 h 1785467"/>
              <a:gd name="connsiteX9" fmla="*/ 784835 w 1281444"/>
              <a:gd name="connsiteY9" fmla="*/ 456 h 1785467"/>
              <a:gd name="connsiteX10" fmla="*/ 965403 w 1281444"/>
              <a:gd name="connsiteY10" fmla="*/ 155869 h 1785467"/>
              <a:gd name="connsiteX11" fmla="*/ 1059257 w 1281444"/>
              <a:gd name="connsiteY11" fmla="*/ 608251 h 1785467"/>
              <a:gd name="connsiteX12" fmla="*/ 1138096 w 1281444"/>
              <a:gd name="connsiteY12" fmla="*/ 581781 h 1785467"/>
              <a:gd name="connsiteX13" fmla="*/ 1205485 w 1281444"/>
              <a:gd name="connsiteY13" fmla="*/ 585719 h 1785467"/>
              <a:gd name="connsiteX14" fmla="*/ 1258472 w 1281444"/>
              <a:gd name="connsiteY14" fmla="*/ 627562 h 1785467"/>
              <a:gd name="connsiteX15" fmla="*/ 1259311 w 1281444"/>
              <a:gd name="connsiteY15" fmla="*/ 764982 h 1785467"/>
              <a:gd name="connsiteX16" fmla="*/ 1149087 w 1281444"/>
              <a:gd name="connsiteY16" fmla="*/ 881838 h 1785467"/>
              <a:gd name="connsiteX17" fmla="*/ 1119065 w 1281444"/>
              <a:gd name="connsiteY17" fmla="*/ 963740 h 1785467"/>
              <a:gd name="connsiteX18" fmla="*/ 831495 w 1281444"/>
              <a:gd name="connsiteY18" fmla="*/ 1236636 h 1785467"/>
              <a:gd name="connsiteX19" fmla="*/ 415206 w 1281444"/>
              <a:gd name="connsiteY19" fmla="*/ 1595143 h 1785467"/>
              <a:gd name="connsiteX20" fmla="*/ 266093 w 1281444"/>
              <a:gd name="connsiteY20" fmla="*/ 1728045 h 1785467"/>
              <a:gd name="connsiteX21" fmla="*/ 176738 w 1281444"/>
              <a:gd name="connsiteY21" fmla="*/ 1785467 h 1785467"/>
              <a:gd name="connsiteX22" fmla="*/ 0 w 1281444"/>
              <a:gd name="connsiteY22" fmla="*/ 1563453 h 1785467"/>
              <a:gd name="connsiteX23" fmla="*/ 18495 w 1281444"/>
              <a:gd name="connsiteY23" fmla="*/ 1538746 h 1785467"/>
              <a:gd name="connsiteX24" fmla="*/ 399040 w 1281444"/>
              <a:gd name="connsiteY24" fmla="*/ 1168723 h 1785467"/>
              <a:gd name="connsiteX25" fmla="*/ 808016 w 1281444"/>
              <a:gd name="connsiteY25" fmla="*/ 778703 h 1785467"/>
              <a:gd name="connsiteX26" fmla="*/ 887588 w 1281444"/>
              <a:gd name="connsiteY26" fmla="*/ 708514 h 1785467"/>
              <a:gd name="connsiteX27" fmla="*/ 1009372 w 1281444"/>
              <a:gd name="connsiteY27" fmla="*/ 657570 h 1785467"/>
              <a:gd name="connsiteX28" fmla="*/ 1030363 w 1281444"/>
              <a:gd name="connsiteY28" fmla="*/ 649739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54376 w 1281444"/>
              <a:gd name="connsiteY6" fmla="*/ 910654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54376 w 1281444"/>
              <a:gd name="connsiteY6" fmla="*/ 910654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2671 w 1281444"/>
              <a:gd name="connsiteY5" fmla="*/ 849372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30363 w 1281444"/>
              <a:gd name="connsiteY0" fmla="*/ 649739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1030363 w 1281444"/>
              <a:gd name="connsiteY29" fmla="*/ 649739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682770 w 1281444"/>
              <a:gd name="connsiteY0" fmla="*/ 971848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682770 w 1281444"/>
              <a:gd name="connsiteY29" fmla="*/ 971848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1009372 w 1281444"/>
              <a:gd name="connsiteY0" fmla="*/ 657570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1009372 w 1281444"/>
              <a:gd name="connsiteY28" fmla="*/ 657570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1006422 w 1281444"/>
              <a:gd name="connsiteY1" fmla="*/ 649019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802203 w 1281444"/>
              <a:gd name="connsiteY8" fmla="*/ 407872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714216 w 1281444"/>
              <a:gd name="connsiteY4" fmla="*/ 612993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727474 w 1281444"/>
              <a:gd name="connsiteY5" fmla="*/ 854660 h 1785467"/>
              <a:gd name="connsiteX6" fmla="*/ 633222 w 1281444"/>
              <a:gd name="connsiteY6" fmla="*/ 929865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87588 w 1281444"/>
              <a:gd name="connsiteY27" fmla="*/ 708514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7474 w 1281444"/>
              <a:gd name="connsiteY6" fmla="*/ 854660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633222 w 1281444"/>
              <a:gd name="connsiteY7" fmla="*/ 929865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92866 w 1281444"/>
              <a:gd name="connsiteY6" fmla="*/ 873224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571200 w 1281444"/>
              <a:gd name="connsiteY7" fmla="*/ 992624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720908 w 1281444"/>
              <a:gd name="connsiteY6" fmla="*/ 85097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58887 w 1281444"/>
              <a:gd name="connsiteY6" fmla="*/ 91373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69601 w 1281444"/>
              <a:gd name="connsiteY1" fmla="*/ 608475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43188 w 1281444"/>
              <a:gd name="connsiteY2" fmla="*/ 706216 h 1785467"/>
              <a:gd name="connsiteX3" fmla="*/ 907497 w 1281444"/>
              <a:gd name="connsiteY3" fmla="*/ 668569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43188 w 1281444"/>
              <a:gd name="connsiteY2" fmla="*/ 706216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7588 w 1281444"/>
              <a:gd name="connsiteY28" fmla="*/ 708514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27328 w 1281444"/>
              <a:gd name="connsiteY28" fmla="*/ 769672 h 1785467"/>
              <a:gd name="connsiteX29" fmla="*/ 886948 w 1281444"/>
              <a:gd name="connsiteY29" fmla="*/ 749452 h 1785467"/>
              <a:gd name="connsiteX30" fmla="*/ 463711 w 1281444"/>
              <a:gd name="connsiteY30" fmla="*/ 1461323 h 1785467"/>
              <a:gd name="connsiteX31" fmla="*/ 1055561 w 1281444"/>
              <a:gd name="connsiteY31" fmla="*/ 916499 h 1785467"/>
              <a:gd name="connsiteX32" fmla="*/ 935242 w 1281444"/>
              <a:gd name="connsiteY32" fmla="*/ 755268 h 1785467"/>
              <a:gd name="connsiteX33" fmla="*/ 334132 w 1281444"/>
              <a:gd name="connsiteY33" fmla="*/ 1323642 h 1785467"/>
              <a:gd name="connsiteX34" fmla="*/ 463711 w 1281444"/>
              <a:gd name="connsiteY34" fmla="*/ 1461323 h 1785467"/>
              <a:gd name="connsiteX35" fmla="*/ 286351 w 1281444"/>
              <a:gd name="connsiteY35" fmla="*/ 1370973 h 1785467"/>
              <a:gd name="connsiteX36" fmla="*/ 74903 w 1281444"/>
              <a:gd name="connsiteY36" fmla="*/ 1568397 h 1785467"/>
              <a:gd name="connsiteX37" fmla="*/ 183590 w 1281444"/>
              <a:gd name="connsiteY37" fmla="*/ 1710177 h 1785467"/>
              <a:gd name="connsiteX38" fmla="*/ 396851 w 1281444"/>
              <a:gd name="connsiteY38" fmla="*/ 1515619 h 1785467"/>
              <a:gd name="connsiteX39" fmla="*/ 286351 w 1281444"/>
              <a:gd name="connsiteY39" fmla="*/ 1370973 h 1785467"/>
              <a:gd name="connsiteX40" fmla="*/ 1088232 w 1281444"/>
              <a:gd name="connsiteY40" fmla="*/ 824094 h 1785467"/>
              <a:gd name="connsiteX41" fmla="*/ 1149268 w 1281444"/>
              <a:gd name="connsiteY41" fmla="*/ 777408 h 1785467"/>
              <a:gd name="connsiteX42" fmla="*/ 1200446 w 1281444"/>
              <a:gd name="connsiteY42" fmla="*/ 723440 h 1785467"/>
              <a:gd name="connsiteX43" fmla="*/ 1202685 w 1281444"/>
              <a:gd name="connsiteY43" fmla="*/ 665015 h 1785467"/>
              <a:gd name="connsiteX44" fmla="*/ 1151135 w 1281444"/>
              <a:gd name="connsiteY44" fmla="*/ 645473 h 1785467"/>
              <a:gd name="connsiteX45" fmla="*/ 1132943 w 1281444"/>
              <a:gd name="connsiteY45" fmla="*/ 649354 h 1785467"/>
              <a:gd name="connsiteX46" fmla="*/ 1006184 w 1281444"/>
              <a:gd name="connsiteY46" fmla="*/ 730582 h 1785467"/>
              <a:gd name="connsiteX47" fmla="*/ 1088232 w 1281444"/>
              <a:gd name="connsiteY47" fmla="*/ 824094 h 1785467"/>
              <a:gd name="connsiteX48" fmla="*/ 61589 w 1281444"/>
              <a:gd name="connsiteY48" fmla="*/ 1619626 h 1785467"/>
              <a:gd name="connsiteX49" fmla="*/ 180892 w 1281444"/>
              <a:gd name="connsiteY49" fmla="*/ 1727580 h 1785467"/>
              <a:gd name="connsiteX0" fmla="*/ 886948 w 1281444"/>
              <a:gd name="connsiteY0" fmla="*/ 74945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86948 w 1281444"/>
              <a:gd name="connsiteY28" fmla="*/ 74945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533 w 1281444"/>
              <a:gd name="connsiteY1" fmla="*/ 755326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03874 w 1281444"/>
              <a:gd name="connsiteY1" fmla="*/ 713199 h 1785467"/>
              <a:gd name="connsiteX2" fmla="*/ 919013 w 1281444"/>
              <a:gd name="connsiteY2" fmla="*/ 683138 h 1785467"/>
              <a:gd name="connsiteX3" fmla="*/ 921600 w 1281444"/>
              <a:gd name="connsiteY3" fmla="*/ 655760 h 1785467"/>
              <a:gd name="connsiteX4" fmla="*/ 840310 w 1281444"/>
              <a:gd name="connsiteY4" fmla="*/ 549945 h 1785467"/>
              <a:gd name="connsiteX5" fmla="*/ 690237 w 1281444"/>
              <a:gd name="connsiteY5" fmla="*/ 682608 h 1785467"/>
              <a:gd name="connsiteX6" fmla="*/ 678278 w 1281444"/>
              <a:gd name="connsiteY6" fmla="*/ 896122 h 1785467"/>
              <a:gd name="connsiteX7" fmla="*/ 634661 w 1281444"/>
              <a:gd name="connsiteY7" fmla="*/ 934991 h 1785467"/>
              <a:gd name="connsiteX8" fmla="*/ 639981 w 1281444"/>
              <a:gd name="connsiteY8" fmla="*/ 606018 h 1785467"/>
              <a:gd name="connsiteX9" fmla="*/ 735217 w 1281444"/>
              <a:gd name="connsiteY9" fmla="*/ 468707 h 1785467"/>
              <a:gd name="connsiteX10" fmla="*/ 637256 w 1281444"/>
              <a:gd name="connsiteY10" fmla="*/ 194004 h 1785467"/>
              <a:gd name="connsiteX11" fmla="*/ 784835 w 1281444"/>
              <a:gd name="connsiteY11" fmla="*/ 456 h 1785467"/>
              <a:gd name="connsiteX12" fmla="*/ 965403 w 1281444"/>
              <a:gd name="connsiteY12" fmla="*/ 155869 h 1785467"/>
              <a:gd name="connsiteX13" fmla="*/ 1059257 w 1281444"/>
              <a:gd name="connsiteY13" fmla="*/ 608251 h 1785467"/>
              <a:gd name="connsiteX14" fmla="*/ 1138096 w 1281444"/>
              <a:gd name="connsiteY14" fmla="*/ 581781 h 1785467"/>
              <a:gd name="connsiteX15" fmla="*/ 1205485 w 1281444"/>
              <a:gd name="connsiteY15" fmla="*/ 585719 h 1785467"/>
              <a:gd name="connsiteX16" fmla="*/ 1258472 w 1281444"/>
              <a:gd name="connsiteY16" fmla="*/ 627562 h 1785467"/>
              <a:gd name="connsiteX17" fmla="*/ 1259311 w 1281444"/>
              <a:gd name="connsiteY17" fmla="*/ 764982 h 1785467"/>
              <a:gd name="connsiteX18" fmla="*/ 1149087 w 1281444"/>
              <a:gd name="connsiteY18" fmla="*/ 881838 h 1785467"/>
              <a:gd name="connsiteX19" fmla="*/ 1119065 w 1281444"/>
              <a:gd name="connsiteY19" fmla="*/ 963740 h 1785467"/>
              <a:gd name="connsiteX20" fmla="*/ 831495 w 1281444"/>
              <a:gd name="connsiteY20" fmla="*/ 1236636 h 1785467"/>
              <a:gd name="connsiteX21" fmla="*/ 415206 w 1281444"/>
              <a:gd name="connsiteY21" fmla="*/ 1595143 h 1785467"/>
              <a:gd name="connsiteX22" fmla="*/ 266093 w 1281444"/>
              <a:gd name="connsiteY22" fmla="*/ 1728045 h 1785467"/>
              <a:gd name="connsiteX23" fmla="*/ 176738 w 1281444"/>
              <a:gd name="connsiteY23" fmla="*/ 1785467 h 1785467"/>
              <a:gd name="connsiteX24" fmla="*/ 0 w 1281444"/>
              <a:gd name="connsiteY24" fmla="*/ 1563453 h 1785467"/>
              <a:gd name="connsiteX25" fmla="*/ 18495 w 1281444"/>
              <a:gd name="connsiteY25" fmla="*/ 1538746 h 1785467"/>
              <a:gd name="connsiteX26" fmla="*/ 399040 w 1281444"/>
              <a:gd name="connsiteY26" fmla="*/ 1168723 h 1785467"/>
              <a:gd name="connsiteX27" fmla="*/ 808016 w 1281444"/>
              <a:gd name="connsiteY27" fmla="*/ 778703 h 1785467"/>
              <a:gd name="connsiteX28" fmla="*/ 863726 w 1281444"/>
              <a:gd name="connsiteY28" fmla="*/ 741592 h 1785467"/>
              <a:gd name="connsiteX29" fmla="*/ 463711 w 1281444"/>
              <a:gd name="connsiteY29" fmla="*/ 1461323 h 1785467"/>
              <a:gd name="connsiteX30" fmla="*/ 1055561 w 1281444"/>
              <a:gd name="connsiteY30" fmla="*/ 916499 h 1785467"/>
              <a:gd name="connsiteX31" fmla="*/ 935242 w 1281444"/>
              <a:gd name="connsiteY31" fmla="*/ 755268 h 1785467"/>
              <a:gd name="connsiteX32" fmla="*/ 334132 w 1281444"/>
              <a:gd name="connsiteY32" fmla="*/ 1323642 h 1785467"/>
              <a:gd name="connsiteX33" fmla="*/ 463711 w 1281444"/>
              <a:gd name="connsiteY33" fmla="*/ 1461323 h 1785467"/>
              <a:gd name="connsiteX34" fmla="*/ 286351 w 1281444"/>
              <a:gd name="connsiteY34" fmla="*/ 1370973 h 1785467"/>
              <a:gd name="connsiteX35" fmla="*/ 74903 w 1281444"/>
              <a:gd name="connsiteY35" fmla="*/ 1568397 h 1785467"/>
              <a:gd name="connsiteX36" fmla="*/ 183590 w 1281444"/>
              <a:gd name="connsiteY36" fmla="*/ 1710177 h 1785467"/>
              <a:gd name="connsiteX37" fmla="*/ 396851 w 1281444"/>
              <a:gd name="connsiteY37" fmla="*/ 1515619 h 1785467"/>
              <a:gd name="connsiteX38" fmla="*/ 286351 w 1281444"/>
              <a:gd name="connsiteY38" fmla="*/ 1370973 h 1785467"/>
              <a:gd name="connsiteX39" fmla="*/ 1088232 w 1281444"/>
              <a:gd name="connsiteY39" fmla="*/ 824094 h 1785467"/>
              <a:gd name="connsiteX40" fmla="*/ 1149268 w 1281444"/>
              <a:gd name="connsiteY40" fmla="*/ 777408 h 1785467"/>
              <a:gd name="connsiteX41" fmla="*/ 1200446 w 1281444"/>
              <a:gd name="connsiteY41" fmla="*/ 723440 h 1785467"/>
              <a:gd name="connsiteX42" fmla="*/ 1202685 w 1281444"/>
              <a:gd name="connsiteY42" fmla="*/ 665015 h 1785467"/>
              <a:gd name="connsiteX43" fmla="*/ 1151135 w 1281444"/>
              <a:gd name="connsiteY43" fmla="*/ 645473 h 1785467"/>
              <a:gd name="connsiteX44" fmla="*/ 1132943 w 1281444"/>
              <a:gd name="connsiteY44" fmla="*/ 649354 h 1785467"/>
              <a:gd name="connsiteX45" fmla="*/ 1006184 w 1281444"/>
              <a:gd name="connsiteY45" fmla="*/ 730582 h 1785467"/>
              <a:gd name="connsiteX46" fmla="*/ 1088232 w 1281444"/>
              <a:gd name="connsiteY46" fmla="*/ 824094 h 1785467"/>
              <a:gd name="connsiteX47" fmla="*/ 61589 w 1281444"/>
              <a:gd name="connsiteY47" fmla="*/ 1619626 h 1785467"/>
              <a:gd name="connsiteX48" fmla="*/ 180892 w 1281444"/>
              <a:gd name="connsiteY48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78278 w 1281444"/>
              <a:gd name="connsiteY5" fmla="*/ 896122 h 1785467"/>
              <a:gd name="connsiteX6" fmla="*/ 634661 w 1281444"/>
              <a:gd name="connsiteY6" fmla="*/ 934991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34661 w 1281444"/>
              <a:gd name="connsiteY6" fmla="*/ 934991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85329 w 1281444"/>
              <a:gd name="connsiteY5" fmla="*/ 889718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772 w 1281444"/>
              <a:gd name="connsiteY6" fmla="*/ 938032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0892 w 1281444"/>
              <a:gd name="connsiteY47" fmla="*/ 172758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61589 w 1281444"/>
              <a:gd name="connsiteY46" fmla="*/ 1619626 h 1785467"/>
              <a:gd name="connsiteX47" fmla="*/ 181519 w 1281444"/>
              <a:gd name="connsiteY47" fmla="*/ 143429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46" fmla="*/ 253299 w 1281444"/>
              <a:gd name="connsiteY46" fmla="*/ 1349017 h 1785467"/>
              <a:gd name="connsiteX47" fmla="*/ 181519 w 1281444"/>
              <a:gd name="connsiteY47" fmla="*/ 1434290 h 1785467"/>
              <a:gd name="connsiteX0" fmla="*/ 863726 w 1281444"/>
              <a:gd name="connsiteY0" fmla="*/ 741592 h 1785467"/>
              <a:gd name="connsiteX1" fmla="*/ 919013 w 1281444"/>
              <a:gd name="connsiteY1" fmla="*/ 68313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921600 w 1281444"/>
              <a:gd name="connsiteY2" fmla="*/ 655760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66343 w 1281444"/>
              <a:gd name="connsiteY2" fmla="*/ 648044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40310 w 1281444"/>
              <a:gd name="connsiteY3" fmla="*/ 549945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05055 w 1281444"/>
              <a:gd name="connsiteY3" fmla="*/ 581964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35217 w 1281444"/>
              <a:gd name="connsiteY8" fmla="*/ 468707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592 h 1785467"/>
              <a:gd name="connsiteX1" fmla="*/ 880232 w 1281444"/>
              <a:gd name="connsiteY1" fmla="*/ 718358 h 1785467"/>
              <a:gd name="connsiteX2" fmla="*/ 835098 w 1281444"/>
              <a:gd name="connsiteY2" fmla="*/ 666769 h 1785467"/>
              <a:gd name="connsiteX3" fmla="*/ 805055 w 1281444"/>
              <a:gd name="connsiteY3" fmla="*/ 581964 h 1785467"/>
              <a:gd name="connsiteX4" fmla="*/ 690237 w 1281444"/>
              <a:gd name="connsiteY4" fmla="*/ 682608 h 1785467"/>
              <a:gd name="connsiteX5" fmla="*/ 690618 w 1281444"/>
              <a:gd name="connsiteY5" fmla="*/ 884915 h 1785467"/>
              <a:gd name="connsiteX6" fmla="*/ 627124 w 1281444"/>
              <a:gd name="connsiteY6" fmla="*/ 951486 h 1785467"/>
              <a:gd name="connsiteX7" fmla="*/ 639981 w 1281444"/>
              <a:gd name="connsiteY7" fmla="*/ 606018 h 1785467"/>
              <a:gd name="connsiteX8" fmla="*/ 753151 w 1281444"/>
              <a:gd name="connsiteY8" fmla="*/ 481370 h 1785467"/>
              <a:gd name="connsiteX9" fmla="*/ 637256 w 1281444"/>
              <a:gd name="connsiteY9" fmla="*/ 194004 h 1785467"/>
              <a:gd name="connsiteX10" fmla="*/ 784835 w 1281444"/>
              <a:gd name="connsiteY10" fmla="*/ 456 h 1785467"/>
              <a:gd name="connsiteX11" fmla="*/ 965403 w 1281444"/>
              <a:gd name="connsiteY11" fmla="*/ 155869 h 1785467"/>
              <a:gd name="connsiteX12" fmla="*/ 1059257 w 1281444"/>
              <a:gd name="connsiteY12" fmla="*/ 608251 h 1785467"/>
              <a:gd name="connsiteX13" fmla="*/ 1138096 w 1281444"/>
              <a:gd name="connsiteY13" fmla="*/ 581781 h 1785467"/>
              <a:gd name="connsiteX14" fmla="*/ 1205485 w 1281444"/>
              <a:gd name="connsiteY14" fmla="*/ 585719 h 1785467"/>
              <a:gd name="connsiteX15" fmla="*/ 1258472 w 1281444"/>
              <a:gd name="connsiteY15" fmla="*/ 627562 h 1785467"/>
              <a:gd name="connsiteX16" fmla="*/ 1259311 w 1281444"/>
              <a:gd name="connsiteY16" fmla="*/ 764982 h 1785467"/>
              <a:gd name="connsiteX17" fmla="*/ 1149087 w 1281444"/>
              <a:gd name="connsiteY17" fmla="*/ 881838 h 1785467"/>
              <a:gd name="connsiteX18" fmla="*/ 1119065 w 1281444"/>
              <a:gd name="connsiteY18" fmla="*/ 963740 h 1785467"/>
              <a:gd name="connsiteX19" fmla="*/ 831495 w 1281444"/>
              <a:gd name="connsiteY19" fmla="*/ 1236636 h 1785467"/>
              <a:gd name="connsiteX20" fmla="*/ 415206 w 1281444"/>
              <a:gd name="connsiteY20" fmla="*/ 1595143 h 1785467"/>
              <a:gd name="connsiteX21" fmla="*/ 266093 w 1281444"/>
              <a:gd name="connsiteY21" fmla="*/ 1728045 h 1785467"/>
              <a:gd name="connsiteX22" fmla="*/ 176738 w 1281444"/>
              <a:gd name="connsiteY22" fmla="*/ 1785467 h 1785467"/>
              <a:gd name="connsiteX23" fmla="*/ 0 w 1281444"/>
              <a:gd name="connsiteY23" fmla="*/ 1563453 h 1785467"/>
              <a:gd name="connsiteX24" fmla="*/ 18495 w 1281444"/>
              <a:gd name="connsiteY24" fmla="*/ 1538746 h 1785467"/>
              <a:gd name="connsiteX25" fmla="*/ 399040 w 1281444"/>
              <a:gd name="connsiteY25" fmla="*/ 1168723 h 1785467"/>
              <a:gd name="connsiteX26" fmla="*/ 808016 w 1281444"/>
              <a:gd name="connsiteY26" fmla="*/ 778703 h 1785467"/>
              <a:gd name="connsiteX27" fmla="*/ 863726 w 1281444"/>
              <a:gd name="connsiteY27" fmla="*/ 741592 h 1785467"/>
              <a:gd name="connsiteX28" fmla="*/ 463711 w 1281444"/>
              <a:gd name="connsiteY28" fmla="*/ 1461323 h 1785467"/>
              <a:gd name="connsiteX29" fmla="*/ 1055561 w 1281444"/>
              <a:gd name="connsiteY29" fmla="*/ 916499 h 1785467"/>
              <a:gd name="connsiteX30" fmla="*/ 935242 w 1281444"/>
              <a:gd name="connsiteY30" fmla="*/ 755268 h 1785467"/>
              <a:gd name="connsiteX31" fmla="*/ 334132 w 1281444"/>
              <a:gd name="connsiteY31" fmla="*/ 1323642 h 1785467"/>
              <a:gd name="connsiteX32" fmla="*/ 463711 w 1281444"/>
              <a:gd name="connsiteY32" fmla="*/ 1461323 h 1785467"/>
              <a:gd name="connsiteX33" fmla="*/ 286351 w 1281444"/>
              <a:gd name="connsiteY33" fmla="*/ 1370973 h 1785467"/>
              <a:gd name="connsiteX34" fmla="*/ 74903 w 1281444"/>
              <a:gd name="connsiteY34" fmla="*/ 1568397 h 1785467"/>
              <a:gd name="connsiteX35" fmla="*/ 183590 w 1281444"/>
              <a:gd name="connsiteY35" fmla="*/ 1710177 h 1785467"/>
              <a:gd name="connsiteX36" fmla="*/ 396851 w 1281444"/>
              <a:gd name="connsiteY36" fmla="*/ 1515619 h 1785467"/>
              <a:gd name="connsiteX37" fmla="*/ 286351 w 1281444"/>
              <a:gd name="connsiteY37" fmla="*/ 1370973 h 1785467"/>
              <a:gd name="connsiteX38" fmla="*/ 1088232 w 1281444"/>
              <a:gd name="connsiteY38" fmla="*/ 824094 h 1785467"/>
              <a:gd name="connsiteX39" fmla="*/ 1149268 w 1281444"/>
              <a:gd name="connsiteY39" fmla="*/ 777408 h 1785467"/>
              <a:gd name="connsiteX40" fmla="*/ 1200446 w 1281444"/>
              <a:gd name="connsiteY40" fmla="*/ 723440 h 1785467"/>
              <a:gd name="connsiteX41" fmla="*/ 1202685 w 1281444"/>
              <a:gd name="connsiteY41" fmla="*/ 665015 h 1785467"/>
              <a:gd name="connsiteX42" fmla="*/ 1151135 w 1281444"/>
              <a:gd name="connsiteY42" fmla="*/ 645473 h 1785467"/>
              <a:gd name="connsiteX43" fmla="*/ 1132943 w 1281444"/>
              <a:gd name="connsiteY43" fmla="*/ 649354 h 1785467"/>
              <a:gd name="connsiteX44" fmla="*/ 1006184 w 1281444"/>
              <a:gd name="connsiteY44" fmla="*/ 730582 h 1785467"/>
              <a:gd name="connsiteX45" fmla="*/ 1088232 w 1281444"/>
              <a:gd name="connsiteY45" fmla="*/ 824094 h 1785467"/>
              <a:gd name="connsiteX0" fmla="*/ 863726 w 1281444"/>
              <a:gd name="connsiteY0" fmla="*/ 741439 h 1785314"/>
              <a:gd name="connsiteX1" fmla="*/ 880232 w 1281444"/>
              <a:gd name="connsiteY1" fmla="*/ 718205 h 1785314"/>
              <a:gd name="connsiteX2" fmla="*/ 835098 w 1281444"/>
              <a:gd name="connsiteY2" fmla="*/ 666616 h 1785314"/>
              <a:gd name="connsiteX3" fmla="*/ 805055 w 1281444"/>
              <a:gd name="connsiteY3" fmla="*/ 581811 h 1785314"/>
              <a:gd name="connsiteX4" fmla="*/ 690237 w 1281444"/>
              <a:gd name="connsiteY4" fmla="*/ 682455 h 1785314"/>
              <a:gd name="connsiteX5" fmla="*/ 690618 w 1281444"/>
              <a:gd name="connsiteY5" fmla="*/ 884762 h 1785314"/>
              <a:gd name="connsiteX6" fmla="*/ 627124 w 1281444"/>
              <a:gd name="connsiteY6" fmla="*/ 951333 h 1785314"/>
              <a:gd name="connsiteX7" fmla="*/ 639981 w 1281444"/>
              <a:gd name="connsiteY7" fmla="*/ 605865 h 1785314"/>
              <a:gd name="connsiteX8" fmla="*/ 753151 w 1281444"/>
              <a:gd name="connsiteY8" fmla="*/ 481217 h 1785314"/>
              <a:gd name="connsiteX9" fmla="*/ 652797 w 1281444"/>
              <a:gd name="connsiteY9" fmla="*/ 186170 h 1785314"/>
              <a:gd name="connsiteX10" fmla="*/ 784835 w 1281444"/>
              <a:gd name="connsiteY10" fmla="*/ 303 h 1785314"/>
              <a:gd name="connsiteX11" fmla="*/ 965403 w 1281444"/>
              <a:gd name="connsiteY11" fmla="*/ 155716 h 1785314"/>
              <a:gd name="connsiteX12" fmla="*/ 1059257 w 1281444"/>
              <a:gd name="connsiteY12" fmla="*/ 608098 h 1785314"/>
              <a:gd name="connsiteX13" fmla="*/ 1138096 w 1281444"/>
              <a:gd name="connsiteY13" fmla="*/ 581628 h 1785314"/>
              <a:gd name="connsiteX14" fmla="*/ 1205485 w 1281444"/>
              <a:gd name="connsiteY14" fmla="*/ 585566 h 1785314"/>
              <a:gd name="connsiteX15" fmla="*/ 1258472 w 1281444"/>
              <a:gd name="connsiteY15" fmla="*/ 627409 h 1785314"/>
              <a:gd name="connsiteX16" fmla="*/ 1259311 w 1281444"/>
              <a:gd name="connsiteY16" fmla="*/ 764829 h 1785314"/>
              <a:gd name="connsiteX17" fmla="*/ 1149087 w 1281444"/>
              <a:gd name="connsiteY17" fmla="*/ 881685 h 1785314"/>
              <a:gd name="connsiteX18" fmla="*/ 1119065 w 1281444"/>
              <a:gd name="connsiteY18" fmla="*/ 963587 h 1785314"/>
              <a:gd name="connsiteX19" fmla="*/ 831495 w 1281444"/>
              <a:gd name="connsiteY19" fmla="*/ 1236483 h 1785314"/>
              <a:gd name="connsiteX20" fmla="*/ 415206 w 1281444"/>
              <a:gd name="connsiteY20" fmla="*/ 1594990 h 1785314"/>
              <a:gd name="connsiteX21" fmla="*/ 266093 w 1281444"/>
              <a:gd name="connsiteY21" fmla="*/ 1727892 h 1785314"/>
              <a:gd name="connsiteX22" fmla="*/ 176738 w 1281444"/>
              <a:gd name="connsiteY22" fmla="*/ 1785314 h 1785314"/>
              <a:gd name="connsiteX23" fmla="*/ 0 w 1281444"/>
              <a:gd name="connsiteY23" fmla="*/ 1563300 h 1785314"/>
              <a:gd name="connsiteX24" fmla="*/ 18495 w 1281444"/>
              <a:gd name="connsiteY24" fmla="*/ 1538593 h 1785314"/>
              <a:gd name="connsiteX25" fmla="*/ 399040 w 1281444"/>
              <a:gd name="connsiteY25" fmla="*/ 1168570 h 1785314"/>
              <a:gd name="connsiteX26" fmla="*/ 808016 w 1281444"/>
              <a:gd name="connsiteY26" fmla="*/ 778550 h 1785314"/>
              <a:gd name="connsiteX27" fmla="*/ 863726 w 1281444"/>
              <a:gd name="connsiteY27" fmla="*/ 741439 h 1785314"/>
              <a:gd name="connsiteX28" fmla="*/ 463711 w 1281444"/>
              <a:gd name="connsiteY28" fmla="*/ 1461170 h 1785314"/>
              <a:gd name="connsiteX29" fmla="*/ 1055561 w 1281444"/>
              <a:gd name="connsiteY29" fmla="*/ 916346 h 1785314"/>
              <a:gd name="connsiteX30" fmla="*/ 935242 w 1281444"/>
              <a:gd name="connsiteY30" fmla="*/ 755115 h 1785314"/>
              <a:gd name="connsiteX31" fmla="*/ 334132 w 1281444"/>
              <a:gd name="connsiteY31" fmla="*/ 1323489 h 1785314"/>
              <a:gd name="connsiteX32" fmla="*/ 463711 w 1281444"/>
              <a:gd name="connsiteY32" fmla="*/ 1461170 h 1785314"/>
              <a:gd name="connsiteX33" fmla="*/ 286351 w 1281444"/>
              <a:gd name="connsiteY33" fmla="*/ 1370820 h 1785314"/>
              <a:gd name="connsiteX34" fmla="*/ 74903 w 1281444"/>
              <a:gd name="connsiteY34" fmla="*/ 1568244 h 1785314"/>
              <a:gd name="connsiteX35" fmla="*/ 183590 w 1281444"/>
              <a:gd name="connsiteY35" fmla="*/ 1710024 h 1785314"/>
              <a:gd name="connsiteX36" fmla="*/ 396851 w 1281444"/>
              <a:gd name="connsiteY36" fmla="*/ 1515466 h 1785314"/>
              <a:gd name="connsiteX37" fmla="*/ 286351 w 1281444"/>
              <a:gd name="connsiteY37" fmla="*/ 1370820 h 1785314"/>
              <a:gd name="connsiteX38" fmla="*/ 1088232 w 1281444"/>
              <a:gd name="connsiteY38" fmla="*/ 823941 h 1785314"/>
              <a:gd name="connsiteX39" fmla="*/ 1149268 w 1281444"/>
              <a:gd name="connsiteY39" fmla="*/ 777255 h 1785314"/>
              <a:gd name="connsiteX40" fmla="*/ 1200446 w 1281444"/>
              <a:gd name="connsiteY40" fmla="*/ 723287 h 1785314"/>
              <a:gd name="connsiteX41" fmla="*/ 1202685 w 1281444"/>
              <a:gd name="connsiteY41" fmla="*/ 664862 h 1785314"/>
              <a:gd name="connsiteX42" fmla="*/ 1151135 w 1281444"/>
              <a:gd name="connsiteY42" fmla="*/ 645320 h 1785314"/>
              <a:gd name="connsiteX43" fmla="*/ 1132943 w 1281444"/>
              <a:gd name="connsiteY43" fmla="*/ 649201 h 1785314"/>
              <a:gd name="connsiteX44" fmla="*/ 1006184 w 1281444"/>
              <a:gd name="connsiteY44" fmla="*/ 730429 h 1785314"/>
              <a:gd name="connsiteX45" fmla="*/ 1088232 w 1281444"/>
              <a:gd name="connsiteY45" fmla="*/ 823941 h 1785314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35098 w 1281444"/>
              <a:gd name="connsiteY2" fmla="*/ 666394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80232 w 1281444"/>
              <a:gd name="connsiteY1" fmla="*/ 71798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63726 w 1281444"/>
              <a:gd name="connsiteY0" fmla="*/ 741217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63726 w 1281444"/>
              <a:gd name="connsiteY27" fmla="*/ 74121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59393 w 1281444"/>
              <a:gd name="connsiteY0" fmla="*/ 761237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59393 w 1281444"/>
              <a:gd name="connsiteY27" fmla="*/ 761237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57127 w 1281444"/>
              <a:gd name="connsiteY0" fmla="*/ 80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857127 w 1281444"/>
              <a:gd name="connsiteY27" fmla="*/ 808328 h 1785092"/>
              <a:gd name="connsiteX28" fmla="*/ 463711 w 1281444"/>
              <a:gd name="connsiteY28" fmla="*/ 1460948 h 1785092"/>
              <a:gd name="connsiteX29" fmla="*/ 1055561 w 1281444"/>
              <a:gd name="connsiteY29" fmla="*/ 916124 h 1785092"/>
              <a:gd name="connsiteX30" fmla="*/ 935242 w 1281444"/>
              <a:gd name="connsiteY30" fmla="*/ 754893 h 1785092"/>
              <a:gd name="connsiteX31" fmla="*/ 334132 w 1281444"/>
              <a:gd name="connsiteY31" fmla="*/ 1323267 h 1785092"/>
              <a:gd name="connsiteX32" fmla="*/ 463711 w 1281444"/>
              <a:gd name="connsiteY32" fmla="*/ 1460948 h 1785092"/>
              <a:gd name="connsiteX33" fmla="*/ 286351 w 1281444"/>
              <a:gd name="connsiteY33" fmla="*/ 1370598 h 1785092"/>
              <a:gd name="connsiteX34" fmla="*/ 74903 w 1281444"/>
              <a:gd name="connsiteY34" fmla="*/ 1568022 h 1785092"/>
              <a:gd name="connsiteX35" fmla="*/ 183590 w 1281444"/>
              <a:gd name="connsiteY35" fmla="*/ 1709802 h 1785092"/>
              <a:gd name="connsiteX36" fmla="*/ 396851 w 1281444"/>
              <a:gd name="connsiteY36" fmla="*/ 1515244 h 1785092"/>
              <a:gd name="connsiteX37" fmla="*/ 286351 w 1281444"/>
              <a:gd name="connsiteY37" fmla="*/ 1370598 h 1785092"/>
              <a:gd name="connsiteX38" fmla="*/ 1088232 w 1281444"/>
              <a:gd name="connsiteY38" fmla="*/ 823719 h 1785092"/>
              <a:gd name="connsiteX39" fmla="*/ 1149268 w 1281444"/>
              <a:gd name="connsiteY39" fmla="*/ 777033 h 1785092"/>
              <a:gd name="connsiteX40" fmla="*/ 1200446 w 1281444"/>
              <a:gd name="connsiteY40" fmla="*/ 723065 h 1785092"/>
              <a:gd name="connsiteX41" fmla="*/ 1202685 w 1281444"/>
              <a:gd name="connsiteY41" fmla="*/ 664640 h 1785092"/>
              <a:gd name="connsiteX42" fmla="*/ 1151135 w 1281444"/>
              <a:gd name="connsiteY42" fmla="*/ 645098 h 1785092"/>
              <a:gd name="connsiteX43" fmla="*/ 1132943 w 1281444"/>
              <a:gd name="connsiteY43" fmla="*/ 648979 h 1785092"/>
              <a:gd name="connsiteX44" fmla="*/ 1006184 w 1281444"/>
              <a:gd name="connsiteY44" fmla="*/ 730207 h 1785092"/>
              <a:gd name="connsiteX45" fmla="*/ 1088232 w 1281444"/>
              <a:gd name="connsiteY45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74903 w 1281444"/>
              <a:gd name="connsiteY33" fmla="*/ 1568022 h 1785092"/>
              <a:gd name="connsiteX34" fmla="*/ 183590 w 1281444"/>
              <a:gd name="connsiteY34" fmla="*/ 1709802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74903 w 1281444"/>
              <a:gd name="connsiteY33" fmla="*/ 1568022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8495 w 1281444"/>
              <a:gd name="connsiteY24" fmla="*/ 1538371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154390 w 1281444"/>
              <a:gd name="connsiteY33" fmla="*/ 1492617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808016 w 1281444"/>
              <a:gd name="connsiteY0" fmla="*/ 778328 h 1785092"/>
              <a:gd name="connsiteX1" fmla="*/ 856524 w 1281444"/>
              <a:gd name="connsiteY1" fmla="*/ 720213 h 1785092"/>
              <a:gd name="connsiteX2" fmla="*/ 849200 w 1281444"/>
              <a:gd name="connsiteY2" fmla="*/ 653587 h 1785092"/>
              <a:gd name="connsiteX3" fmla="*/ 805055 w 1281444"/>
              <a:gd name="connsiteY3" fmla="*/ 581589 h 1785092"/>
              <a:gd name="connsiteX4" fmla="*/ 690237 w 1281444"/>
              <a:gd name="connsiteY4" fmla="*/ 682233 h 1785092"/>
              <a:gd name="connsiteX5" fmla="*/ 690618 w 1281444"/>
              <a:gd name="connsiteY5" fmla="*/ 884540 h 1785092"/>
              <a:gd name="connsiteX6" fmla="*/ 627124 w 1281444"/>
              <a:gd name="connsiteY6" fmla="*/ 951111 h 1785092"/>
              <a:gd name="connsiteX7" fmla="*/ 639981 w 1281444"/>
              <a:gd name="connsiteY7" fmla="*/ 605643 h 1785092"/>
              <a:gd name="connsiteX8" fmla="*/ 753151 w 1281444"/>
              <a:gd name="connsiteY8" fmla="*/ 480995 h 1785092"/>
              <a:gd name="connsiteX9" fmla="*/ 683880 w 1281444"/>
              <a:gd name="connsiteY9" fmla="*/ 170587 h 1785092"/>
              <a:gd name="connsiteX10" fmla="*/ 784835 w 1281444"/>
              <a:gd name="connsiteY10" fmla="*/ 81 h 1785092"/>
              <a:gd name="connsiteX11" fmla="*/ 965403 w 1281444"/>
              <a:gd name="connsiteY11" fmla="*/ 155494 h 1785092"/>
              <a:gd name="connsiteX12" fmla="*/ 1059257 w 1281444"/>
              <a:gd name="connsiteY12" fmla="*/ 607876 h 1785092"/>
              <a:gd name="connsiteX13" fmla="*/ 1138096 w 1281444"/>
              <a:gd name="connsiteY13" fmla="*/ 581406 h 1785092"/>
              <a:gd name="connsiteX14" fmla="*/ 1205485 w 1281444"/>
              <a:gd name="connsiteY14" fmla="*/ 585344 h 1785092"/>
              <a:gd name="connsiteX15" fmla="*/ 1258472 w 1281444"/>
              <a:gd name="connsiteY15" fmla="*/ 627187 h 1785092"/>
              <a:gd name="connsiteX16" fmla="*/ 1259311 w 1281444"/>
              <a:gd name="connsiteY16" fmla="*/ 764607 h 1785092"/>
              <a:gd name="connsiteX17" fmla="*/ 1149087 w 1281444"/>
              <a:gd name="connsiteY17" fmla="*/ 881463 h 1785092"/>
              <a:gd name="connsiteX18" fmla="*/ 1119065 w 1281444"/>
              <a:gd name="connsiteY18" fmla="*/ 963365 h 1785092"/>
              <a:gd name="connsiteX19" fmla="*/ 831495 w 1281444"/>
              <a:gd name="connsiteY19" fmla="*/ 1236261 h 1785092"/>
              <a:gd name="connsiteX20" fmla="*/ 415206 w 1281444"/>
              <a:gd name="connsiteY20" fmla="*/ 1594768 h 1785092"/>
              <a:gd name="connsiteX21" fmla="*/ 266093 w 1281444"/>
              <a:gd name="connsiteY21" fmla="*/ 1727670 h 1785092"/>
              <a:gd name="connsiteX22" fmla="*/ 176738 w 1281444"/>
              <a:gd name="connsiteY22" fmla="*/ 1785092 h 1785092"/>
              <a:gd name="connsiteX23" fmla="*/ 0 w 1281444"/>
              <a:gd name="connsiteY23" fmla="*/ 1563078 h 1785092"/>
              <a:gd name="connsiteX24" fmla="*/ 106635 w 1281444"/>
              <a:gd name="connsiteY24" fmla="*/ 1458324 h 1785092"/>
              <a:gd name="connsiteX25" fmla="*/ 399040 w 1281444"/>
              <a:gd name="connsiteY25" fmla="*/ 1168348 h 1785092"/>
              <a:gd name="connsiteX26" fmla="*/ 808016 w 1281444"/>
              <a:gd name="connsiteY26" fmla="*/ 778328 h 1785092"/>
              <a:gd name="connsiteX27" fmla="*/ 463711 w 1281444"/>
              <a:gd name="connsiteY27" fmla="*/ 1460948 h 1785092"/>
              <a:gd name="connsiteX28" fmla="*/ 1055561 w 1281444"/>
              <a:gd name="connsiteY28" fmla="*/ 916124 h 1785092"/>
              <a:gd name="connsiteX29" fmla="*/ 935242 w 1281444"/>
              <a:gd name="connsiteY29" fmla="*/ 754893 h 1785092"/>
              <a:gd name="connsiteX30" fmla="*/ 334132 w 1281444"/>
              <a:gd name="connsiteY30" fmla="*/ 1323267 h 1785092"/>
              <a:gd name="connsiteX31" fmla="*/ 463711 w 1281444"/>
              <a:gd name="connsiteY31" fmla="*/ 1460948 h 1785092"/>
              <a:gd name="connsiteX32" fmla="*/ 286351 w 1281444"/>
              <a:gd name="connsiteY32" fmla="*/ 1370598 h 1785092"/>
              <a:gd name="connsiteX33" fmla="*/ 154390 w 1281444"/>
              <a:gd name="connsiteY33" fmla="*/ 1492617 h 1785092"/>
              <a:gd name="connsiteX34" fmla="*/ 275255 w 1281444"/>
              <a:gd name="connsiteY34" fmla="*/ 1626555 h 1785092"/>
              <a:gd name="connsiteX35" fmla="*/ 396851 w 1281444"/>
              <a:gd name="connsiteY35" fmla="*/ 1515244 h 1785092"/>
              <a:gd name="connsiteX36" fmla="*/ 286351 w 1281444"/>
              <a:gd name="connsiteY36" fmla="*/ 1370598 h 1785092"/>
              <a:gd name="connsiteX37" fmla="*/ 1088232 w 1281444"/>
              <a:gd name="connsiteY37" fmla="*/ 823719 h 1785092"/>
              <a:gd name="connsiteX38" fmla="*/ 1149268 w 1281444"/>
              <a:gd name="connsiteY38" fmla="*/ 777033 h 1785092"/>
              <a:gd name="connsiteX39" fmla="*/ 1200446 w 1281444"/>
              <a:gd name="connsiteY39" fmla="*/ 723065 h 1785092"/>
              <a:gd name="connsiteX40" fmla="*/ 1202685 w 1281444"/>
              <a:gd name="connsiteY40" fmla="*/ 664640 h 1785092"/>
              <a:gd name="connsiteX41" fmla="*/ 1151135 w 1281444"/>
              <a:gd name="connsiteY41" fmla="*/ 645098 h 1785092"/>
              <a:gd name="connsiteX42" fmla="*/ 1132943 w 1281444"/>
              <a:gd name="connsiteY42" fmla="*/ 648979 h 1785092"/>
              <a:gd name="connsiteX43" fmla="*/ 1006184 w 1281444"/>
              <a:gd name="connsiteY43" fmla="*/ 730207 h 1785092"/>
              <a:gd name="connsiteX44" fmla="*/ 1088232 w 1281444"/>
              <a:gd name="connsiteY44" fmla="*/ 823719 h 1785092"/>
              <a:gd name="connsiteX0" fmla="*/ 735231 w 1208659"/>
              <a:gd name="connsiteY0" fmla="*/ 778328 h 1797191"/>
              <a:gd name="connsiteX1" fmla="*/ 783739 w 1208659"/>
              <a:gd name="connsiteY1" fmla="*/ 720213 h 1797191"/>
              <a:gd name="connsiteX2" fmla="*/ 776415 w 1208659"/>
              <a:gd name="connsiteY2" fmla="*/ 653587 h 1797191"/>
              <a:gd name="connsiteX3" fmla="*/ 732270 w 1208659"/>
              <a:gd name="connsiteY3" fmla="*/ 581589 h 1797191"/>
              <a:gd name="connsiteX4" fmla="*/ 617452 w 1208659"/>
              <a:gd name="connsiteY4" fmla="*/ 682233 h 1797191"/>
              <a:gd name="connsiteX5" fmla="*/ 617833 w 1208659"/>
              <a:gd name="connsiteY5" fmla="*/ 884540 h 1797191"/>
              <a:gd name="connsiteX6" fmla="*/ 554339 w 1208659"/>
              <a:gd name="connsiteY6" fmla="*/ 951111 h 1797191"/>
              <a:gd name="connsiteX7" fmla="*/ 567196 w 1208659"/>
              <a:gd name="connsiteY7" fmla="*/ 605643 h 1797191"/>
              <a:gd name="connsiteX8" fmla="*/ 680366 w 1208659"/>
              <a:gd name="connsiteY8" fmla="*/ 480995 h 1797191"/>
              <a:gd name="connsiteX9" fmla="*/ 611095 w 1208659"/>
              <a:gd name="connsiteY9" fmla="*/ 170587 h 1797191"/>
              <a:gd name="connsiteX10" fmla="*/ 712050 w 1208659"/>
              <a:gd name="connsiteY10" fmla="*/ 81 h 1797191"/>
              <a:gd name="connsiteX11" fmla="*/ 892618 w 1208659"/>
              <a:gd name="connsiteY11" fmla="*/ 155494 h 1797191"/>
              <a:gd name="connsiteX12" fmla="*/ 986472 w 1208659"/>
              <a:gd name="connsiteY12" fmla="*/ 607876 h 1797191"/>
              <a:gd name="connsiteX13" fmla="*/ 1065311 w 1208659"/>
              <a:gd name="connsiteY13" fmla="*/ 581406 h 1797191"/>
              <a:gd name="connsiteX14" fmla="*/ 1132700 w 1208659"/>
              <a:gd name="connsiteY14" fmla="*/ 585344 h 1797191"/>
              <a:gd name="connsiteX15" fmla="*/ 1185687 w 1208659"/>
              <a:gd name="connsiteY15" fmla="*/ 627187 h 1797191"/>
              <a:gd name="connsiteX16" fmla="*/ 1186526 w 1208659"/>
              <a:gd name="connsiteY16" fmla="*/ 764607 h 1797191"/>
              <a:gd name="connsiteX17" fmla="*/ 1076302 w 1208659"/>
              <a:gd name="connsiteY17" fmla="*/ 881463 h 1797191"/>
              <a:gd name="connsiteX18" fmla="*/ 1046280 w 1208659"/>
              <a:gd name="connsiteY18" fmla="*/ 963365 h 1797191"/>
              <a:gd name="connsiteX19" fmla="*/ 758710 w 1208659"/>
              <a:gd name="connsiteY19" fmla="*/ 1236261 h 1797191"/>
              <a:gd name="connsiteX20" fmla="*/ 342421 w 1208659"/>
              <a:gd name="connsiteY20" fmla="*/ 1594768 h 1797191"/>
              <a:gd name="connsiteX21" fmla="*/ 193308 w 1208659"/>
              <a:gd name="connsiteY21" fmla="*/ 1727670 h 1797191"/>
              <a:gd name="connsiteX22" fmla="*/ 103953 w 1208659"/>
              <a:gd name="connsiteY22" fmla="*/ 1785092 h 1797191"/>
              <a:gd name="connsiteX23" fmla="*/ 3015 w 1208659"/>
              <a:gd name="connsiteY23" fmla="*/ 1494239 h 1797191"/>
              <a:gd name="connsiteX24" fmla="*/ 33850 w 1208659"/>
              <a:gd name="connsiteY24" fmla="*/ 1458324 h 1797191"/>
              <a:gd name="connsiteX25" fmla="*/ 326255 w 1208659"/>
              <a:gd name="connsiteY25" fmla="*/ 1168348 h 1797191"/>
              <a:gd name="connsiteX26" fmla="*/ 735231 w 1208659"/>
              <a:gd name="connsiteY26" fmla="*/ 778328 h 1797191"/>
              <a:gd name="connsiteX27" fmla="*/ 390926 w 1208659"/>
              <a:gd name="connsiteY27" fmla="*/ 1460948 h 1797191"/>
              <a:gd name="connsiteX28" fmla="*/ 982776 w 1208659"/>
              <a:gd name="connsiteY28" fmla="*/ 916124 h 1797191"/>
              <a:gd name="connsiteX29" fmla="*/ 862457 w 1208659"/>
              <a:gd name="connsiteY29" fmla="*/ 754893 h 1797191"/>
              <a:gd name="connsiteX30" fmla="*/ 261347 w 1208659"/>
              <a:gd name="connsiteY30" fmla="*/ 1323267 h 1797191"/>
              <a:gd name="connsiteX31" fmla="*/ 390926 w 1208659"/>
              <a:gd name="connsiteY31" fmla="*/ 1460948 h 1797191"/>
              <a:gd name="connsiteX32" fmla="*/ 213566 w 1208659"/>
              <a:gd name="connsiteY32" fmla="*/ 1370598 h 1797191"/>
              <a:gd name="connsiteX33" fmla="*/ 81605 w 1208659"/>
              <a:gd name="connsiteY33" fmla="*/ 1492617 h 1797191"/>
              <a:gd name="connsiteX34" fmla="*/ 202470 w 1208659"/>
              <a:gd name="connsiteY34" fmla="*/ 1626555 h 1797191"/>
              <a:gd name="connsiteX35" fmla="*/ 324066 w 1208659"/>
              <a:gd name="connsiteY35" fmla="*/ 1515244 h 1797191"/>
              <a:gd name="connsiteX36" fmla="*/ 213566 w 1208659"/>
              <a:gd name="connsiteY36" fmla="*/ 1370598 h 1797191"/>
              <a:gd name="connsiteX37" fmla="*/ 1015447 w 1208659"/>
              <a:gd name="connsiteY37" fmla="*/ 823719 h 1797191"/>
              <a:gd name="connsiteX38" fmla="*/ 1076483 w 1208659"/>
              <a:gd name="connsiteY38" fmla="*/ 777033 h 1797191"/>
              <a:gd name="connsiteX39" fmla="*/ 1127661 w 1208659"/>
              <a:gd name="connsiteY39" fmla="*/ 723065 h 1797191"/>
              <a:gd name="connsiteX40" fmla="*/ 1129900 w 1208659"/>
              <a:gd name="connsiteY40" fmla="*/ 664640 h 1797191"/>
              <a:gd name="connsiteX41" fmla="*/ 1078350 w 1208659"/>
              <a:gd name="connsiteY41" fmla="*/ 645098 h 1797191"/>
              <a:gd name="connsiteX42" fmla="*/ 1060158 w 1208659"/>
              <a:gd name="connsiteY42" fmla="*/ 648979 h 1797191"/>
              <a:gd name="connsiteX43" fmla="*/ 933399 w 1208659"/>
              <a:gd name="connsiteY43" fmla="*/ 730207 h 1797191"/>
              <a:gd name="connsiteX44" fmla="*/ 1015447 w 1208659"/>
              <a:gd name="connsiteY44" fmla="*/ 823719 h 1797191"/>
              <a:gd name="connsiteX0" fmla="*/ 735231 w 1208659"/>
              <a:gd name="connsiteY0" fmla="*/ 778328 h 1788761"/>
              <a:gd name="connsiteX1" fmla="*/ 783739 w 1208659"/>
              <a:gd name="connsiteY1" fmla="*/ 720213 h 1788761"/>
              <a:gd name="connsiteX2" fmla="*/ 776415 w 1208659"/>
              <a:gd name="connsiteY2" fmla="*/ 653587 h 1788761"/>
              <a:gd name="connsiteX3" fmla="*/ 732270 w 1208659"/>
              <a:gd name="connsiteY3" fmla="*/ 581589 h 1788761"/>
              <a:gd name="connsiteX4" fmla="*/ 617452 w 1208659"/>
              <a:gd name="connsiteY4" fmla="*/ 682233 h 1788761"/>
              <a:gd name="connsiteX5" fmla="*/ 617833 w 1208659"/>
              <a:gd name="connsiteY5" fmla="*/ 884540 h 1788761"/>
              <a:gd name="connsiteX6" fmla="*/ 554339 w 1208659"/>
              <a:gd name="connsiteY6" fmla="*/ 951111 h 1788761"/>
              <a:gd name="connsiteX7" fmla="*/ 567196 w 1208659"/>
              <a:gd name="connsiteY7" fmla="*/ 605643 h 1788761"/>
              <a:gd name="connsiteX8" fmla="*/ 680366 w 1208659"/>
              <a:gd name="connsiteY8" fmla="*/ 480995 h 1788761"/>
              <a:gd name="connsiteX9" fmla="*/ 611095 w 1208659"/>
              <a:gd name="connsiteY9" fmla="*/ 170587 h 1788761"/>
              <a:gd name="connsiteX10" fmla="*/ 712050 w 1208659"/>
              <a:gd name="connsiteY10" fmla="*/ 81 h 1788761"/>
              <a:gd name="connsiteX11" fmla="*/ 892618 w 1208659"/>
              <a:gd name="connsiteY11" fmla="*/ 155494 h 1788761"/>
              <a:gd name="connsiteX12" fmla="*/ 986472 w 1208659"/>
              <a:gd name="connsiteY12" fmla="*/ 607876 h 1788761"/>
              <a:gd name="connsiteX13" fmla="*/ 1065311 w 1208659"/>
              <a:gd name="connsiteY13" fmla="*/ 581406 h 1788761"/>
              <a:gd name="connsiteX14" fmla="*/ 1132700 w 1208659"/>
              <a:gd name="connsiteY14" fmla="*/ 585344 h 1788761"/>
              <a:gd name="connsiteX15" fmla="*/ 1185687 w 1208659"/>
              <a:gd name="connsiteY15" fmla="*/ 627187 h 1788761"/>
              <a:gd name="connsiteX16" fmla="*/ 1186526 w 1208659"/>
              <a:gd name="connsiteY16" fmla="*/ 764607 h 1788761"/>
              <a:gd name="connsiteX17" fmla="*/ 1076302 w 1208659"/>
              <a:gd name="connsiteY17" fmla="*/ 881463 h 1788761"/>
              <a:gd name="connsiteX18" fmla="*/ 1046280 w 1208659"/>
              <a:gd name="connsiteY18" fmla="*/ 963365 h 1788761"/>
              <a:gd name="connsiteX19" fmla="*/ 758710 w 1208659"/>
              <a:gd name="connsiteY19" fmla="*/ 1236261 h 1788761"/>
              <a:gd name="connsiteX20" fmla="*/ 342421 w 1208659"/>
              <a:gd name="connsiteY20" fmla="*/ 1594768 h 1788761"/>
              <a:gd name="connsiteX21" fmla="*/ 274396 w 1208659"/>
              <a:gd name="connsiteY21" fmla="*/ 1654027 h 1788761"/>
              <a:gd name="connsiteX22" fmla="*/ 103953 w 1208659"/>
              <a:gd name="connsiteY22" fmla="*/ 1785092 h 1788761"/>
              <a:gd name="connsiteX23" fmla="*/ 3015 w 1208659"/>
              <a:gd name="connsiteY23" fmla="*/ 1494239 h 1788761"/>
              <a:gd name="connsiteX24" fmla="*/ 33850 w 1208659"/>
              <a:gd name="connsiteY24" fmla="*/ 1458324 h 1788761"/>
              <a:gd name="connsiteX25" fmla="*/ 326255 w 1208659"/>
              <a:gd name="connsiteY25" fmla="*/ 1168348 h 1788761"/>
              <a:gd name="connsiteX26" fmla="*/ 735231 w 1208659"/>
              <a:gd name="connsiteY26" fmla="*/ 778328 h 1788761"/>
              <a:gd name="connsiteX27" fmla="*/ 390926 w 1208659"/>
              <a:gd name="connsiteY27" fmla="*/ 1460948 h 1788761"/>
              <a:gd name="connsiteX28" fmla="*/ 982776 w 1208659"/>
              <a:gd name="connsiteY28" fmla="*/ 916124 h 1788761"/>
              <a:gd name="connsiteX29" fmla="*/ 862457 w 1208659"/>
              <a:gd name="connsiteY29" fmla="*/ 754893 h 1788761"/>
              <a:gd name="connsiteX30" fmla="*/ 261347 w 1208659"/>
              <a:gd name="connsiteY30" fmla="*/ 1323267 h 1788761"/>
              <a:gd name="connsiteX31" fmla="*/ 390926 w 1208659"/>
              <a:gd name="connsiteY31" fmla="*/ 1460948 h 1788761"/>
              <a:gd name="connsiteX32" fmla="*/ 213566 w 1208659"/>
              <a:gd name="connsiteY32" fmla="*/ 1370598 h 1788761"/>
              <a:gd name="connsiteX33" fmla="*/ 81605 w 1208659"/>
              <a:gd name="connsiteY33" fmla="*/ 1492617 h 1788761"/>
              <a:gd name="connsiteX34" fmla="*/ 202470 w 1208659"/>
              <a:gd name="connsiteY34" fmla="*/ 1626555 h 1788761"/>
              <a:gd name="connsiteX35" fmla="*/ 324066 w 1208659"/>
              <a:gd name="connsiteY35" fmla="*/ 1515244 h 1788761"/>
              <a:gd name="connsiteX36" fmla="*/ 213566 w 1208659"/>
              <a:gd name="connsiteY36" fmla="*/ 1370598 h 1788761"/>
              <a:gd name="connsiteX37" fmla="*/ 1015447 w 1208659"/>
              <a:gd name="connsiteY37" fmla="*/ 823719 h 1788761"/>
              <a:gd name="connsiteX38" fmla="*/ 1076483 w 1208659"/>
              <a:gd name="connsiteY38" fmla="*/ 777033 h 1788761"/>
              <a:gd name="connsiteX39" fmla="*/ 1127661 w 1208659"/>
              <a:gd name="connsiteY39" fmla="*/ 723065 h 1788761"/>
              <a:gd name="connsiteX40" fmla="*/ 1129900 w 1208659"/>
              <a:gd name="connsiteY40" fmla="*/ 664640 h 1788761"/>
              <a:gd name="connsiteX41" fmla="*/ 1078350 w 1208659"/>
              <a:gd name="connsiteY41" fmla="*/ 645098 h 1788761"/>
              <a:gd name="connsiteX42" fmla="*/ 1060158 w 1208659"/>
              <a:gd name="connsiteY42" fmla="*/ 648979 h 1788761"/>
              <a:gd name="connsiteX43" fmla="*/ 933399 w 1208659"/>
              <a:gd name="connsiteY43" fmla="*/ 730207 h 1788761"/>
              <a:gd name="connsiteX44" fmla="*/ 1015447 w 1208659"/>
              <a:gd name="connsiteY44" fmla="*/ 823719 h 1788761"/>
              <a:gd name="connsiteX0" fmla="*/ 735231 w 1208659"/>
              <a:gd name="connsiteY0" fmla="*/ 778328 h 1710181"/>
              <a:gd name="connsiteX1" fmla="*/ 783739 w 1208659"/>
              <a:gd name="connsiteY1" fmla="*/ 720213 h 1710181"/>
              <a:gd name="connsiteX2" fmla="*/ 776415 w 1208659"/>
              <a:gd name="connsiteY2" fmla="*/ 653587 h 1710181"/>
              <a:gd name="connsiteX3" fmla="*/ 732270 w 1208659"/>
              <a:gd name="connsiteY3" fmla="*/ 581589 h 1710181"/>
              <a:gd name="connsiteX4" fmla="*/ 617452 w 1208659"/>
              <a:gd name="connsiteY4" fmla="*/ 682233 h 1710181"/>
              <a:gd name="connsiteX5" fmla="*/ 617833 w 1208659"/>
              <a:gd name="connsiteY5" fmla="*/ 884540 h 1710181"/>
              <a:gd name="connsiteX6" fmla="*/ 554339 w 1208659"/>
              <a:gd name="connsiteY6" fmla="*/ 951111 h 1710181"/>
              <a:gd name="connsiteX7" fmla="*/ 567196 w 1208659"/>
              <a:gd name="connsiteY7" fmla="*/ 605643 h 1710181"/>
              <a:gd name="connsiteX8" fmla="*/ 680366 w 1208659"/>
              <a:gd name="connsiteY8" fmla="*/ 480995 h 1710181"/>
              <a:gd name="connsiteX9" fmla="*/ 611095 w 1208659"/>
              <a:gd name="connsiteY9" fmla="*/ 170587 h 1710181"/>
              <a:gd name="connsiteX10" fmla="*/ 712050 w 1208659"/>
              <a:gd name="connsiteY10" fmla="*/ 81 h 1710181"/>
              <a:gd name="connsiteX11" fmla="*/ 892618 w 1208659"/>
              <a:gd name="connsiteY11" fmla="*/ 155494 h 1710181"/>
              <a:gd name="connsiteX12" fmla="*/ 986472 w 1208659"/>
              <a:gd name="connsiteY12" fmla="*/ 607876 h 1710181"/>
              <a:gd name="connsiteX13" fmla="*/ 1065311 w 1208659"/>
              <a:gd name="connsiteY13" fmla="*/ 581406 h 1710181"/>
              <a:gd name="connsiteX14" fmla="*/ 1132700 w 1208659"/>
              <a:gd name="connsiteY14" fmla="*/ 585344 h 1710181"/>
              <a:gd name="connsiteX15" fmla="*/ 1185687 w 1208659"/>
              <a:gd name="connsiteY15" fmla="*/ 627187 h 1710181"/>
              <a:gd name="connsiteX16" fmla="*/ 1186526 w 1208659"/>
              <a:gd name="connsiteY16" fmla="*/ 764607 h 1710181"/>
              <a:gd name="connsiteX17" fmla="*/ 1076302 w 1208659"/>
              <a:gd name="connsiteY17" fmla="*/ 881463 h 1710181"/>
              <a:gd name="connsiteX18" fmla="*/ 1046280 w 1208659"/>
              <a:gd name="connsiteY18" fmla="*/ 963365 h 1710181"/>
              <a:gd name="connsiteX19" fmla="*/ 758710 w 1208659"/>
              <a:gd name="connsiteY19" fmla="*/ 1236261 h 1710181"/>
              <a:gd name="connsiteX20" fmla="*/ 342421 w 1208659"/>
              <a:gd name="connsiteY20" fmla="*/ 1594768 h 1710181"/>
              <a:gd name="connsiteX21" fmla="*/ 274396 w 1208659"/>
              <a:gd name="connsiteY21" fmla="*/ 1654027 h 1710181"/>
              <a:gd name="connsiteX22" fmla="*/ 190491 w 1208659"/>
              <a:gd name="connsiteY22" fmla="*/ 1703283 h 1710181"/>
              <a:gd name="connsiteX23" fmla="*/ 3015 w 1208659"/>
              <a:gd name="connsiteY23" fmla="*/ 1494239 h 1710181"/>
              <a:gd name="connsiteX24" fmla="*/ 33850 w 1208659"/>
              <a:gd name="connsiteY24" fmla="*/ 1458324 h 1710181"/>
              <a:gd name="connsiteX25" fmla="*/ 326255 w 1208659"/>
              <a:gd name="connsiteY25" fmla="*/ 1168348 h 1710181"/>
              <a:gd name="connsiteX26" fmla="*/ 735231 w 1208659"/>
              <a:gd name="connsiteY26" fmla="*/ 778328 h 1710181"/>
              <a:gd name="connsiteX27" fmla="*/ 390926 w 1208659"/>
              <a:gd name="connsiteY27" fmla="*/ 1460948 h 1710181"/>
              <a:gd name="connsiteX28" fmla="*/ 982776 w 1208659"/>
              <a:gd name="connsiteY28" fmla="*/ 916124 h 1710181"/>
              <a:gd name="connsiteX29" fmla="*/ 862457 w 1208659"/>
              <a:gd name="connsiteY29" fmla="*/ 754893 h 1710181"/>
              <a:gd name="connsiteX30" fmla="*/ 261347 w 1208659"/>
              <a:gd name="connsiteY30" fmla="*/ 1323267 h 1710181"/>
              <a:gd name="connsiteX31" fmla="*/ 390926 w 1208659"/>
              <a:gd name="connsiteY31" fmla="*/ 1460948 h 1710181"/>
              <a:gd name="connsiteX32" fmla="*/ 213566 w 1208659"/>
              <a:gd name="connsiteY32" fmla="*/ 1370598 h 1710181"/>
              <a:gd name="connsiteX33" fmla="*/ 81605 w 1208659"/>
              <a:gd name="connsiteY33" fmla="*/ 1492617 h 1710181"/>
              <a:gd name="connsiteX34" fmla="*/ 202470 w 1208659"/>
              <a:gd name="connsiteY34" fmla="*/ 1626555 h 1710181"/>
              <a:gd name="connsiteX35" fmla="*/ 324066 w 1208659"/>
              <a:gd name="connsiteY35" fmla="*/ 1515244 h 1710181"/>
              <a:gd name="connsiteX36" fmla="*/ 213566 w 1208659"/>
              <a:gd name="connsiteY36" fmla="*/ 1370598 h 1710181"/>
              <a:gd name="connsiteX37" fmla="*/ 1015447 w 1208659"/>
              <a:gd name="connsiteY37" fmla="*/ 823719 h 1710181"/>
              <a:gd name="connsiteX38" fmla="*/ 1076483 w 1208659"/>
              <a:gd name="connsiteY38" fmla="*/ 777033 h 1710181"/>
              <a:gd name="connsiteX39" fmla="*/ 1127661 w 1208659"/>
              <a:gd name="connsiteY39" fmla="*/ 723065 h 1710181"/>
              <a:gd name="connsiteX40" fmla="*/ 1129900 w 1208659"/>
              <a:gd name="connsiteY40" fmla="*/ 664640 h 1710181"/>
              <a:gd name="connsiteX41" fmla="*/ 1078350 w 1208659"/>
              <a:gd name="connsiteY41" fmla="*/ 645098 h 1710181"/>
              <a:gd name="connsiteX42" fmla="*/ 1060158 w 1208659"/>
              <a:gd name="connsiteY42" fmla="*/ 648979 h 1710181"/>
              <a:gd name="connsiteX43" fmla="*/ 933399 w 1208659"/>
              <a:gd name="connsiteY43" fmla="*/ 730207 h 1710181"/>
              <a:gd name="connsiteX44" fmla="*/ 1015447 w 1208659"/>
              <a:gd name="connsiteY44" fmla="*/ 823719 h 1710181"/>
              <a:gd name="connsiteX0" fmla="*/ 735231 w 1208659"/>
              <a:gd name="connsiteY0" fmla="*/ 778328 h 1699897"/>
              <a:gd name="connsiteX1" fmla="*/ 783739 w 1208659"/>
              <a:gd name="connsiteY1" fmla="*/ 720213 h 1699897"/>
              <a:gd name="connsiteX2" fmla="*/ 776415 w 1208659"/>
              <a:gd name="connsiteY2" fmla="*/ 653587 h 1699897"/>
              <a:gd name="connsiteX3" fmla="*/ 732270 w 1208659"/>
              <a:gd name="connsiteY3" fmla="*/ 581589 h 1699897"/>
              <a:gd name="connsiteX4" fmla="*/ 617452 w 1208659"/>
              <a:gd name="connsiteY4" fmla="*/ 682233 h 1699897"/>
              <a:gd name="connsiteX5" fmla="*/ 617833 w 1208659"/>
              <a:gd name="connsiteY5" fmla="*/ 884540 h 1699897"/>
              <a:gd name="connsiteX6" fmla="*/ 554339 w 1208659"/>
              <a:gd name="connsiteY6" fmla="*/ 951111 h 1699897"/>
              <a:gd name="connsiteX7" fmla="*/ 567196 w 1208659"/>
              <a:gd name="connsiteY7" fmla="*/ 605643 h 1699897"/>
              <a:gd name="connsiteX8" fmla="*/ 680366 w 1208659"/>
              <a:gd name="connsiteY8" fmla="*/ 480995 h 1699897"/>
              <a:gd name="connsiteX9" fmla="*/ 611095 w 1208659"/>
              <a:gd name="connsiteY9" fmla="*/ 170587 h 1699897"/>
              <a:gd name="connsiteX10" fmla="*/ 712050 w 1208659"/>
              <a:gd name="connsiteY10" fmla="*/ 81 h 1699897"/>
              <a:gd name="connsiteX11" fmla="*/ 892618 w 1208659"/>
              <a:gd name="connsiteY11" fmla="*/ 155494 h 1699897"/>
              <a:gd name="connsiteX12" fmla="*/ 986472 w 1208659"/>
              <a:gd name="connsiteY12" fmla="*/ 607876 h 1699897"/>
              <a:gd name="connsiteX13" fmla="*/ 1065311 w 1208659"/>
              <a:gd name="connsiteY13" fmla="*/ 581406 h 1699897"/>
              <a:gd name="connsiteX14" fmla="*/ 1132700 w 1208659"/>
              <a:gd name="connsiteY14" fmla="*/ 585344 h 1699897"/>
              <a:gd name="connsiteX15" fmla="*/ 1185687 w 1208659"/>
              <a:gd name="connsiteY15" fmla="*/ 627187 h 1699897"/>
              <a:gd name="connsiteX16" fmla="*/ 1186526 w 1208659"/>
              <a:gd name="connsiteY16" fmla="*/ 764607 h 1699897"/>
              <a:gd name="connsiteX17" fmla="*/ 1076302 w 1208659"/>
              <a:gd name="connsiteY17" fmla="*/ 881463 h 1699897"/>
              <a:gd name="connsiteX18" fmla="*/ 1046280 w 1208659"/>
              <a:gd name="connsiteY18" fmla="*/ 963365 h 1699897"/>
              <a:gd name="connsiteX19" fmla="*/ 758710 w 1208659"/>
              <a:gd name="connsiteY19" fmla="*/ 1236261 h 1699897"/>
              <a:gd name="connsiteX20" fmla="*/ 342421 w 1208659"/>
              <a:gd name="connsiteY20" fmla="*/ 1594768 h 1699897"/>
              <a:gd name="connsiteX21" fmla="*/ 274396 w 1208659"/>
              <a:gd name="connsiteY21" fmla="*/ 1654027 h 1699897"/>
              <a:gd name="connsiteX22" fmla="*/ 167430 w 1208659"/>
              <a:gd name="connsiteY22" fmla="*/ 1692059 h 1699897"/>
              <a:gd name="connsiteX23" fmla="*/ 3015 w 1208659"/>
              <a:gd name="connsiteY23" fmla="*/ 1494239 h 1699897"/>
              <a:gd name="connsiteX24" fmla="*/ 33850 w 1208659"/>
              <a:gd name="connsiteY24" fmla="*/ 1458324 h 1699897"/>
              <a:gd name="connsiteX25" fmla="*/ 326255 w 1208659"/>
              <a:gd name="connsiteY25" fmla="*/ 1168348 h 1699897"/>
              <a:gd name="connsiteX26" fmla="*/ 735231 w 1208659"/>
              <a:gd name="connsiteY26" fmla="*/ 778328 h 1699897"/>
              <a:gd name="connsiteX27" fmla="*/ 390926 w 1208659"/>
              <a:gd name="connsiteY27" fmla="*/ 1460948 h 1699897"/>
              <a:gd name="connsiteX28" fmla="*/ 982776 w 1208659"/>
              <a:gd name="connsiteY28" fmla="*/ 916124 h 1699897"/>
              <a:gd name="connsiteX29" fmla="*/ 862457 w 1208659"/>
              <a:gd name="connsiteY29" fmla="*/ 754893 h 1699897"/>
              <a:gd name="connsiteX30" fmla="*/ 261347 w 1208659"/>
              <a:gd name="connsiteY30" fmla="*/ 1323267 h 1699897"/>
              <a:gd name="connsiteX31" fmla="*/ 390926 w 1208659"/>
              <a:gd name="connsiteY31" fmla="*/ 1460948 h 1699897"/>
              <a:gd name="connsiteX32" fmla="*/ 213566 w 1208659"/>
              <a:gd name="connsiteY32" fmla="*/ 1370598 h 1699897"/>
              <a:gd name="connsiteX33" fmla="*/ 81605 w 1208659"/>
              <a:gd name="connsiteY33" fmla="*/ 1492617 h 1699897"/>
              <a:gd name="connsiteX34" fmla="*/ 202470 w 1208659"/>
              <a:gd name="connsiteY34" fmla="*/ 1626555 h 1699897"/>
              <a:gd name="connsiteX35" fmla="*/ 324066 w 1208659"/>
              <a:gd name="connsiteY35" fmla="*/ 1515244 h 1699897"/>
              <a:gd name="connsiteX36" fmla="*/ 213566 w 1208659"/>
              <a:gd name="connsiteY36" fmla="*/ 1370598 h 1699897"/>
              <a:gd name="connsiteX37" fmla="*/ 1015447 w 1208659"/>
              <a:gd name="connsiteY37" fmla="*/ 823719 h 1699897"/>
              <a:gd name="connsiteX38" fmla="*/ 1076483 w 1208659"/>
              <a:gd name="connsiteY38" fmla="*/ 777033 h 1699897"/>
              <a:gd name="connsiteX39" fmla="*/ 1127661 w 1208659"/>
              <a:gd name="connsiteY39" fmla="*/ 723065 h 1699897"/>
              <a:gd name="connsiteX40" fmla="*/ 1129900 w 1208659"/>
              <a:gd name="connsiteY40" fmla="*/ 664640 h 1699897"/>
              <a:gd name="connsiteX41" fmla="*/ 1078350 w 1208659"/>
              <a:gd name="connsiteY41" fmla="*/ 645098 h 1699897"/>
              <a:gd name="connsiteX42" fmla="*/ 1060158 w 1208659"/>
              <a:gd name="connsiteY42" fmla="*/ 648979 h 1699897"/>
              <a:gd name="connsiteX43" fmla="*/ 933399 w 1208659"/>
              <a:gd name="connsiteY43" fmla="*/ 730207 h 1699897"/>
              <a:gd name="connsiteX44" fmla="*/ 1015447 w 1208659"/>
              <a:gd name="connsiteY44" fmla="*/ 823719 h 1699897"/>
              <a:gd name="connsiteX0" fmla="*/ 735231 w 1208659"/>
              <a:gd name="connsiteY0" fmla="*/ 778328 h 1692734"/>
              <a:gd name="connsiteX1" fmla="*/ 783739 w 1208659"/>
              <a:gd name="connsiteY1" fmla="*/ 720213 h 1692734"/>
              <a:gd name="connsiteX2" fmla="*/ 776415 w 1208659"/>
              <a:gd name="connsiteY2" fmla="*/ 653587 h 1692734"/>
              <a:gd name="connsiteX3" fmla="*/ 732270 w 1208659"/>
              <a:gd name="connsiteY3" fmla="*/ 581589 h 1692734"/>
              <a:gd name="connsiteX4" fmla="*/ 617452 w 1208659"/>
              <a:gd name="connsiteY4" fmla="*/ 682233 h 1692734"/>
              <a:gd name="connsiteX5" fmla="*/ 617833 w 1208659"/>
              <a:gd name="connsiteY5" fmla="*/ 884540 h 1692734"/>
              <a:gd name="connsiteX6" fmla="*/ 554339 w 1208659"/>
              <a:gd name="connsiteY6" fmla="*/ 951111 h 1692734"/>
              <a:gd name="connsiteX7" fmla="*/ 567196 w 1208659"/>
              <a:gd name="connsiteY7" fmla="*/ 605643 h 1692734"/>
              <a:gd name="connsiteX8" fmla="*/ 680366 w 1208659"/>
              <a:gd name="connsiteY8" fmla="*/ 480995 h 1692734"/>
              <a:gd name="connsiteX9" fmla="*/ 611095 w 1208659"/>
              <a:gd name="connsiteY9" fmla="*/ 170587 h 1692734"/>
              <a:gd name="connsiteX10" fmla="*/ 712050 w 1208659"/>
              <a:gd name="connsiteY10" fmla="*/ 81 h 1692734"/>
              <a:gd name="connsiteX11" fmla="*/ 892618 w 1208659"/>
              <a:gd name="connsiteY11" fmla="*/ 155494 h 1692734"/>
              <a:gd name="connsiteX12" fmla="*/ 986472 w 1208659"/>
              <a:gd name="connsiteY12" fmla="*/ 607876 h 1692734"/>
              <a:gd name="connsiteX13" fmla="*/ 1065311 w 1208659"/>
              <a:gd name="connsiteY13" fmla="*/ 581406 h 1692734"/>
              <a:gd name="connsiteX14" fmla="*/ 1132700 w 1208659"/>
              <a:gd name="connsiteY14" fmla="*/ 585344 h 1692734"/>
              <a:gd name="connsiteX15" fmla="*/ 1185687 w 1208659"/>
              <a:gd name="connsiteY15" fmla="*/ 627187 h 1692734"/>
              <a:gd name="connsiteX16" fmla="*/ 1186526 w 1208659"/>
              <a:gd name="connsiteY16" fmla="*/ 764607 h 1692734"/>
              <a:gd name="connsiteX17" fmla="*/ 1076302 w 1208659"/>
              <a:gd name="connsiteY17" fmla="*/ 881463 h 1692734"/>
              <a:gd name="connsiteX18" fmla="*/ 1046280 w 1208659"/>
              <a:gd name="connsiteY18" fmla="*/ 963365 h 1692734"/>
              <a:gd name="connsiteX19" fmla="*/ 758710 w 1208659"/>
              <a:gd name="connsiteY19" fmla="*/ 1236261 h 1692734"/>
              <a:gd name="connsiteX20" fmla="*/ 342421 w 1208659"/>
              <a:gd name="connsiteY20" fmla="*/ 1594768 h 1692734"/>
              <a:gd name="connsiteX21" fmla="*/ 274396 w 1208659"/>
              <a:gd name="connsiteY21" fmla="*/ 1654027 h 1692734"/>
              <a:gd name="connsiteX22" fmla="*/ 176244 w 1208659"/>
              <a:gd name="connsiteY22" fmla="*/ 1684055 h 1692734"/>
              <a:gd name="connsiteX23" fmla="*/ 3015 w 1208659"/>
              <a:gd name="connsiteY23" fmla="*/ 1494239 h 1692734"/>
              <a:gd name="connsiteX24" fmla="*/ 33850 w 1208659"/>
              <a:gd name="connsiteY24" fmla="*/ 1458324 h 1692734"/>
              <a:gd name="connsiteX25" fmla="*/ 326255 w 1208659"/>
              <a:gd name="connsiteY25" fmla="*/ 1168348 h 1692734"/>
              <a:gd name="connsiteX26" fmla="*/ 735231 w 1208659"/>
              <a:gd name="connsiteY26" fmla="*/ 778328 h 1692734"/>
              <a:gd name="connsiteX27" fmla="*/ 390926 w 1208659"/>
              <a:gd name="connsiteY27" fmla="*/ 1460948 h 1692734"/>
              <a:gd name="connsiteX28" fmla="*/ 982776 w 1208659"/>
              <a:gd name="connsiteY28" fmla="*/ 916124 h 1692734"/>
              <a:gd name="connsiteX29" fmla="*/ 862457 w 1208659"/>
              <a:gd name="connsiteY29" fmla="*/ 754893 h 1692734"/>
              <a:gd name="connsiteX30" fmla="*/ 261347 w 1208659"/>
              <a:gd name="connsiteY30" fmla="*/ 1323267 h 1692734"/>
              <a:gd name="connsiteX31" fmla="*/ 390926 w 1208659"/>
              <a:gd name="connsiteY31" fmla="*/ 1460948 h 1692734"/>
              <a:gd name="connsiteX32" fmla="*/ 213566 w 1208659"/>
              <a:gd name="connsiteY32" fmla="*/ 1370598 h 1692734"/>
              <a:gd name="connsiteX33" fmla="*/ 81605 w 1208659"/>
              <a:gd name="connsiteY33" fmla="*/ 1492617 h 1692734"/>
              <a:gd name="connsiteX34" fmla="*/ 202470 w 1208659"/>
              <a:gd name="connsiteY34" fmla="*/ 1626555 h 1692734"/>
              <a:gd name="connsiteX35" fmla="*/ 324066 w 1208659"/>
              <a:gd name="connsiteY35" fmla="*/ 1515244 h 1692734"/>
              <a:gd name="connsiteX36" fmla="*/ 213566 w 1208659"/>
              <a:gd name="connsiteY36" fmla="*/ 1370598 h 1692734"/>
              <a:gd name="connsiteX37" fmla="*/ 1015447 w 1208659"/>
              <a:gd name="connsiteY37" fmla="*/ 823719 h 1692734"/>
              <a:gd name="connsiteX38" fmla="*/ 1076483 w 1208659"/>
              <a:gd name="connsiteY38" fmla="*/ 777033 h 1692734"/>
              <a:gd name="connsiteX39" fmla="*/ 1127661 w 1208659"/>
              <a:gd name="connsiteY39" fmla="*/ 723065 h 1692734"/>
              <a:gd name="connsiteX40" fmla="*/ 1129900 w 1208659"/>
              <a:gd name="connsiteY40" fmla="*/ 664640 h 1692734"/>
              <a:gd name="connsiteX41" fmla="*/ 1078350 w 1208659"/>
              <a:gd name="connsiteY41" fmla="*/ 645098 h 1692734"/>
              <a:gd name="connsiteX42" fmla="*/ 1060158 w 1208659"/>
              <a:gd name="connsiteY42" fmla="*/ 648979 h 1692734"/>
              <a:gd name="connsiteX43" fmla="*/ 933399 w 1208659"/>
              <a:gd name="connsiteY43" fmla="*/ 730207 h 1692734"/>
              <a:gd name="connsiteX44" fmla="*/ 1015447 w 1208659"/>
              <a:gd name="connsiteY44" fmla="*/ 823719 h 1692734"/>
              <a:gd name="connsiteX0" fmla="*/ 731343 w 1204771"/>
              <a:gd name="connsiteY0" fmla="*/ 778328 h 1693404"/>
              <a:gd name="connsiteX1" fmla="*/ 779851 w 1204771"/>
              <a:gd name="connsiteY1" fmla="*/ 720213 h 1693404"/>
              <a:gd name="connsiteX2" fmla="*/ 772527 w 1204771"/>
              <a:gd name="connsiteY2" fmla="*/ 653587 h 1693404"/>
              <a:gd name="connsiteX3" fmla="*/ 728382 w 1204771"/>
              <a:gd name="connsiteY3" fmla="*/ 581589 h 1693404"/>
              <a:gd name="connsiteX4" fmla="*/ 613564 w 1204771"/>
              <a:gd name="connsiteY4" fmla="*/ 682233 h 1693404"/>
              <a:gd name="connsiteX5" fmla="*/ 613945 w 1204771"/>
              <a:gd name="connsiteY5" fmla="*/ 884540 h 1693404"/>
              <a:gd name="connsiteX6" fmla="*/ 550451 w 1204771"/>
              <a:gd name="connsiteY6" fmla="*/ 951111 h 1693404"/>
              <a:gd name="connsiteX7" fmla="*/ 563308 w 1204771"/>
              <a:gd name="connsiteY7" fmla="*/ 605643 h 1693404"/>
              <a:gd name="connsiteX8" fmla="*/ 676478 w 1204771"/>
              <a:gd name="connsiteY8" fmla="*/ 480995 h 1693404"/>
              <a:gd name="connsiteX9" fmla="*/ 607207 w 1204771"/>
              <a:gd name="connsiteY9" fmla="*/ 170587 h 1693404"/>
              <a:gd name="connsiteX10" fmla="*/ 708162 w 1204771"/>
              <a:gd name="connsiteY10" fmla="*/ 81 h 1693404"/>
              <a:gd name="connsiteX11" fmla="*/ 888730 w 1204771"/>
              <a:gd name="connsiteY11" fmla="*/ 155494 h 1693404"/>
              <a:gd name="connsiteX12" fmla="*/ 982584 w 1204771"/>
              <a:gd name="connsiteY12" fmla="*/ 607876 h 1693404"/>
              <a:gd name="connsiteX13" fmla="*/ 1061423 w 1204771"/>
              <a:gd name="connsiteY13" fmla="*/ 581406 h 1693404"/>
              <a:gd name="connsiteX14" fmla="*/ 1128812 w 1204771"/>
              <a:gd name="connsiteY14" fmla="*/ 585344 h 1693404"/>
              <a:gd name="connsiteX15" fmla="*/ 1181799 w 1204771"/>
              <a:gd name="connsiteY15" fmla="*/ 627187 h 1693404"/>
              <a:gd name="connsiteX16" fmla="*/ 1182638 w 1204771"/>
              <a:gd name="connsiteY16" fmla="*/ 764607 h 1693404"/>
              <a:gd name="connsiteX17" fmla="*/ 1072414 w 1204771"/>
              <a:gd name="connsiteY17" fmla="*/ 881463 h 1693404"/>
              <a:gd name="connsiteX18" fmla="*/ 1042392 w 1204771"/>
              <a:gd name="connsiteY18" fmla="*/ 963365 h 1693404"/>
              <a:gd name="connsiteX19" fmla="*/ 754822 w 1204771"/>
              <a:gd name="connsiteY19" fmla="*/ 1236261 h 1693404"/>
              <a:gd name="connsiteX20" fmla="*/ 338533 w 1204771"/>
              <a:gd name="connsiteY20" fmla="*/ 1594768 h 1693404"/>
              <a:gd name="connsiteX21" fmla="*/ 270508 w 1204771"/>
              <a:gd name="connsiteY21" fmla="*/ 1654027 h 1693404"/>
              <a:gd name="connsiteX22" fmla="*/ 172356 w 1204771"/>
              <a:gd name="connsiteY22" fmla="*/ 1684055 h 1693404"/>
              <a:gd name="connsiteX23" fmla="*/ 6340 w 1204771"/>
              <a:gd name="connsiteY23" fmla="*/ 1484472 h 1693404"/>
              <a:gd name="connsiteX24" fmla="*/ 29962 w 1204771"/>
              <a:gd name="connsiteY24" fmla="*/ 1458324 h 1693404"/>
              <a:gd name="connsiteX25" fmla="*/ 322367 w 1204771"/>
              <a:gd name="connsiteY25" fmla="*/ 1168348 h 1693404"/>
              <a:gd name="connsiteX26" fmla="*/ 731343 w 1204771"/>
              <a:gd name="connsiteY26" fmla="*/ 778328 h 1693404"/>
              <a:gd name="connsiteX27" fmla="*/ 387038 w 1204771"/>
              <a:gd name="connsiteY27" fmla="*/ 1460948 h 1693404"/>
              <a:gd name="connsiteX28" fmla="*/ 978888 w 1204771"/>
              <a:gd name="connsiteY28" fmla="*/ 916124 h 1693404"/>
              <a:gd name="connsiteX29" fmla="*/ 858569 w 1204771"/>
              <a:gd name="connsiteY29" fmla="*/ 754893 h 1693404"/>
              <a:gd name="connsiteX30" fmla="*/ 257459 w 1204771"/>
              <a:gd name="connsiteY30" fmla="*/ 1323267 h 1693404"/>
              <a:gd name="connsiteX31" fmla="*/ 387038 w 1204771"/>
              <a:gd name="connsiteY31" fmla="*/ 1460948 h 1693404"/>
              <a:gd name="connsiteX32" fmla="*/ 209678 w 1204771"/>
              <a:gd name="connsiteY32" fmla="*/ 1370598 h 1693404"/>
              <a:gd name="connsiteX33" fmla="*/ 77717 w 1204771"/>
              <a:gd name="connsiteY33" fmla="*/ 1492617 h 1693404"/>
              <a:gd name="connsiteX34" fmla="*/ 198582 w 1204771"/>
              <a:gd name="connsiteY34" fmla="*/ 1626555 h 1693404"/>
              <a:gd name="connsiteX35" fmla="*/ 320178 w 1204771"/>
              <a:gd name="connsiteY35" fmla="*/ 1515244 h 1693404"/>
              <a:gd name="connsiteX36" fmla="*/ 209678 w 1204771"/>
              <a:gd name="connsiteY36" fmla="*/ 1370598 h 1693404"/>
              <a:gd name="connsiteX37" fmla="*/ 1011559 w 1204771"/>
              <a:gd name="connsiteY37" fmla="*/ 823719 h 1693404"/>
              <a:gd name="connsiteX38" fmla="*/ 1072595 w 1204771"/>
              <a:gd name="connsiteY38" fmla="*/ 777033 h 1693404"/>
              <a:gd name="connsiteX39" fmla="*/ 1123773 w 1204771"/>
              <a:gd name="connsiteY39" fmla="*/ 723065 h 1693404"/>
              <a:gd name="connsiteX40" fmla="*/ 1126012 w 1204771"/>
              <a:gd name="connsiteY40" fmla="*/ 664640 h 1693404"/>
              <a:gd name="connsiteX41" fmla="*/ 1074462 w 1204771"/>
              <a:gd name="connsiteY41" fmla="*/ 645098 h 1693404"/>
              <a:gd name="connsiteX42" fmla="*/ 1056270 w 1204771"/>
              <a:gd name="connsiteY42" fmla="*/ 648979 h 1693404"/>
              <a:gd name="connsiteX43" fmla="*/ 929511 w 1204771"/>
              <a:gd name="connsiteY43" fmla="*/ 730207 h 1693404"/>
              <a:gd name="connsiteX44" fmla="*/ 1011559 w 1204771"/>
              <a:gd name="connsiteY44" fmla="*/ 823719 h 1693404"/>
              <a:gd name="connsiteX0" fmla="*/ 725003 w 1198431"/>
              <a:gd name="connsiteY0" fmla="*/ 778328 h 1693404"/>
              <a:gd name="connsiteX1" fmla="*/ 773511 w 1198431"/>
              <a:gd name="connsiteY1" fmla="*/ 720213 h 1693404"/>
              <a:gd name="connsiteX2" fmla="*/ 766187 w 1198431"/>
              <a:gd name="connsiteY2" fmla="*/ 653587 h 1693404"/>
              <a:gd name="connsiteX3" fmla="*/ 722042 w 1198431"/>
              <a:gd name="connsiteY3" fmla="*/ 581589 h 1693404"/>
              <a:gd name="connsiteX4" fmla="*/ 607224 w 1198431"/>
              <a:gd name="connsiteY4" fmla="*/ 682233 h 1693404"/>
              <a:gd name="connsiteX5" fmla="*/ 607605 w 1198431"/>
              <a:gd name="connsiteY5" fmla="*/ 884540 h 1693404"/>
              <a:gd name="connsiteX6" fmla="*/ 544111 w 1198431"/>
              <a:gd name="connsiteY6" fmla="*/ 951111 h 1693404"/>
              <a:gd name="connsiteX7" fmla="*/ 556968 w 1198431"/>
              <a:gd name="connsiteY7" fmla="*/ 605643 h 1693404"/>
              <a:gd name="connsiteX8" fmla="*/ 670138 w 1198431"/>
              <a:gd name="connsiteY8" fmla="*/ 480995 h 1693404"/>
              <a:gd name="connsiteX9" fmla="*/ 600867 w 1198431"/>
              <a:gd name="connsiteY9" fmla="*/ 170587 h 1693404"/>
              <a:gd name="connsiteX10" fmla="*/ 701822 w 1198431"/>
              <a:gd name="connsiteY10" fmla="*/ 81 h 1693404"/>
              <a:gd name="connsiteX11" fmla="*/ 882390 w 1198431"/>
              <a:gd name="connsiteY11" fmla="*/ 155494 h 1693404"/>
              <a:gd name="connsiteX12" fmla="*/ 976244 w 1198431"/>
              <a:gd name="connsiteY12" fmla="*/ 607876 h 1693404"/>
              <a:gd name="connsiteX13" fmla="*/ 1055083 w 1198431"/>
              <a:gd name="connsiteY13" fmla="*/ 581406 h 1693404"/>
              <a:gd name="connsiteX14" fmla="*/ 1122472 w 1198431"/>
              <a:gd name="connsiteY14" fmla="*/ 585344 h 1693404"/>
              <a:gd name="connsiteX15" fmla="*/ 1175459 w 1198431"/>
              <a:gd name="connsiteY15" fmla="*/ 627187 h 1693404"/>
              <a:gd name="connsiteX16" fmla="*/ 1176298 w 1198431"/>
              <a:gd name="connsiteY16" fmla="*/ 764607 h 1693404"/>
              <a:gd name="connsiteX17" fmla="*/ 1066074 w 1198431"/>
              <a:gd name="connsiteY17" fmla="*/ 881463 h 1693404"/>
              <a:gd name="connsiteX18" fmla="*/ 1036052 w 1198431"/>
              <a:gd name="connsiteY18" fmla="*/ 963365 h 1693404"/>
              <a:gd name="connsiteX19" fmla="*/ 748482 w 1198431"/>
              <a:gd name="connsiteY19" fmla="*/ 1236261 h 1693404"/>
              <a:gd name="connsiteX20" fmla="*/ 332193 w 1198431"/>
              <a:gd name="connsiteY20" fmla="*/ 1594768 h 1693404"/>
              <a:gd name="connsiteX21" fmla="*/ 264168 w 1198431"/>
              <a:gd name="connsiteY21" fmla="*/ 1654027 h 1693404"/>
              <a:gd name="connsiteX22" fmla="*/ 166016 w 1198431"/>
              <a:gd name="connsiteY22" fmla="*/ 1684055 h 1693404"/>
              <a:gd name="connsiteX23" fmla="*/ 0 w 1198431"/>
              <a:gd name="connsiteY23" fmla="*/ 1484472 h 1693404"/>
              <a:gd name="connsiteX24" fmla="*/ 42852 w 1198431"/>
              <a:gd name="connsiteY24" fmla="*/ 1444077 h 1693404"/>
              <a:gd name="connsiteX25" fmla="*/ 316027 w 1198431"/>
              <a:gd name="connsiteY25" fmla="*/ 1168348 h 1693404"/>
              <a:gd name="connsiteX26" fmla="*/ 725003 w 1198431"/>
              <a:gd name="connsiteY26" fmla="*/ 778328 h 1693404"/>
              <a:gd name="connsiteX27" fmla="*/ 380698 w 1198431"/>
              <a:gd name="connsiteY27" fmla="*/ 1460948 h 1693404"/>
              <a:gd name="connsiteX28" fmla="*/ 972548 w 1198431"/>
              <a:gd name="connsiteY28" fmla="*/ 916124 h 1693404"/>
              <a:gd name="connsiteX29" fmla="*/ 852229 w 1198431"/>
              <a:gd name="connsiteY29" fmla="*/ 754893 h 1693404"/>
              <a:gd name="connsiteX30" fmla="*/ 251119 w 1198431"/>
              <a:gd name="connsiteY30" fmla="*/ 1323267 h 1693404"/>
              <a:gd name="connsiteX31" fmla="*/ 380698 w 1198431"/>
              <a:gd name="connsiteY31" fmla="*/ 1460948 h 1693404"/>
              <a:gd name="connsiteX32" fmla="*/ 203338 w 1198431"/>
              <a:gd name="connsiteY32" fmla="*/ 1370598 h 1693404"/>
              <a:gd name="connsiteX33" fmla="*/ 71377 w 1198431"/>
              <a:gd name="connsiteY33" fmla="*/ 1492617 h 1693404"/>
              <a:gd name="connsiteX34" fmla="*/ 192242 w 1198431"/>
              <a:gd name="connsiteY34" fmla="*/ 1626555 h 1693404"/>
              <a:gd name="connsiteX35" fmla="*/ 313838 w 1198431"/>
              <a:gd name="connsiteY35" fmla="*/ 1515244 h 1693404"/>
              <a:gd name="connsiteX36" fmla="*/ 203338 w 1198431"/>
              <a:gd name="connsiteY36" fmla="*/ 1370598 h 1693404"/>
              <a:gd name="connsiteX37" fmla="*/ 1005219 w 1198431"/>
              <a:gd name="connsiteY37" fmla="*/ 823719 h 1693404"/>
              <a:gd name="connsiteX38" fmla="*/ 1066255 w 1198431"/>
              <a:gd name="connsiteY38" fmla="*/ 777033 h 1693404"/>
              <a:gd name="connsiteX39" fmla="*/ 1117433 w 1198431"/>
              <a:gd name="connsiteY39" fmla="*/ 723065 h 1693404"/>
              <a:gd name="connsiteX40" fmla="*/ 1119672 w 1198431"/>
              <a:gd name="connsiteY40" fmla="*/ 664640 h 1693404"/>
              <a:gd name="connsiteX41" fmla="*/ 1068122 w 1198431"/>
              <a:gd name="connsiteY41" fmla="*/ 645098 h 1693404"/>
              <a:gd name="connsiteX42" fmla="*/ 1049930 w 1198431"/>
              <a:gd name="connsiteY42" fmla="*/ 648979 h 1693404"/>
              <a:gd name="connsiteX43" fmla="*/ 923171 w 1198431"/>
              <a:gd name="connsiteY43" fmla="*/ 730207 h 1693404"/>
              <a:gd name="connsiteX44" fmla="*/ 1005219 w 1198431"/>
              <a:gd name="connsiteY44" fmla="*/ 823719 h 1693404"/>
              <a:gd name="connsiteX0" fmla="*/ 725003 w 1198431"/>
              <a:gd name="connsiteY0" fmla="*/ 704401 h 1619477"/>
              <a:gd name="connsiteX1" fmla="*/ 773511 w 1198431"/>
              <a:gd name="connsiteY1" fmla="*/ 646286 h 1619477"/>
              <a:gd name="connsiteX2" fmla="*/ 766187 w 1198431"/>
              <a:gd name="connsiteY2" fmla="*/ 579660 h 1619477"/>
              <a:gd name="connsiteX3" fmla="*/ 722042 w 1198431"/>
              <a:gd name="connsiteY3" fmla="*/ 507662 h 1619477"/>
              <a:gd name="connsiteX4" fmla="*/ 607224 w 1198431"/>
              <a:gd name="connsiteY4" fmla="*/ 608306 h 1619477"/>
              <a:gd name="connsiteX5" fmla="*/ 607605 w 1198431"/>
              <a:gd name="connsiteY5" fmla="*/ 810613 h 1619477"/>
              <a:gd name="connsiteX6" fmla="*/ 544111 w 1198431"/>
              <a:gd name="connsiteY6" fmla="*/ 877184 h 1619477"/>
              <a:gd name="connsiteX7" fmla="*/ 556968 w 1198431"/>
              <a:gd name="connsiteY7" fmla="*/ 531716 h 1619477"/>
              <a:gd name="connsiteX8" fmla="*/ 670138 w 1198431"/>
              <a:gd name="connsiteY8" fmla="*/ 407068 h 1619477"/>
              <a:gd name="connsiteX9" fmla="*/ 600867 w 1198431"/>
              <a:gd name="connsiteY9" fmla="*/ 96660 h 1619477"/>
              <a:gd name="connsiteX10" fmla="*/ 718444 w 1198431"/>
              <a:gd name="connsiteY10" fmla="*/ 1126 h 1619477"/>
              <a:gd name="connsiteX11" fmla="*/ 882390 w 1198431"/>
              <a:gd name="connsiteY11" fmla="*/ 81567 h 1619477"/>
              <a:gd name="connsiteX12" fmla="*/ 976244 w 1198431"/>
              <a:gd name="connsiteY12" fmla="*/ 533949 h 1619477"/>
              <a:gd name="connsiteX13" fmla="*/ 1055083 w 1198431"/>
              <a:gd name="connsiteY13" fmla="*/ 507479 h 1619477"/>
              <a:gd name="connsiteX14" fmla="*/ 1122472 w 1198431"/>
              <a:gd name="connsiteY14" fmla="*/ 511417 h 1619477"/>
              <a:gd name="connsiteX15" fmla="*/ 1175459 w 1198431"/>
              <a:gd name="connsiteY15" fmla="*/ 553260 h 1619477"/>
              <a:gd name="connsiteX16" fmla="*/ 1176298 w 1198431"/>
              <a:gd name="connsiteY16" fmla="*/ 690680 h 1619477"/>
              <a:gd name="connsiteX17" fmla="*/ 1066074 w 1198431"/>
              <a:gd name="connsiteY17" fmla="*/ 807536 h 1619477"/>
              <a:gd name="connsiteX18" fmla="*/ 1036052 w 1198431"/>
              <a:gd name="connsiteY18" fmla="*/ 889438 h 1619477"/>
              <a:gd name="connsiteX19" fmla="*/ 748482 w 1198431"/>
              <a:gd name="connsiteY19" fmla="*/ 1162334 h 1619477"/>
              <a:gd name="connsiteX20" fmla="*/ 332193 w 1198431"/>
              <a:gd name="connsiteY20" fmla="*/ 1520841 h 1619477"/>
              <a:gd name="connsiteX21" fmla="*/ 264168 w 1198431"/>
              <a:gd name="connsiteY21" fmla="*/ 1580100 h 1619477"/>
              <a:gd name="connsiteX22" fmla="*/ 166016 w 1198431"/>
              <a:gd name="connsiteY22" fmla="*/ 1610128 h 1619477"/>
              <a:gd name="connsiteX23" fmla="*/ 0 w 1198431"/>
              <a:gd name="connsiteY23" fmla="*/ 1410545 h 1619477"/>
              <a:gd name="connsiteX24" fmla="*/ 42852 w 1198431"/>
              <a:gd name="connsiteY24" fmla="*/ 1370150 h 1619477"/>
              <a:gd name="connsiteX25" fmla="*/ 316027 w 1198431"/>
              <a:gd name="connsiteY25" fmla="*/ 1094421 h 1619477"/>
              <a:gd name="connsiteX26" fmla="*/ 725003 w 1198431"/>
              <a:gd name="connsiteY26" fmla="*/ 704401 h 1619477"/>
              <a:gd name="connsiteX27" fmla="*/ 380698 w 1198431"/>
              <a:gd name="connsiteY27" fmla="*/ 1387021 h 1619477"/>
              <a:gd name="connsiteX28" fmla="*/ 972548 w 1198431"/>
              <a:gd name="connsiteY28" fmla="*/ 842197 h 1619477"/>
              <a:gd name="connsiteX29" fmla="*/ 852229 w 1198431"/>
              <a:gd name="connsiteY29" fmla="*/ 680966 h 1619477"/>
              <a:gd name="connsiteX30" fmla="*/ 251119 w 1198431"/>
              <a:gd name="connsiteY30" fmla="*/ 1249340 h 1619477"/>
              <a:gd name="connsiteX31" fmla="*/ 380698 w 1198431"/>
              <a:gd name="connsiteY31" fmla="*/ 1387021 h 1619477"/>
              <a:gd name="connsiteX32" fmla="*/ 203338 w 1198431"/>
              <a:gd name="connsiteY32" fmla="*/ 1296671 h 1619477"/>
              <a:gd name="connsiteX33" fmla="*/ 71377 w 1198431"/>
              <a:gd name="connsiteY33" fmla="*/ 1418690 h 1619477"/>
              <a:gd name="connsiteX34" fmla="*/ 192242 w 1198431"/>
              <a:gd name="connsiteY34" fmla="*/ 1552628 h 1619477"/>
              <a:gd name="connsiteX35" fmla="*/ 313838 w 1198431"/>
              <a:gd name="connsiteY35" fmla="*/ 1441317 h 1619477"/>
              <a:gd name="connsiteX36" fmla="*/ 203338 w 1198431"/>
              <a:gd name="connsiteY36" fmla="*/ 1296671 h 1619477"/>
              <a:gd name="connsiteX37" fmla="*/ 1005219 w 1198431"/>
              <a:gd name="connsiteY37" fmla="*/ 749792 h 1619477"/>
              <a:gd name="connsiteX38" fmla="*/ 1066255 w 1198431"/>
              <a:gd name="connsiteY38" fmla="*/ 703106 h 1619477"/>
              <a:gd name="connsiteX39" fmla="*/ 1117433 w 1198431"/>
              <a:gd name="connsiteY39" fmla="*/ 649138 h 1619477"/>
              <a:gd name="connsiteX40" fmla="*/ 1119672 w 1198431"/>
              <a:gd name="connsiteY40" fmla="*/ 590713 h 1619477"/>
              <a:gd name="connsiteX41" fmla="*/ 1068122 w 1198431"/>
              <a:gd name="connsiteY41" fmla="*/ 571171 h 1619477"/>
              <a:gd name="connsiteX42" fmla="*/ 1049930 w 1198431"/>
              <a:gd name="connsiteY42" fmla="*/ 575052 h 1619477"/>
              <a:gd name="connsiteX43" fmla="*/ 923171 w 1198431"/>
              <a:gd name="connsiteY43" fmla="*/ 656280 h 1619477"/>
              <a:gd name="connsiteX44" fmla="*/ 1005219 w 1198431"/>
              <a:gd name="connsiteY44" fmla="*/ 749792 h 1619477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7605 w 1198431"/>
              <a:gd name="connsiteY5" fmla="*/ 820876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7605 w 1198431"/>
              <a:gd name="connsiteY5" fmla="*/ 820876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6652 w 1198431"/>
              <a:gd name="connsiteY5" fmla="*/ 805659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6652 w 1198431"/>
              <a:gd name="connsiteY5" fmla="*/ 805659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44111 w 1198431"/>
              <a:gd name="connsiteY6" fmla="*/ 887447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26483 w 1198431"/>
              <a:gd name="connsiteY6" fmla="*/ 903456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21546 w 1198431"/>
              <a:gd name="connsiteY5" fmla="*/ 811433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3410 w 1198431"/>
              <a:gd name="connsiteY6" fmla="*/ 869351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52600 w 1198431"/>
              <a:gd name="connsiteY6" fmla="*/ 88617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7224 w 1198431"/>
              <a:gd name="connsiteY4" fmla="*/ 618569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6968 w 1198431"/>
              <a:gd name="connsiteY7" fmla="*/ 541979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70138 w 1198431"/>
              <a:gd name="connsiteY8" fmla="*/ 417331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1376 w 1198431"/>
              <a:gd name="connsiteY7" fmla="*/ 557845 h 1629740"/>
              <a:gd name="connsiteX8" fmla="*/ 689026 w 1198431"/>
              <a:gd name="connsiteY8" fmla="*/ 445212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89026 w 1198431"/>
              <a:gd name="connsiteY8" fmla="*/ 445212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81345 w 1198431"/>
              <a:gd name="connsiteY8" fmla="*/ 429670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76322 w 1198431"/>
              <a:gd name="connsiteY7" fmla="*/ 595169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21794 w 1198431"/>
              <a:gd name="connsiteY4" fmla="*/ 631072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6576 w 1198431"/>
              <a:gd name="connsiteY4" fmla="*/ 632026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14664 h 1629740"/>
              <a:gd name="connsiteX1" fmla="*/ 773511 w 1198431"/>
              <a:gd name="connsiteY1" fmla="*/ 656549 h 1629740"/>
              <a:gd name="connsiteX2" fmla="*/ 766187 w 1198431"/>
              <a:gd name="connsiteY2" fmla="*/ 589923 h 1629740"/>
              <a:gd name="connsiteX3" fmla="*/ 722042 w 1198431"/>
              <a:gd name="connsiteY3" fmla="*/ 517925 h 1629740"/>
              <a:gd name="connsiteX4" fmla="*/ 606576 w 1198431"/>
              <a:gd name="connsiteY4" fmla="*/ 632026 h 1629740"/>
              <a:gd name="connsiteX5" fmla="*/ 605519 w 1198431"/>
              <a:gd name="connsiteY5" fmla="*/ 829204 h 1629740"/>
              <a:gd name="connsiteX6" fmla="*/ 549560 w 1198431"/>
              <a:gd name="connsiteY6" fmla="*/ 879280 h 1629740"/>
              <a:gd name="connsiteX7" fmla="*/ 559341 w 1198431"/>
              <a:gd name="connsiteY7" fmla="*/ 597724 h 1629740"/>
              <a:gd name="connsiteX8" fmla="*/ 671901 w 1198431"/>
              <a:gd name="connsiteY8" fmla="*/ 415729 h 1629740"/>
              <a:gd name="connsiteX9" fmla="*/ 600867 w 1198431"/>
              <a:gd name="connsiteY9" fmla="*/ 106923 h 1629740"/>
              <a:gd name="connsiteX10" fmla="*/ 718444 w 1198431"/>
              <a:gd name="connsiteY10" fmla="*/ 11389 h 1629740"/>
              <a:gd name="connsiteX11" fmla="*/ 882390 w 1198431"/>
              <a:gd name="connsiteY11" fmla="*/ 91830 h 1629740"/>
              <a:gd name="connsiteX12" fmla="*/ 976244 w 1198431"/>
              <a:gd name="connsiteY12" fmla="*/ 544212 h 1629740"/>
              <a:gd name="connsiteX13" fmla="*/ 1055083 w 1198431"/>
              <a:gd name="connsiteY13" fmla="*/ 517742 h 1629740"/>
              <a:gd name="connsiteX14" fmla="*/ 1122472 w 1198431"/>
              <a:gd name="connsiteY14" fmla="*/ 521680 h 1629740"/>
              <a:gd name="connsiteX15" fmla="*/ 1175459 w 1198431"/>
              <a:gd name="connsiteY15" fmla="*/ 563523 h 1629740"/>
              <a:gd name="connsiteX16" fmla="*/ 1176298 w 1198431"/>
              <a:gd name="connsiteY16" fmla="*/ 700943 h 1629740"/>
              <a:gd name="connsiteX17" fmla="*/ 1066074 w 1198431"/>
              <a:gd name="connsiteY17" fmla="*/ 817799 h 1629740"/>
              <a:gd name="connsiteX18" fmla="*/ 1036052 w 1198431"/>
              <a:gd name="connsiteY18" fmla="*/ 899701 h 1629740"/>
              <a:gd name="connsiteX19" fmla="*/ 748482 w 1198431"/>
              <a:gd name="connsiteY19" fmla="*/ 1172597 h 1629740"/>
              <a:gd name="connsiteX20" fmla="*/ 332193 w 1198431"/>
              <a:gd name="connsiteY20" fmla="*/ 1531104 h 1629740"/>
              <a:gd name="connsiteX21" fmla="*/ 264168 w 1198431"/>
              <a:gd name="connsiteY21" fmla="*/ 1590363 h 1629740"/>
              <a:gd name="connsiteX22" fmla="*/ 166016 w 1198431"/>
              <a:gd name="connsiteY22" fmla="*/ 1620391 h 1629740"/>
              <a:gd name="connsiteX23" fmla="*/ 0 w 1198431"/>
              <a:gd name="connsiteY23" fmla="*/ 1420808 h 1629740"/>
              <a:gd name="connsiteX24" fmla="*/ 42852 w 1198431"/>
              <a:gd name="connsiteY24" fmla="*/ 1380413 h 1629740"/>
              <a:gd name="connsiteX25" fmla="*/ 316027 w 1198431"/>
              <a:gd name="connsiteY25" fmla="*/ 1104684 h 1629740"/>
              <a:gd name="connsiteX26" fmla="*/ 725003 w 1198431"/>
              <a:gd name="connsiteY26" fmla="*/ 714664 h 1629740"/>
              <a:gd name="connsiteX27" fmla="*/ 380698 w 1198431"/>
              <a:gd name="connsiteY27" fmla="*/ 1397284 h 1629740"/>
              <a:gd name="connsiteX28" fmla="*/ 972548 w 1198431"/>
              <a:gd name="connsiteY28" fmla="*/ 852460 h 1629740"/>
              <a:gd name="connsiteX29" fmla="*/ 852229 w 1198431"/>
              <a:gd name="connsiteY29" fmla="*/ 691229 h 1629740"/>
              <a:gd name="connsiteX30" fmla="*/ 251119 w 1198431"/>
              <a:gd name="connsiteY30" fmla="*/ 1259603 h 1629740"/>
              <a:gd name="connsiteX31" fmla="*/ 380698 w 1198431"/>
              <a:gd name="connsiteY31" fmla="*/ 1397284 h 1629740"/>
              <a:gd name="connsiteX32" fmla="*/ 203338 w 1198431"/>
              <a:gd name="connsiteY32" fmla="*/ 1306934 h 1629740"/>
              <a:gd name="connsiteX33" fmla="*/ 71377 w 1198431"/>
              <a:gd name="connsiteY33" fmla="*/ 1428953 h 1629740"/>
              <a:gd name="connsiteX34" fmla="*/ 192242 w 1198431"/>
              <a:gd name="connsiteY34" fmla="*/ 1562891 h 1629740"/>
              <a:gd name="connsiteX35" fmla="*/ 313838 w 1198431"/>
              <a:gd name="connsiteY35" fmla="*/ 1451580 h 1629740"/>
              <a:gd name="connsiteX36" fmla="*/ 203338 w 1198431"/>
              <a:gd name="connsiteY36" fmla="*/ 1306934 h 1629740"/>
              <a:gd name="connsiteX37" fmla="*/ 1005219 w 1198431"/>
              <a:gd name="connsiteY37" fmla="*/ 760055 h 1629740"/>
              <a:gd name="connsiteX38" fmla="*/ 1066255 w 1198431"/>
              <a:gd name="connsiteY38" fmla="*/ 713369 h 1629740"/>
              <a:gd name="connsiteX39" fmla="*/ 1117433 w 1198431"/>
              <a:gd name="connsiteY39" fmla="*/ 659401 h 1629740"/>
              <a:gd name="connsiteX40" fmla="*/ 1119672 w 1198431"/>
              <a:gd name="connsiteY40" fmla="*/ 600976 h 1629740"/>
              <a:gd name="connsiteX41" fmla="*/ 1068122 w 1198431"/>
              <a:gd name="connsiteY41" fmla="*/ 581434 h 1629740"/>
              <a:gd name="connsiteX42" fmla="*/ 1049930 w 1198431"/>
              <a:gd name="connsiteY42" fmla="*/ 585315 h 1629740"/>
              <a:gd name="connsiteX43" fmla="*/ 923171 w 1198431"/>
              <a:gd name="connsiteY43" fmla="*/ 666543 h 1629740"/>
              <a:gd name="connsiteX44" fmla="*/ 1005219 w 1198431"/>
              <a:gd name="connsiteY44" fmla="*/ 760055 h 1629740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884347 w 1198431"/>
              <a:gd name="connsiteY10" fmla="*/ 571357 h 1651416"/>
              <a:gd name="connsiteX11" fmla="*/ 718444 w 1198431"/>
              <a:gd name="connsiteY11" fmla="*/ 33065 h 1651416"/>
              <a:gd name="connsiteX12" fmla="*/ 882390 w 1198431"/>
              <a:gd name="connsiteY12" fmla="*/ 113506 h 1651416"/>
              <a:gd name="connsiteX13" fmla="*/ 976244 w 1198431"/>
              <a:gd name="connsiteY13" fmla="*/ 565888 h 1651416"/>
              <a:gd name="connsiteX14" fmla="*/ 1055083 w 1198431"/>
              <a:gd name="connsiteY14" fmla="*/ 539418 h 1651416"/>
              <a:gd name="connsiteX15" fmla="*/ 1122472 w 1198431"/>
              <a:gd name="connsiteY15" fmla="*/ 543356 h 1651416"/>
              <a:gd name="connsiteX16" fmla="*/ 1175459 w 1198431"/>
              <a:gd name="connsiteY16" fmla="*/ 585199 h 1651416"/>
              <a:gd name="connsiteX17" fmla="*/ 1176298 w 1198431"/>
              <a:gd name="connsiteY17" fmla="*/ 722619 h 1651416"/>
              <a:gd name="connsiteX18" fmla="*/ 1066074 w 1198431"/>
              <a:gd name="connsiteY18" fmla="*/ 839475 h 1651416"/>
              <a:gd name="connsiteX19" fmla="*/ 1036052 w 1198431"/>
              <a:gd name="connsiteY19" fmla="*/ 921377 h 1651416"/>
              <a:gd name="connsiteX20" fmla="*/ 748482 w 1198431"/>
              <a:gd name="connsiteY20" fmla="*/ 1194273 h 1651416"/>
              <a:gd name="connsiteX21" fmla="*/ 332193 w 1198431"/>
              <a:gd name="connsiteY21" fmla="*/ 1552780 h 1651416"/>
              <a:gd name="connsiteX22" fmla="*/ 264168 w 1198431"/>
              <a:gd name="connsiteY22" fmla="*/ 1612039 h 1651416"/>
              <a:gd name="connsiteX23" fmla="*/ 166016 w 1198431"/>
              <a:gd name="connsiteY23" fmla="*/ 1642067 h 1651416"/>
              <a:gd name="connsiteX24" fmla="*/ 0 w 1198431"/>
              <a:gd name="connsiteY24" fmla="*/ 1442484 h 1651416"/>
              <a:gd name="connsiteX25" fmla="*/ 42852 w 1198431"/>
              <a:gd name="connsiteY25" fmla="*/ 1402089 h 1651416"/>
              <a:gd name="connsiteX26" fmla="*/ 316027 w 1198431"/>
              <a:gd name="connsiteY26" fmla="*/ 1126360 h 1651416"/>
              <a:gd name="connsiteX27" fmla="*/ 725003 w 1198431"/>
              <a:gd name="connsiteY27" fmla="*/ 736340 h 1651416"/>
              <a:gd name="connsiteX28" fmla="*/ 380698 w 1198431"/>
              <a:gd name="connsiteY28" fmla="*/ 1418960 h 1651416"/>
              <a:gd name="connsiteX29" fmla="*/ 972548 w 1198431"/>
              <a:gd name="connsiteY29" fmla="*/ 874136 h 1651416"/>
              <a:gd name="connsiteX30" fmla="*/ 852229 w 1198431"/>
              <a:gd name="connsiteY30" fmla="*/ 712905 h 1651416"/>
              <a:gd name="connsiteX31" fmla="*/ 251119 w 1198431"/>
              <a:gd name="connsiteY31" fmla="*/ 1281279 h 1651416"/>
              <a:gd name="connsiteX32" fmla="*/ 380698 w 1198431"/>
              <a:gd name="connsiteY32" fmla="*/ 1418960 h 1651416"/>
              <a:gd name="connsiteX33" fmla="*/ 203338 w 1198431"/>
              <a:gd name="connsiteY33" fmla="*/ 1328610 h 1651416"/>
              <a:gd name="connsiteX34" fmla="*/ 71377 w 1198431"/>
              <a:gd name="connsiteY34" fmla="*/ 1450629 h 1651416"/>
              <a:gd name="connsiteX35" fmla="*/ 192242 w 1198431"/>
              <a:gd name="connsiteY35" fmla="*/ 1584567 h 1651416"/>
              <a:gd name="connsiteX36" fmla="*/ 313838 w 1198431"/>
              <a:gd name="connsiteY36" fmla="*/ 1473256 h 1651416"/>
              <a:gd name="connsiteX37" fmla="*/ 203338 w 1198431"/>
              <a:gd name="connsiteY37" fmla="*/ 1328610 h 1651416"/>
              <a:gd name="connsiteX38" fmla="*/ 1005219 w 1198431"/>
              <a:gd name="connsiteY38" fmla="*/ 781731 h 1651416"/>
              <a:gd name="connsiteX39" fmla="*/ 1066255 w 1198431"/>
              <a:gd name="connsiteY39" fmla="*/ 735045 h 1651416"/>
              <a:gd name="connsiteX40" fmla="*/ 1117433 w 1198431"/>
              <a:gd name="connsiteY40" fmla="*/ 681077 h 1651416"/>
              <a:gd name="connsiteX41" fmla="*/ 1119672 w 1198431"/>
              <a:gd name="connsiteY41" fmla="*/ 622652 h 1651416"/>
              <a:gd name="connsiteX42" fmla="*/ 1068122 w 1198431"/>
              <a:gd name="connsiteY42" fmla="*/ 603110 h 1651416"/>
              <a:gd name="connsiteX43" fmla="*/ 1049930 w 1198431"/>
              <a:gd name="connsiteY43" fmla="*/ 606991 h 1651416"/>
              <a:gd name="connsiteX44" fmla="*/ 923171 w 1198431"/>
              <a:gd name="connsiteY44" fmla="*/ 688219 h 1651416"/>
              <a:gd name="connsiteX45" fmla="*/ 1005219 w 1198431"/>
              <a:gd name="connsiteY45" fmla="*/ 781731 h 1651416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696233 w 1198431"/>
              <a:gd name="connsiteY10" fmla="*/ 50076 h 1651416"/>
              <a:gd name="connsiteX11" fmla="*/ 884347 w 1198431"/>
              <a:gd name="connsiteY11" fmla="*/ 571357 h 1651416"/>
              <a:gd name="connsiteX12" fmla="*/ 718444 w 1198431"/>
              <a:gd name="connsiteY12" fmla="*/ 33065 h 1651416"/>
              <a:gd name="connsiteX13" fmla="*/ 882390 w 1198431"/>
              <a:gd name="connsiteY13" fmla="*/ 113506 h 1651416"/>
              <a:gd name="connsiteX14" fmla="*/ 976244 w 1198431"/>
              <a:gd name="connsiteY14" fmla="*/ 565888 h 1651416"/>
              <a:gd name="connsiteX15" fmla="*/ 1055083 w 1198431"/>
              <a:gd name="connsiteY15" fmla="*/ 539418 h 1651416"/>
              <a:gd name="connsiteX16" fmla="*/ 1122472 w 1198431"/>
              <a:gd name="connsiteY16" fmla="*/ 543356 h 1651416"/>
              <a:gd name="connsiteX17" fmla="*/ 1175459 w 1198431"/>
              <a:gd name="connsiteY17" fmla="*/ 585199 h 1651416"/>
              <a:gd name="connsiteX18" fmla="*/ 1176298 w 1198431"/>
              <a:gd name="connsiteY18" fmla="*/ 722619 h 1651416"/>
              <a:gd name="connsiteX19" fmla="*/ 1066074 w 1198431"/>
              <a:gd name="connsiteY19" fmla="*/ 839475 h 1651416"/>
              <a:gd name="connsiteX20" fmla="*/ 1036052 w 1198431"/>
              <a:gd name="connsiteY20" fmla="*/ 921377 h 1651416"/>
              <a:gd name="connsiteX21" fmla="*/ 748482 w 1198431"/>
              <a:gd name="connsiteY21" fmla="*/ 1194273 h 1651416"/>
              <a:gd name="connsiteX22" fmla="*/ 332193 w 1198431"/>
              <a:gd name="connsiteY22" fmla="*/ 1552780 h 1651416"/>
              <a:gd name="connsiteX23" fmla="*/ 264168 w 1198431"/>
              <a:gd name="connsiteY23" fmla="*/ 1612039 h 1651416"/>
              <a:gd name="connsiteX24" fmla="*/ 166016 w 1198431"/>
              <a:gd name="connsiteY24" fmla="*/ 1642067 h 1651416"/>
              <a:gd name="connsiteX25" fmla="*/ 0 w 1198431"/>
              <a:gd name="connsiteY25" fmla="*/ 1442484 h 1651416"/>
              <a:gd name="connsiteX26" fmla="*/ 42852 w 1198431"/>
              <a:gd name="connsiteY26" fmla="*/ 1402089 h 1651416"/>
              <a:gd name="connsiteX27" fmla="*/ 316027 w 1198431"/>
              <a:gd name="connsiteY27" fmla="*/ 1126360 h 1651416"/>
              <a:gd name="connsiteX28" fmla="*/ 725003 w 1198431"/>
              <a:gd name="connsiteY28" fmla="*/ 736340 h 1651416"/>
              <a:gd name="connsiteX29" fmla="*/ 380698 w 1198431"/>
              <a:gd name="connsiteY29" fmla="*/ 1418960 h 1651416"/>
              <a:gd name="connsiteX30" fmla="*/ 972548 w 1198431"/>
              <a:gd name="connsiteY30" fmla="*/ 874136 h 1651416"/>
              <a:gd name="connsiteX31" fmla="*/ 852229 w 1198431"/>
              <a:gd name="connsiteY31" fmla="*/ 712905 h 1651416"/>
              <a:gd name="connsiteX32" fmla="*/ 251119 w 1198431"/>
              <a:gd name="connsiteY32" fmla="*/ 1281279 h 1651416"/>
              <a:gd name="connsiteX33" fmla="*/ 380698 w 1198431"/>
              <a:gd name="connsiteY33" fmla="*/ 1418960 h 1651416"/>
              <a:gd name="connsiteX34" fmla="*/ 203338 w 1198431"/>
              <a:gd name="connsiteY34" fmla="*/ 1328610 h 1651416"/>
              <a:gd name="connsiteX35" fmla="*/ 71377 w 1198431"/>
              <a:gd name="connsiteY35" fmla="*/ 1450629 h 1651416"/>
              <a:gd name="connsiteX36" fmla="*/ 192242 w 1198431"/>
              <a:gd name="connsiteY36" fmla="*/ 1584567 h 1651416"/>
              <a:gd name="connsiteX37" fmla="*/ 313838 w 1198431"/>
              <a:gd name="connsiteY37" fmla="*/ 1473256 h 1651416"/>
              <a:gd name="connsiteX38" fmla="*/ 203338 w 1198431"/>
              <a:gd name="connsiteY38" fmla="*/ 1328610 h 1651416"/>
              <a:gd name="connsiteX39" fmla="*/ 1005219 w 1198431"/>
              <a:gd name="connsiteY39" fmla="*/ 781731 h 1651416"/>
              <a:gd name="connsiteX40" fmla="*/ 1066255 w 1198431"/>
              <a:gd name="connsiteY40" fmla="*/ 735045 h 1651416"/>
              <a:gd name="connsiteX41" fmla="*/ 1117433 w 1198431"/>
              <a:gd name="connsiteY41" fmla="*/ 681077 h 1651416"/>
              <a:gd name="connsiteX42" fmla="*/ 1119672 w 1198431"/>
              <a:gd name="connsiteY42" fmla="*/ 622652 h 1651416"/>
              <a:gd name="connsiteX43" fmla="*/ 1068122 w 1198431"/>
              <a:gd name="connsiteY43" fmla="*/ 603110 h 1651416"/>
              <a:gd name="connsiteX44" fmla="*/ 1049930 w 1198431"/>
              <a:gd name="connsiteY44" fmla="*/ 606991 h 1651416"/>
              <a:gd name="connsiteX45" fmla="*/ 923171 w 1198431"/>
              <a:gd name="connsiteY45" fmla="*/ 688219 h 1651416"/>
              <a:gd name="connsiteX46" fmla="*/ 1005219 w 1198431"/>
              <a:gd name="connsiteY46" fmla="*/ 781731 h 1651416"/>
              <a:gd name="connsiteX0" fmla="*/ 725003 w 1198431"/>
              <a:gd name="connsiteY0" fmla="*/ 736340 h 1651416"/>
              <a:gd name="connsiteX1" fmla="*/ 773511 w 1198431"/>
              <a:gd name="connsiteY1" fmla="*/ 678225 h 1651416"/>
              <a:gd name="connsiteX2" fmla="*/ 766187 w 1198431"/>
              <a:gd name="connsiteY2" fmla="*/ 611599 h 1651416"/>
              <a:gd name="connsiteX3" fmla="*/ 722042 w 1198431"/>
              <a:gd name="connsiteY3" fmla="*/ 539601 h 1651416"/>
              <a:gd name="connsiteX4" fmla="*/ 606576 w 1198431"/>
              <a:gd name="connsiteY4" fmla="*/ 653702 h 1651416"/>
              <a:gd name="connsiteX5" fmla="*/ 605519 w 1198431"/>
              <a:gd name="connsiteY5" fmla="*/ 850880 h 1651416"/>
              <a:gd name="connsiteX6" fmla="*/ 549560 w 1198431"/>
              <a:gd name="connsiteY6" fmla="*/ 900956 h 1651416"/>
              <a:gd name="connsiteX7" fmla="*/ 559341 w 1198431"/>
              <a:gd name="connsiteY7" fmla="*/ 619400 h 1651416"/>
              <a:gd name="connsiteX8" fmla="*/ 671901 w 1198431"/>
              <a:gd name="connsiteY8" fmla="*/ 437405 h 1651416"/>
              <a:gd name="connsiteX9" fmla="*/ 600867 w 1198431"/>
              <a:gd name="connsiteY9" fmla="*/ 128599 h 1651416"/>
              <a:gd name="connsiteX10" fmla="*/ 696233 w 1198431"/>
              <a:gd name="connsiteY10" fmla="*/ 50076 h 1651416"/>
              <a:gd name="connsiteX11" fmla="*/ 716621 w 1198431"/>
              <a:gd name="connsiteY11" fmla="*/ 316862 h 1651416"/>
              <a:gd name="connsiteX12" fmla="*/ 884347 w 1198431"/>
              <a:gd name="connsiteY12" fmla="*/ 571357 h 1651416"/>
              <a:gd name="connsiteX13" fmla="*/ 718444 w 1198431"/>
              <a:gd name="connsiteY13" fmla="*/ 33065 h 1651416"/>
              <a:gd name="connsiteX14" fmla="*/ 882390 w 1198431"/>
              <a:gd name="connsiteY14" fmla="*/ 113506 h 1651416"/>
              <a:gd name="connsiteX15" fmla="*/ 976244 w 1198431"/>
              <a:gd name="connsiteY15" fmla="*/ 565888 h 1651416"/>
              <a:gd name="connsiteX16" fmla="*/ 1055083 w 1198431"/>
              <a:gd name="connsiteY16" fmla="*/ 539418 h 1651416"/>
              <a:gd name="connsiteX17" fmla="*/ 1122472 w 1198431"/>
              <a:gd name="connsiteY17" fmla="*/ 543356 h 1651416"/>
              <a:gd name="connsiteX18" fmla="*/ 1175459 w 1198431"/>
              <a:gd name="connsiteY18" fmla="*/ 585199 h 1651416"/>
              <a:gd name="connsiteX19" fmla="*/ 1176298 w 1198431"/>
              <a:gd name="connsiteY19" fmla="*/ 722619 h 1651416"/>
              <a:gd name="connsiteX20" fmla="*/ 1066074 w 1198431"/>
              <a:gd name="connsiteY20" fmla="*/ 839475 h 1651416"/>
              <a:gd name="connsiteX21" fmla="*/ 1036052 w 1198431"/>
              <a:gd name="connsiteY21" fmla="*/ 921377 h 1651416"/>
              <a:gd name="connsiteX22" fmla="*/ 748482 w 1198431"/>
              <a:gd name="connsiteY22" fmla="*/ 1194273 h 1651416"/>
              <a:gd name="connsiteX23" fmla="*/ 332193 w 1198431"/>
              <a:gd name="connsiteY23" fmla="*/ 1552780 h 1651416"/>
              <a:gd name="connsiteX24" fmla="*/ 264168 w 1198431"/>
              <a:gd name="connsiteY24" fmla="*/ 1612039 h 1651416"/>
              <a:gd name="connsiteX25" fmla="*/ 166016 w 1198431"/>
              <a:gd name="connsiteY25" fmla="*/ 1642067 h 1651416"/>
              <a:gd name="connsiteX26" fmla="*/ 0 w 1198431"/>
              <a:gd name="connsiteY26" fmla="*/ 1442484 h 1651416"/>
              <a:gd name="connsiteX27" fmla="*/ 42852 w 1198431"/>
              <a:gd name="connsiteY27" fmla="*/ 1402089 h 1651416"/>
              <a:gd name="connsiteX28" fmla="*/ 316027 w 1198431"/>
              <a:gd name="connsiteY28" fmla="*/ 1126360 h 1651416"/>
              <a:gd name="connsiteX29" fmla="*/ 725003 w 1198431"/>
              <a:gd name="connsiteY29" fmla="*/ 736340 h 1651416"/>
              <a:gd name="connsiteX30" fmla="*/ 380698 w 1198431"/>
              <a:gd name="connsiteY30" fmla="*/ 1418960 h 1651416"/>
              <a:gd name="connsiteX31" fmla="*/ 972548 w 1198431"/>
              <a:gd name="connsiteY31" fmla="*/ 874136 h 1651416"/>
              <a:gd name="connsiteX32" fmla="*/ 852229 w 1198431"/>
              <a:gd name="connsiteY32" fmla="*/ 712905 h 1651416"/>
              <a:gd name="connsiteX33" fmla="*/ 251119 w 1198431"/>
              <a:gd name="connsiteY33" fmla="*/ 1281279 h 1651416"/>
              <a:gd name="connsiteX34" fmla="*/ 380698 w 1198431"/>
              <a:gd name="connsiteY34" fmla="*/ 1418960 h 1651416"/>
              <a:gd name="connsiteX35" fmla="*/ 203338 w 1198431"/>
              <a:gd name="connsiteY35" fmla="*/ 1328610 h 1651416"/>
              <a:gd name="connsiteX36" fmla="*/ 71377 w 1198431"/>
              <a:gd name="connsiteY36" fmla="*/ 1450629 h 1651416"/>
              <a:gd name="connsiteX37" fmla="*/ 192242 w 1198431"/>
              <a:gd name="connsiteY37" fmla="*/ 1584567 h 1651416"/>
              <a:gd name="connsiteX38" fmla="*/ 313838 w 1198431"/>
              <a:gd name="connsiteY38" fmla="*/ 1473256 h 1651416"/>
              <a:gd name="connsiteX39" fmla="*/ 203338 w 1198431"/>
              <a:gd name="connsiteY39" fmla="*/ 1328610 h 1651416"/>
              <a:gd name="connsiteX40" fmla="*/ 1005219 w 1198431"/>
              <a:gd name="connsiteY40" fmla="*/ 781731 h 1651416"/>
              <a:gd name="connsiteX41" fmla="*/ 1066255 w 1198431"/>
              <a:gd name="connsiteY41" fmla="*/ 735045 h 1651416"/>
              <a:gd name="connsiteX42" fmla="*/ 1117433 w 1198431"/>
              <a:gd name="connsiteY42" fmla="*/ 681077 h 1651416"/>
              <a:gd name="connsiteX43" fmla="*/ 1119672 w 1198431"/>
              <a:gd name="connsiteY43" fmla="*/ 622652 h 1651416"/>
              <a:gd name="connsiteX44" fmla="*/ 1068122 w 1198431"/>
              <a:gd name="connsiteY44" fmla="*/ 603110 h 1651416"/>
              <a:gd name="connsiteX45" fmla="*/ 1049930 w 1198431"/>
              <a:gd name="connsiteY45" fmla="*/ 606991 h 1651416"/>
              <a:gd name="connsiteX46" fmla="*/ 923171 w 1198431"/>
              <a:gd name="connsiteY46" fmla="*/ 688219 h 1651416"/>
              <a:gd name="connsiteX47" fmla="*/ 1005219 w 1198431"/>
              <a:gd name="connsiteY47" fmla="*/ 781731 h 1651416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696233 w 1198431"/>
              <a:gd name="connsiteY10" fmla="*/ 43149 h 1644489"/>
              <a:gd name="connsiteX11" fmla="*/ 716621 w 1198431"/>
              <a:gd name="connsiteY11" fmla="*/ 309935 h 1644489"/>
              <a:gd name="connsiteX12" fmla="*/ 854270 w 1198431"/>
              <a:gd name="connsiteY12" fmla="*/ 470228 h 1644489"/>
              <a:gd name="connsiteX13" fmla="*/ 718444 w 1198431"/>
              <a:gd name="connsiteY13" fmla="*/ 26138 h 1644489"/>
              <a:gd name="connsiteX14" fmla="*/ 882390 w 1198431"/>
              <a:gd name="connsiteY14" fmla="*/ 106579 h 1644489"/>
              <a:gd name="connsiteX15" fmla="*/ 976244 w 1198431"/>
              <a:gd name="connsiteY15" fmla="*/ 558961 h 1644489"/>
              <a:gd name="connsiteX16" fmla="*/ 1055083 w 1198431"/>
              <a:gd name="connsiteY16" fmla="*/ 532491 h 1644489"/>
              <a:gd name="connsiteX17" fmla="*/ 1122472 w 1198431"/>
              <a:gd name="connsiteY17" fmla="*/ 536429 h 1644489"/>
              <a:gd name="connsiteX18" fmla="*/ 1175459 w 1198431"/>
              <a:gd name="connsiteY18" fmla="*/ 578272 h 1644489"/>
              <a:gd name="connsiteX19" fmla="*/ 1176298 w 1198431"/>
              <a:gd name="connsiteY19" fmla="*/ 715692 h 1644489"/>
              <a:gd name="connsiteX20" fmla="*/ 1066074 w 1198431"/>
              <a:gd name="connsiteY20" fmla="*/ 832548 h 1644489"/>
              <a:gd name="connsiteX21" fmla="*/ 1036052 w 1198431"/>
              <a:gd name="connsiteY21" fmla="*/ 914450 h 1644489"/>
              <a:gd name="connsiteX22" fmla="*/ 748482 w 1198431"/>
              <a:gd name="connsiteY22" fmla="*/ 1187346 h 1644489"/>
              <a:gd name="connsiteX23" fmla="*/ 332193 w 1198431"/>
              <a:gd name="connsiteY23" fmla="*/ 1545853 h 1644489"/>
              <a:gd name="connsiteX24" fmla="*/ 264168 w 1198431"/>
              <a:gd name="connsiteY24" fmla="*/ 1605112 h 1644489"/>
              <a:gd name="connsiteX25" fmla="*/ 166016 w 1198431"/>
              <a:gd name="connsiteY25" fmla="*/ 1635140 h 1644489"/>
              <a:gd name="connsiteX26" fmla="*/ 0 w 1198431"/>
              <a:gd name="connsiteY26" fmla="*/ 1435557 h 1644489"/>
              <a:gd name="connsiteX27" fmla="*/ 42852 w 1198431"/>
              <a:gd name="connsiteY27" fmla="*/ 1395162 h 1644489"/>
              <a:gd name="connsiteX28" fmla="*/ 316027 w 1198431"/>
              <a:gd name="connsiteY28" fmla="*/ 1119433 h 1644489"/>
              <a:gd name="connsiteX29" fmla="*/ 725003 w 1198431"/>
              <a:gd name="connsiteY29" fmla="*/ 729413 h 1644489"/>
              <a:gd name="connsiteX30" fmla="*/ 380698 w 1198431"/>
              <a:gd name="connsiteY30" fmla="*/ 1412033 h 1644489"/>
              <a:gd name="connsiteX31" fmla="*/ 972548 w 1198431"/>
              <a:gd name="connsiteY31" fmla="*/ 867209 h 1644489"/>
              <a:gd name="connsiteX32" fmla="*/ 852229 w 1198431"/>
              <a:gd name="connsiteY32" fmla="*/ 705978 h 1644489"/>
              <a:gd name="connsiteX33" fmla="*/ 251119 w 1198431"/>
              <a:gd name="connsiteY33" fmla="*/ 1274352 h 1644489"/>
              <a:gd name="connsiteX34" fmla="*/ 380698 w 1198431"/>
              <a:gd name="connsiteY34" fmla="*/ 1412033 h 1644489"/>
              <a:gd name="connsiteX35" fmla="*/ 203338 w 1198431"/>
              <a:gd name="connsiteY35" fmla="*/ 1321683 h 1644489"/>
              <a:gd name="connsiteX36" fmla="*/ 71377 w 1198431"/>
              <a:gd name="connsiteY36" fmla="*/ 1443702 h 1644489"/>
              <a:gd name="connsiteX37" fmla="*/ 192242 w 1198431"/>
              <a:gd name="connsiteY37" fmla="*/ 1577640 h 1644489"/>
              <a:gd name="connsiteX38" fmla="*/ 313838 w 1198431"/>
              <a:gd name="connsiteY38" fmla="*/ 1466329 h 1644489"/>
              <a:gd name="connsiteX39" fmla="*/ 203338 w 1198431"/>
              <a:gd name="connsiteY39" fmla="*/ 1321683 h 1644489"/>
              <a:gd name="connsiteX40" fmla="*/ 1005219 w 1198431"/>
              <a:gd name="connsiteY40" fmla="*/ 774804 h 1644489"/>
              <a:gd name="connsiteX41" fmla="*/ 1066255 w 1198431"/>
              <a:gd name="connsiteY41" fmla="*/ 728118 h 1644489"/>
              <a:gd name="connsiteX42" fmla="*/ 1117433 w 1198431"/>
              <a:gd name="connsiteY42" fmla="*/ 674150 h 1644489"/>
              <a:gd name="connsiteX43" fmla="*/ 1119672 w 1198431"/>
              <a:gd name="connsiteY43" fmla="*/ 615725 h 1644489"/>
              <a:gd name="connsiteX44" fmla="*/ 1068122 w 1198431"/>
              <a:gd name="connsiteY44" fmla="*/ 596183 h 1644489"/>
              <a:gd name="connsiteX45" fmla="*/ 1049930 w 1198431"/>
              <a:gd name="connsiteY45" fmla="*/ 600064 h 1644489"/>
              <a:gd name="connsiteX46" fmla="*/ 923171 w 1198431"/>
              <a:gd name="connsiteY46" fmla="*/ 681292 h 1644489"/>
              <a:gd name="connsiteX47" fmla="*/ 1005219 w 1198431"/>
              <a:gd name="connsiteY47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696233 w 1198431"/>
              <a:gd name="connsiteY10" fmla="*/ 43149 h 1644489"/>
              <a:gd name="connsiteX11" fmla="*/ 716621 w 1198431"/>
              <a:gd name="connsiteY11" fmla="*/ 309935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16621 w 1198431"/>
              <a:gd name="connsiteY11" fmla="*/ 309935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23869 w 1198431"/>
              <a:gd name="connsiteY12" fmla="*/ 497837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03469 w 1198431"/>
              <a:gd name="connsiteY12" fmla="*/ 519006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9413 h 1644489"/>
              <a:gd name="connsiteX1" fmla="*/ 773511 w 1198431"/>
              <a:gd name="connsiteY1" fmla="*/ 671298 h 1644489"/>
              <a:gd name="connsiteX2" fmla="*/ 766187 w 1198431"/>
              <a:gd name="connsiteY2" fmla="*/ 604672 h 1644489"/>
              <a:gd name="connsiteX3" fmla="*/ 722042 w 1198431"/>
              <a:gd name="connsiteY3" fmla="*/ 532674 h 1644489"/>
              <a:gd name="connsiteX4" fmla="*/ 606576 w 1198431"/>
              <a:gd name="connsiteY4" fmla="*/ 646775 h 1644489"/>
              <a:gd name="connsiteX5" fmla="*/ 605519 w 1198431"/>
              <a:gd name="connsiteY5" fmla="*/ 843953 h 1644489"/>
              <a:gd name="connsiteX6" fmla="*/ 549560 w 1198431"/>
              <a:gd name="connsiteY6" fmla="*/ 894029 h 1644489"/>
              <a:gd name="connsiteX7" fmla="*/ 559341 w 1198431"/>
              <a:gd name="connsiteY7" fmla="*/ 612473 h 1644489"/>
              <a:gd name="connsiteX8" fmla="*/ 671901 w 1198431"/>
              <a:gd name="connsiteY8" fmla="*/ 430478 h 1644489"/>
              <a:gd name="connsiteX9" fmla="*/ 600867 w 1198431"/>
              <a:gd name="connsiteY9" fmla="*/ 121672 h 1644489"/>
              <a:gd name="connsiteX10" fmla="*/ 721759 w 1198431"/>
              <a:gd name="connsiteY10" fmla="*/ 30533 h 1644489"/>
              <a:gd name="connsiteX11" fmla="*/ 732028 w 1198431"/>
              <a:gd name="connsiteY11" fmla="*/ 277451 h 1644489"/>
              <a:gd name="connsiteX12" fmla="*/ 822023 w 1198431"/>
              <a:gd name="connsiteY12" fmla="*/ 507439 h 1644489"/>
              <a:gd name="connsiteX13" fmla="*/ 854270 w 1198431"/>
              <a:gd name="connsiteY13" fmla="*/ 470228 h 1644489"/>
              <a:gd name="connsiteX14" fmla="*/ 718444 w 1198431"/>
              <a:gd name="connsiteY14" fmla="*/ 26138 h 1644489"/>
              <a:gd name="connsiteX15" fmla="*/ 882390 w 1198431"/>
              <a:gd name="connsiteY15" fmla="*/ 106579 h 1644489"/>
              <a:gd name="connsiteX16" fmla="*/ 976244 w 1198431"/>
              <a:gd name="connsiteY16" fmla="*/ 558961 h 1644489"/>
              <a:gd name="connsiteX17" fmla="*/ 1055083 w 1198431"/>
              <a:gd name="connsiteY17" fmla="*/ 532491 h 1644489"/>
              <a:gd name="connsiteX18" fmla="*/ 1122472 w 1198431"/>
              <a:gd name="connsiteY18" fmla="*/ 536429 h 1644489"/>
              <a:gd name="connsiteX19" fmla="*/ 1175459 w 1198431"/>
              <a:gd name="connsiteY19" fmla="*/ 578272 h 1644489"/>
              <a:gd name="connsiteX20" fmla="*/ 1176298 w 1198431"/>
              <a:gd name="connsiteY20" fmla="*/ 715692 h 1644489"/>
              <a:gd name="connsiteX21" fmla="*/ 1066074 w 1198431"/>
              <a:gd name="connsiteY21" fmla="*/ 832548 h 1644489"/>
              <a:gd name="connsiteX22" fmla="*/ 1036052 w 1198431"/>
              <a:gd name="connsiteY22" fmla="*/ 914450 h 1644489"/>
              <a:gd name="connsiteX23" fmla="*/ 748482 w 1198431"/>
              <a:gd name="connsiteY23" fmla="*/ 1187346 h 1644489"/>
              <a:gd name="connsiteX24" fmla="*/ 332193 w 1198431"/>
              <a:gd name="connsiteY24" fmla="*/ 1545853 h 1644489"/>
              <a:gd name="connsiteX25" fmla="*/ 264168 w 1198431"/>
              <a:gd name="connsiteY25" fmla="*/ 1605112 h 1644489"/>
              <a:gd name="connsiteX26" fmla="*/ 166016 w 1198431"/>
              <a:gd name="connsiteY26" fmla="*/ 1635140 h 1644489"/>
              <a:gd name="connsiteX27" fmla="*/ 0 w 1198431"/>
              <a:gd name="connsiteY27" fmla="*/ 1435557 h 1644489"/>
              <a:gd name="connsiteX28" fmla="*/ 42852 w 1198431"/>
              <a:gd name="connsiteY28" fmla="*/ 1395162 h 1644489"/>
              <a:gd name="connsiteX29" fmla="*/ 316027 w 1198431"/>
              <a:gd name="connsiteY29" fmla="*/ 1119433 h 1644489"/>
              <a:gd name="connsiteX30" fmla="*/ 725003 w 1198431"/>
              <a:gd name="connsiteY30" fmla="*/ 729413 h 1644489"/>
              <a:gd name="connsiteX31" fmla="*/ 380698 w 1198431"/>
              <a:gd name="connsiteY31" fmla="*/ 1412033 h 1644489"/>
              <a:gd name="connsiteX32" fmla="*/ 972548 w 1198431"/>
              <a:gd name="connsiteY32" fmla="*/ 867209 h 1644489"/>
              <a:gd name="connsiteX33" fmla="*/ 852229 w 1198431"/>
              <a:gd name="connsiteY33" fmla="*/ 705978 h 1644489"/>
              <a:gd name="connsiteX34" fmla="*/ 251119 w 1198431"/>
              <a:gd name="connsiteY34" fmla="*/ 1274352 h 1644489"/>
              <a:gd name="connsiteX35" fmla="*/ 380698 w 1198431"/>
              <a:gd name="connsiteY35" fmla="*/ 1412033 h 1644489"/>
              <a:gd name="connsiteX36" fmla="*/ 203338 w 1198431"/>
              <a:gd name="connsiteY36" fmla="*/ 1321683 h 1644489"/>
              <a:gd name="connsiteX37" fmla="*/ 71377 w 1198431"/>
              <a:gd name="connsiteY37" fmla="*/ 1443702 h 1644489"/>
              <a:gd name="connsiteX38" fmla="*/ 192242 w 1198431"/>
              <a:gd name="connsiteY38" fmla="*/ 1577640 h 1644489"/>
              <a:gd name="connsiteX39" fmla="*/ 313838 w 1198431"/>
              <a:gd name="connsiteY39" fmla="*/ 1466329 h 1644489"/>
              <a:gd name="connsiteX40" fmla="*/ 203338 w 1198431"/>
              <a:gd name="connsiteY40" fmla="*/ 1321683 h 1644489"/>
              <a:gd name="connsiteX41" fmla="*/ 1005219 w 1198431"/>
              <a:gd name="connsiteY41" fmla="*/ 774804 h 1644489"/>
              <a:gd name="connsiteX42" fmla="*/ 1066255 w 1198431"/>
              <a:gd name="connsiteY42" fmla="*/ 728118 h 1644489"/>
              <a:gd name="connsiteX43" fmla="*/ 1117433 w 1198431"/>
              <a:gd name="connsiteY43" fmla="*/ 674150 h 1644489"/>
              <a:gd name="connsiteX44" fmla="*/ 1119672 w 1198431"/>
              <a:gd name="connsiteY44" fmla="*/ 615725 h 1644489"/>
              <a:gd name="connsiteX45" fmla="*/ 1068122 w 1198431"/>
              <a:gd name="connsiteY45" fmla="*/ 596183 h 1644489"/>
              <a:gd name="connsiteX46" fmla="*/ 1049930 w 1198431"/>
              <a:gd name="connsiteY46" fmla="*/ 600064 h 1644489"/>
              <a:gd name="connsiteX47" fmla="*/ 923171 w 1198431"/>
              <a:gd name="connsiteY47" fmla="*/ 681292 h 1644489"/>
              <a:gd name="connsiteX48" fmla="*/ 1005219 w 1198431"/>
              <a:gd name="connsiteY48" fmla="*/ 774804 h 1644489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22023 w 1198431"/>
              <a:gd name="connsiteY12" fmla="*/ 501823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68039 w 1198431"/>
              <a:gd name="connsiteY12" fmla="*/ 552491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47284 w 1198431"/>
              <a:gd name="connsiteY12" fmla="*/ 494732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32028 w 1198431"/>
              <a:gd name="connsiteY11" fmla="*/ 271835 h 1638873"/>
              <a:gd name="connsiteX12" fmla="*/ 851627 w 1198431"/>
              <a:gd name="connsiteY12" fmla="*/ 490788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3797 h 1638873"/>
              <a:gd name="connsiteX1" fmla="*/ 773511 w 1198431"/>
              <a:gd name="connsiteY1" fmla="*/ 665682 h 1638873"/>
              <a:gd name="connsiteX2" fmla="*/ 766187 w 1198431"/>
              <a:gd name="connsiteY2" fmla="*/ 599056 h 1638873"/>
              <a:gd name="connsiteX3" fmla="*/ 722042 w 1198431"/>
              <a:gd name="connsiteY3" fmla="*/ 527058 h 1638873"/>
              <a:gd name="connsiteX4" fmla="*/ 606576 w 1198431"/>
              <a:gd name="connsiteY4" fmla="*/ 641159 h 1638873"/>
              <a:gd name="connsiteX5" fmla="*/ 605519 w 1198431"/>
              <a:gd name="connsiteY5" fmla="*/ 838337 h 1638873"/>
              <a:gd name="connsiteX6" fmla="*/ 549560 w 1198431"/>
              <a:gd name="connsiteY6" fmla="*/ 888413 h 1638873"/>
              <a:gd name="connsiteX7" fmla="*/ 559341 w 1198431"/>
              <a:gd name="connsiteY7" fmla="*/ 606857 h 1638873"/>
              <a:gd name="connsiteX8" fmla="*/ 671901 w 1198431"/>
              <a:gd name="connsiteY8" fmla="*/ 424862 h 1638873"/>
              <a:gd name="connsiteX9" fmla="*/ 600867 w 1198431"/>
              <a:gd name="connsiteY9" fmla="*/ 116056 h 1638873"/>
              <a:gd name="connsiteX10" fmla="*/ 721759 w 1198431"/>
              <a:gd name="connsiteY10" fmla="*/ 24917 h 1638873"/>
              <a:gd name="connsiteX11" fmla="*/ 746239 w 1198431"/>
              <a:gd name="connsiteY11" fmla="*/ 264212 h 1638873"/>
              <a:gd name="connsiteX12" fmla="*/ 851627 w 1198431"/>
              <a:gd name="connsiteY12" fmla="*/ 490788 h 1638873"/>
              <a:gd name="connsiteX13" fmla="*/ 845495 w 1198431"/>
              <a:gd name="connsiteY13" fmla="*/ 388047 h 1638873"/>
              <a:gd name="connsiteX14" fmla="*/ 718444 w 1198431"/>
              <a:gd name="connsiteY14" fmla="*/ 20522 h 1638873"/>
              <a:gd name="connsiteX15" fmla="*/ 882390 w 1198431"/>
              <a:gd name="connsiteY15" fmla="*/ 100963 h 1638873"/>
              <a:gd name="connsiteX16" fmla="*/ 976244 w 1198431"/>
              <a:gd name="connsiteY16" fmla="*/ 553345 h 1638873"/>
              <a:gd name="connsiteX17" fmla="*/ 1055083 w 1198431"/>
              <a:gd name="connsiteY17" fmla="*/ 526875 h 1638873"/>
              <a:gd name="connsiteX18" fmla="*/ 1122472 w 1198431"/>
              <a:gd name="connsiteY18" fmla="*/ 530813 h 1638873"/>
              <a:gd name="connsiteX19" fmla="*/ 1175459 w 1198431"/>
              <a:gd name="connsiteY19" fmla="*/ 572656 h 1638873"/>
              <a:gd name="connsiteX20" fmla="*/ 1176298 w 1198431"/>
              <a:gd name="connsiteY20" fmla="*/ 710076 h 1638873"/>
              <a:gd name="connsiteX21" fmla="*/ 1066074 w 1198431"/>
              <a:gd name="connsiteY21" fmla="*/ 826932 h 1638873"/>
              <a:gd name="connsiteX22" fmla="*/ 1036052 w 1198431"/>
              <a:gd name="connsiteY22" fmla="*/ 908834 h 1638873"/>
              <a:gd name="connsiteX23" fmla="*/ 748482 w 1198431"/>
              <a:gd name="connsiteY23" fmla="*/ 1181730 h 1638873"/>
              <a:gd name="connsiteX24" fmla="*/ 332193 w 1198431"/>
              <a:gd name="connsiteY24" fmla="*/ 1540237 h 1638873"/>
              <a:gd name="connsiteX25" fmla="*/ 264168 w 1198431"/>
              <a:gd name="connsiteY25" fmla="*/ 1599496 h 1638873"/>
              <a:gd name="connsiteX26" fmla="*/ 166016 w 1198431"/>
              <a:gd name="connsiteY26" fmla="*/ 1629524 h 1638873"/>
              <a:gd name="connsiteX27" fmla="*/ 0 w 1198431"/>
              <a:gd name="connsiteY27" fmla="*/ 1429941 h 1638873"/>
              <a:gd name="connsiteX28" fmla="*/ 42852 w 1198431"/>
              <a:gd name="connsiteY28" fmla="*/ 1389546 h 1638873"/>
              <a:gd name="connsiteX29" fmla="*/ 316027 w 1198431"/>
              <a:gd name="connsiteY29" fmla="*/ 1113817 h 1638873"/>
              <a:gd name="connsiteX30" fmla="*/ 725003 w 1198431"/>
              <a:gd name="connsiteY30" fmla="*/ 723797 h 1638873"/>
              <a:gd name="connsiteX31" fmla="*/ 380698 w 1198431"/>
              <a:gd name="connsiteY31" fmla="*/ 1406417 h 1638873"/>
              <a:gd name="connsiteX32" fmla="*/ 972548 w 1198431"/>
              <a:gd name="connsiteY32" fmla="*/ 861593 h 1638873"/>
              <a:gd name="connsiteX33" fmla="*/ 852229 w 1198431"/>
              <a:gd name="connsiteY33" fmla="*/ 700362 h 1638873"/>
              <a:gd name="connsiteX34" fmla="*/ 251119 w 1198431"/>
              <a:gd name="connsiteY34" fmla="*/ 1268736 h 1638873"/>
              <a:gd name="connsiteX35" fmla="*/ 380698 w 1198431"/>
              <a:gd name="connsiteY35" fmla="*/ 1406417 h 1638873"/>
              <a:gd name="connsiteX36" fmla="*/ 203338 w 1198431"/>
              <a:gd name="connsiteY36" fmla="*/ 1316067 h 1638873"/>
              <a:gd name="connsiteX37" fmla="*/ 71377 w 1198431"/>
              <a:gd name="connsiteY37" fmla="*/ 1438086 h 1638873"/>
              <a:gd name="connsiteX38" fmla="*/ 192242 w 1198431"/>
              <a:gd name="connsiteY38" fmla="*/ 1572024 h 1638873"/>
              <a:gd name="connsiteX39" fmla="*/ 313838 w 1198431"/>
              <a:gd name="connsiteY39" fmla="*/ 1460713 h 1638873"/>
              <a:gd name="connsiteX40" fmla="*/ 203338 w 1198431"/>
              <a:gd name="connsiteY40" fmla="*/ 1316067 h 1638873"/>
              <a:gd name="connsiteX41" fmla="*/ 1005219 w 1198431"/>
              <a:gd name="connsiteY41" fmla="*/ 769188 h 1638873"/>
              <a:gd name="connsiteX42" fmla="*/ 1066255 w 1198431"/>
              <a:gd name="connsiteY42" fmla="*/ 722502 h 1638873"/>
              <a:gd name="connsiteX43" fmla="*/ 1117433 w 1198431"/>
              <a:gd name="connsiteY43" fmla="*/ 668534 h 1638873"/>
              <a:gd name="connsiteX44" fmla="*/ 1119672 w 1198431"/>
              <a:gd name="connsiteY44" fmla="*/ 610109 h 1638873"/>
              <a:gd name="connsiteX45" fmla="*/ 1068122 w 1198431"/>
              <a:gd name="connsiteY45" fmla="*/ 590567 h 1638873"/>
              <a:gd name="connsiteX46" fmla="*/ 1049930 w 1198431"/>
              <a:gd name="connsiteY46" fmla="*/ 594448 h 1638873"/>
              <a:gd name="connsiteX47" fmla="*/ 923171 w 1198431"/>
              <a:gd name="connsiteY47" fmla="*/ 675676 h 1638873"/>
              <a:gd name="connsiteX48" fmla="*/ 1005219 w 1198431"/>
              <a:gd name="connsiteY48" fmla="*/ 769188 h 1638873"/>
              <a:gd name="connsiteX0" fmla="*/ 725003 w 1198431"/>
              <a:gd name="connsiteY0" fmla="*/ 724056 h 1639132"/>
              <a:gd name="connsiteX1" fmla="*/ 773511 w 1198431"/>
              <a:gd name="connsiteY1" fmla="*/ 665941 h 1639132"/>
              <a:gd name="connsiteX2" fmla="*/ 766187 w 1198431"/>
              <a:gd name="connsiteY2" fmla="*/ 599315 h 1639132"/>
              <a:gd name="connsiteX3" fmla="*/ 722042 w 1198431"/>
              <a:gd name="connsiteY3" fmla="*/ 527317 h 1639132"/>
              <a:gd name="connsiteX4" fmla="*/ 606576 w 1198431"/>
              <a:gd name="connsiteY4" fmla="*/ 641418 h 1639132"/>
              <a:gd name="connsiteX5" fmla="*/ 605519 w 1198431"/>
              <a:gd name="connsiteY5" fmla="*/ 838596 h 1639132"/>
              <a:gd name="connsiteX6" fmla="*/ 549560 w 1198431"/>
              <a:gd name="connsiteY6" fmla="*/ 888672 h 1639132"/>
              <a:gd name="connsiteX7" fmla="*/ 559341 w 1198431"/>
              <a:gd name="connsiteY7" fmla="*/ 607116 h 1639132"/>
              <a:gd name="connsiteX8" fmla="*/ 671901 w 1198431"/>
              <a:gd name="connsiteY8" fmla="*/ 425121 h 1639132"/>
              <a:gd name="connsiteX9" fmla="*/ 600867 w 1198431"/>
              <a:gd name="connsiteY9" fmla="*/ 116315 h 1639132"/>
              <a:gd name="connsiteX10" fmla="*/ 721759 w 1198431"/>
              <a:gd name="connsiteY10" fmla="*/ 25176 h 1639132"/>
              <a:gd name="connsiteX11" fmla="*/ 746239 w 1198431"/>
              <a:gd name="connsiteY11" fmla="*/ 264471 h 1639132"/>
              <a:gd name="connsiteX12" fmla="*/ 851627 w 1198431"/>
              <a:gd name="connsiteY12" fmla="*/ 491047 h 1639132"/>
              <a:gd name="connsiteX13" fmla="*/ 832865 w 1198431"/>
              <a:gd name="connsiteY13" fmla="*/ 391851 h 1639132"/>
              <a:gd name="connsiteX14" fmla="*/ 718444 w 1198431"/>
              <a:gd name="connsiteY14" fmla="*/ 20781 h 1639132"/>
              <a:gd name="connsiteX15" fmla="*/ 882390 w 1198431"/>
              <a:gd name="connsiteY15" fmla="*/ 101222 h 1639132"/>
              <a:gd name="connsiteX16" fmla="*/ 976244 w 1198431"/>
              <a:gd name="connsiteY16" fmla="*/ 553604 h 1639132"/>
              <a:gd name="connsiteX17" fmla="*/ 1055083 w 1198431"/>
              <a:gd name="connsiteY17" fmla="*/ 527134 h 1639132"/>
              <a:gd name="connsiteX18" fmla="*/ 1122472 w 1198431"/>
              <a:gd name="connsiteY18" fmla="*/ 531072 h 1639132"/>
              <a:gd name="connsiteX19" fmla="*/ 1175459 w 1198431"/>
              <a:gd name="connsiteY19" fmla="*/ 572915 h 1639132"/>
              <a:gd name="connsiteX20" fmla="*/ 1176298 w 1198431"/>
              <a:gd name="connsiteY20" fmla="*/ 710335 h 1639132"/>
              <a:gd name="connsiteX21" fmla="*/ 1066074 w 1198431"/>
              <a:gd name="connsiteY21" fmla="*/ 827191 h 1639132"/>
              <a:gd name="connsiteX22" fmla="*/ 1036052 w 1198431"/>
              <a:gd name="connsiteY22" fmla="*/ 909093 h 1639132"/>
              <a:gd name="connsiteX23" fmla="*/ 748482 w 1198431"/>
              <a:gd name="connsiteY23" fmla="*/ 1181989 h 1639132"/>
              <a:gd name="connsiteX24" fmla="*/ 332193 w 1198431"/>
              <a:gd name="connsiteY24" fmla="*/ 1540496 h 1639132"/>
              <a:gd name="connsiteX25" fmla="*/ 264168 w 1198431"/>
              <a:gd name="connsiteY25" fmla="*/ 1599755 h 1639132"/>
              <a:gd name="connsiteX26" fmla="*/ 166016 w 1198431"/>
              <a:gd name="connsiteY26" fmla="*/ 1629783 h 1639132"/>
              <a:gd name="connsiteX27" fmla="*/ 0 w 1198431"/>
              <a:gd name="connsiteY27" fmla="*/ 1430200 h 1639132"/>
              <a:gd name="connsiteX28" fmla="*/ 42852 w 1198431"/>
              <a:gd name="connsiteY28" fmla="*/ 1389805 h 1639132"/>
              <a:gd name="connsiteX29" fmla="*/ 316027 w 1198431"/>
              <a:gd name="connsiteY29" fmla="*/ 1114076 h 1639132"/>
              <a:gd name="connsiteX30" fmla="*/ 725003 w 1198431"/>
              <a:gd name="connsiteY30" fmla="*/ 724056 h 1639132"/>
              <a:gd name="connsiteX31" fmla="*/ 380698 w 1198431"/>
              <a:gd name="connsiteY31" fmla="*/ 1406676 h 1639132"/>
              <a:gd name="connsiteX32" fmla="*/ 972548 w 1198431"/>
              <a:gd name="connsiteY32" fmla="*/ 861852 h 1639132"/>
              <a:gd name="connsiteX33" fmla="*/ 852229 w 1198431"/>
              <a:gd name="connsiteY33" fmla="*/ 700621 h 1639132"/>
              <a:gd name="connsiteX34" fmla="*/ 251119 w 1198431"/>
              <a:gd name="connsiteY34" fmla="*/ 1268995 h 1639132"/>
              <a:gd name="connsiteX35" fmla="*/ 380698 w 1198431"/>
              <a:gd name="connsiteY35" fmla="*/ 1406676 h 1639132"/>
              <a:gd name="connsiteX36" fmla="*/ 203338 w 1198431"/>
              <a:gd name="connsiteY36" fmla="*/ 1316326 h 1639132"/>
              <a:gd name="connsiteX37" fmla="*/ 71377 w 1198431"/>
              <a:gd name="connsiteY37" fmla="*/ 1438345 h 1639132"/>
              <a:gd name="connsiteX38" fmla="*/ 192242 w 1198431"/>
              <a:gd name="connsiteY38" fmla="*/ 1572283 h 1639132"/>
              <a:gd name="connsiteX39" fmla="*/ 313838 w 1198431"/>
              <a:gd name="connsiteY39" fmla="*/ 1460972 h 1639132"/>
              <a:gd name="connsiteX40" fmla="*/ 203338 w 1198431"/>
              <a:gd name="connsiteY40" fmla="*/ 1316326 h 1639132"/>
              <a:gd name="connsiteX41" fmla="*/ 1005219 w 1198431"/>
              <a:gd name="connsiteY41" fmla="*/ 769447 h 1639132"/>
              <a:gd name="connsiteX42" fmla="*/ 1066255 w 1198431"/>
              <a:gd name="connsiteY42" fmla="*/ 722761 h 1639132"/>
              <a:gd name="connsiteX43" fmla="*/ 1117433 w 1198431"/>
              <a:gd name="connsiteY43" fmla="*/ 668793 h 1639132"/>
              <a:gd name="connsiteX44" fmla="*/ 1119672 w 1198431"/>
              <a:gd name="connsiteY44" fmla="*/ 610368 h 1639132"/>
              <a:gd name="connsiteX45" fmla="*/ 1068122 w 1198431"/>
              <a:gd name="connsiteY45" fmla="*/ 590826 h 1639132"/>
              <a:gd name="connsiteX46" fmla="*/ 1049930 w 1198431"/>
              <a:gd name="connsiteY46" fmla="*/ 594707 h 1639132"/>
              <a:gd name="connsiteX47" fmla="*/ 923171 w 1198431"/>
              <a:gd name="connsiteY47" fmla="*/ 675935 h 1639132"/>
              <a:gd name="connsiteX48" fmla="*/ 1005219 w 1198431"/>
              <a:gd name="connsiteY48" fmla="*/ 769447 h 1639132"/>
              <a:gd name="connsiteX0" fmla="*/ 725003 w 1198431"/>
              <a:gd name="connsiteY0" fmla="*/ 706098 h 1621174"/>
              <a:gd name="connsiteX1" fmla="*/ 773511 w 1198431"/>
              <a:gd name="connsiteY1" fmla="*/ 647983 h 1621174"/>
              <a:gd name="connsiteX2" fmla="*/ 766187 w 1198431"/>
              <a:gd name="connsiteY2" fmla="*/ 581357 h 1621174"/>
              <a:gd name="connsiteX3" fmla="*/ 722042 w 1198431"/>
              <a:gd name="connsiteY3" fmla="*/ 509359 h 1621174"/>
              <a:gd name="connsiteX4" fmla="*/ 606576 w 1198431"/>
              <a:gd name="connsiteY4" fmla="*/ 623460 h 1621174"/>
              <a:gd name="connsiteX5" fmla="*/ 605519 w 1198431"/>
              <a:gd name="connsiteY5" fmla="*/ 820638 h 1621174"/>
              <a:gd name="connsiteX6" fmla="*/ 549560 w 1198431"/>
              <a:gd name="connsiteY6" fmla="*/ 870714 h 1621174"/>
              <a:gd name="connsiteX7" fmla="*/ 559341 w 1198431"/>
              <a:gd name="connsiteY7" fmla="*/ 589158 h 1621174"/>
              <a:gd name="connsiteX8" fmla="*/ 671901 w 1198431"/>
              <a:gd name="connsiteY8" fmla="*/ 407163 h 1621174"/>
              <a:gd name="connsiteX9" fmla="*/ 600867 w 1198431"/>
              <a:gd name="connsiteY9" fmla="*/ 98357 h 1621174"/>
              <a:gd name="connsiteX10" fmla="*/ 721759 w 1198431"/>
              <a:gd name="connsiteY10" fmla="*/ 7218 h 1621174"/>
              <a:gd name="connsiteX11" fmla="*/ 746239 w 1198431"/>
              <a:gd name="connsiteY11" fmla="*/ 246513 h 1621174"/>
              <a:gd name="connsiteX12" fmla="*/ 851627 w 1198431"/>
              <a:gd name="connsiteY12" fmla="*/ 473089 h 1621174"/>
              <a:gd name="connsiteX13" fmla="*/ 832865 w 1198431"/>
              <a:gd name="connsiteY13" fmla="*/ 373893 h 1621174"/>
              <a:gd name="connsiteX14" fmla="*/ 772118 w 1198431"/>
              <a:gd name="connsiteY14" fmla="*/ 53942 h 1621174"/>
              <a:gd name="connsiteX15" fmla="*/ 718444 w 1198431"/>
              <a:gd name="connsiteY15" fmla="*/ 2823 h 1621174"/>
              <a:gd name="connsiteX16" fmla="*/ 882390 w 1198431"/>
              <a:gd name="connsiteY16" fmla="*/ 83264 h 1621174"/>
              <a:gd name="connsiteX17" fmla="*/ 976244 w 1198431"/>
              <a:gd name="connsiteY17" fmla="*/ 535646 h 1621174"/>
              <a:gd name="connsiteX18" fmla="*/ 1055083 w 1198431"/>
              <a:gd name="connsiteY18" fmla="*/ 509176 h 1621174"/>
              <a:gd name="connsiteX19" fmla="*/ 1122472 w 1198431"/>
              <a:gd name="connsiteY19" fmla="*/ 513114 h 1621174"/>
              <a:gd name="connsiteX20" fmla="*/ 1175459 w 1198431"/>
              <a:gd name="connsiteY20" fmla="*/ 554957 h 1621174"/>
              <a:gd name="connsiteX21" fmla="*/ 1176298 w 1198431"/>
              <a:gd name="connsiteY21" fmla="*/ 692377 h 1621174"/>
              <a:gd name="connsiteX22" fmla="*/ 1066074 w 1198431"/>
              <a:gd name="connsiteY22" fmla="*/ 809233 h 1621174"/>
              <a:gd name="connsiteX23" fmla="*/ 1036052 w 1198431"/>
              <a:gd name="connsiteY23" fmla="*/ 891135 h 1621174"/>
              <a:gd name="connsiteX24" fmla="*/ 748482 w 1198431"/>
              <a:gd name="connsiteY24" fmla="*/ 1164031 h 1621174"/>
              <a:gd name="connsiteX25" fmla="*/ 332193 w 1198431"/>
              <a:gd name="connsiteY25" fmla="*/ 1522538 h 1621174"/>
              <a:gd name="connsiteX26" fmla="*/ 264168 w 1198431"/>
              <a:gd name="connsiteY26" fmla="*/ 1581797 h 1621174"/>
              <a:gd name="connsiteX27" fmla="*/ 166016 w 1198431"/>
              <a:gd name="connsiteY27" fmla="*/ 1611825 h 1621174"/>
              <a:gd name="connsiteX28" fmla="*/ 0 w 1198431"/>
              <a:gd name="connsiteY28" fmla="*/ 1412242 h 1621174"/>
              <a:gd name="connsiteX29" fmla="*/ 42852 w 1198431"/>
              <a:gd name="connsiteY29" fmla="*/ 1371847 h 1621174"/>
              <a:gd name="connsiteX30" fmla="*/ 316027 w 1198431"/>
              <a:gd name="connsiteY30" fmla="*/ 1096118 h 1621174"/>
              <a:gd name="connsiteX31" fmla="*/ 725003 w 1198431"/>
              <a:gd name="connsiteY31" fmla="*/ 706098 h 1621174"/>
              <a:gd name="connsiteX32" fmla="*/ 380698 w 1198431"/>
              <a:gd name="connsiteY32" fmla="*/ 1388718 h 1621174"/>
              <a:gd name="connsiteX33" fmla="*/ 972548 w 1198431"/>
              <a:gd name="connsiteY33" fmla="*/ 843894 h 1621174"/>
              <a:gd name="connsiteX34" fmla="*/ 852229 w 1198431"/>
              <a:gd name="connsiteY34" fmla="*/ 682663 h 1621174"/>
              <a:gd name="connsiteX35" fmla="*/ 251119 w 1198431"/>
              <a:gd name="connsiteY35" fmla="*/ 1251037 h 1621174"/>
              <a:gd name="connsiteX36" fmla="*/ 380698 w 1198431"/>
              <a:gd name="connsiteY36" fmla="*/ 1388718 h 1621174"/>
              <a:gd name="connsiteX37" fmla="*/ 203338 w 1198431"/>
              <a:gd name="connsiteY37" fmla="*/ 1298368 h 1621174"/>
              <a:gd name="connsiteX38" fmla="*/ 71377 w 1198431"/>
              <a:gd name="connsiteY38" fmla="*/ 1420387 h 1621174"/>
              <a:gd name="connsiteX39" fmla="*/ 192242 w 1198431"/>
              <a:gd name="connsiteY39" fmla="*/ 1554325 h 1621174"/>
              <a:gd name="connsiteX40" fmla="*/ 313838 w 1198431"/>
              <a:gd name="connsiteY40" fmla="*/ 1443014 h 1621174"/>
              <a:gd name="connsiteX41" fmla="*/ 203338 w 1198431"/>
              <a:gd name="connsiteY41" fmla="*/ 1298368 h 1621174"/>
              <a:gd name="connsiteX42" fmla="*/ 1005219 w 1198431"/>
              <a:gd name="connsiteY42" fmla="*/ 751489 h 1621174"/>
              <a:gd name="connsiteX43" fmla="*/ 1066255 w 1198431"/>
              <a:gd name="connsiteY43" fmla="*/ 704803 h 1621174"/>
              <a:gd name="connsiteX44" fmla="*/ 1117433 w 1198431"/>
              <a:gd name="connsiteY44" fmla="*/ 650835 h 1621174"/>
              <a:gd name="connsiteX45" fmla="*/ 1119672 w 1198431"/>
              <a:gd name="connsiteY45" fmla="*/ 592410 h 1621174"/>
              <a:gd name="connsiteX46" fmla="*/ 1068122 w 1198431"/>
              <a:gd name="connsiteY46" fmla="*/ 572868 h 1621174"/>
              <a:gd name="connsiteX47" fmla="*/ 1049930 w 1198431"/>
              <a:gd name="connsiteY47" fmla="*/ 576749 h 1621174"/>
              <a:gd name="connsiteX48" fmla="*/ 923171 w 1198431"/>
              <a:gd name="connsiteY48" fmla="*/ 657977 h 1621174"/>
              <a:gd name="connsiteX49" fmla="*/ 1005219 w 1198431"/>
              <a:gd name="connsiteY49" fmla="*/ 751489 h 1621174"/>
              <a:gd name="connsiteX0" fmla="*/ 725003 w 1198431"/>
              <a:gd name="connsiteY0" fmla="*/ 706062 h 1621138"/>
              <a:gd name="connsiteX1" fmla="*/ 773511 w 1198431"/>
              <a:gd name="connsiteY1" fmla="*/ 647947 h 1621138"/>
              <a:gd name="connsiteX2" fmla="*/ 766187 w 1198431"/>
              <a:gd name="connsiteY2" fmla="*/ 581321 h 1621138"/>
              <a:gd name="connsiteX3" fmla="*/ 722042 w 1198431"/>
              <a:gd name="connsiteY3" fmla="*/ 509323 h 1621138"/>
              <a:gd name="connsiteX4" fmla="*/ 606576 w 1198431"/>
              <a:gd name="connsiteY4" fmla="*/ 623424 h 1621138"/>
              <a:gd name="connsiteX5" fmla="*/ 605519 w 1198431"/>
              <a:gd name="connsiteY5" fmla="*/ 820602 h 1621138"/>
              <a:gd name="connsiteX6" fmla="*/ 549560 w 1198431"/>
              <a:gd name="connsiteY6" fmla="*/ 870678 h 1621138"/>
              <a:gd name="connsiteX7" fmla="*/ 559341 w 1198431"/>
              <a:gd name="connsiteY7" fmla="*/ 589122 h 1621138"/>
              <a:gd name="connsiteX8" fmla="*/ 671901 w 1198431"/>
              <a:gd name="connsiteY8" fmla="*/ 407127 h 1621138"/>
              <a:gd name="connsiteX9" fmla="*/ 600867 w 1198431"/>
              <a:gd name="connsiteY9" fmla="*/ 98321 h 1621138"/>
              <a:gd name="connsiteX10" fmla="*/ 721759 w 1198431"/>
              <a:gd name="connsiteY10" fmla="*/ 7182 h 1621138"/>
              <a:gd name="connsiteX11" fmla="*/ 746239 w 1198431"/>
              <a:gd name="connsiteY11" fmla="*/ 246477 h 1621138"/>
              <a:gd name="connsiteX12" fmla="*/ 851627 w 1198431"/>
              <a:gd name="connsiteY12" fmla="*/ 473053 h 1621138"/>
              <a:gd name="connsiteX13" fmla="*/ 832865 w 1198431"/>
              <a:gd name="connsiteY13" fmla="*/ 373857 h 1621138"/>
              <a:gd name="connsiteX14" fmla="*/ 772118 w 1198431"/>
              <a:gd name="connsiteY14" fmla="*/ 53906 h 1621138"/>
              <a:gd name="connsiteX15" fmla="*/ 718444 w 1198431"/>
              <a:gd name="connsiteY15" fmla="*/ 2787 h 1621138"/>
              <a:gd name="connsiteX16" fmla="*/ 882390 w 1198431"/>
              <a:gd name="connsiteY16" fmla="*/ 83228 h 1621138"/>
              <a:gd name="connsiteX17" fmla="*/ 976244 w 1198431"/>
              <a:gd name="connsiteY17" fmla="*/ 535610 h 1621138"/>
              <a:gd name="connsiteX18" fmla="*/ 1055083 w 1198431"/>
              <a:gd name="connsiteY18" fmla="*/ 509140 h 1621138"/>
              <a:gd name="connsiteX19" fmla="*/ 1122472 w 1198431"/>
              <a:gd name="connsiteY19" fmla="*/ 513078 h 1621138"/>
              <a:gd name="connsiteX20" fmla="*/ 1175459 w 1198431"/>
              <a:gd name="connsiteY20" fmla="*/ 554921 h 1621138"/>
              <a:gd name="connsiteX21" fmla="*/ 1176298 w 1198431"/>
              <a:gd name="connsiteY21" fmla="*/ 692341 h 1621138"/>
              <a:gd name="connsiteX22" fmla="*/ 1066074 w 1198431"/>
              <a:gd name="connsiteY22" fmla="*/ 809197 h 1621138"/>
              <a:gd name="connsiteX23" fmla="*/ 1036052 w 1198431"/>
              <a:gd name="connsiteY23" fmla="*/ 891099 h 1621138"/>
              <a:gd name="connsiteX24" fmla="*/ 748482 w 1198431"/>
              <a:gd name="connsiteY24" fmla="*/ 1163995 h 1621138"/>
              <a:gd name="connsiteX25" fmla="*/ 332193 w 1198431"/>
              <a:gd name="connsiteY25" fmla="*/ 1522502 h 1621138"/>
              <a:gd name="connsiteX26" fmla="*/ 264168 w 1198431"/>
              <a:gd name="connsiteY26" fmla="*/ 1581761 h 1621138"/>
              <a:gd name="connsiteX27" fmla="*/ 166016 w 1198431"/>
              <a:gd name="connsiteY27" fmla="*/ 1611789 h 1621138"/>
              <a:gd name="connsiteX28" fmla="*/ 0 w 1198431"/>
              <a:gd name="connsiteY28" fmla="*/ 1412206 h 1621138"/>
              <a:gd name="connsiteX29" fmla="*/ 42852 w 1198431"/>
              <a:gd name="connsiteY29" fmla="*/ 1371811 h 1621138"/>
              <a:gd name="connsiteX30" fmla="*/ 316027 w 1198431"/>
              <a:gd name="connsiteY30" fmla="*/ 1096082 h 1621138"/>
              <a:gd name="connsiteX31" fmla="*/ 725003 w 1198431"/>
              <a:gd name="connsiteY31" fmla="*/ 706062 h 1621138"/>
              <a:gd name="connsiteX32" fmla="*/ 380698 w 1198431"/>
              <a:gd name="connsiteY32" fmla="*/ 1388682 h 1621138"/>
              <a:gd name="connsiteX33" fmla="*/ 972548 w 1198431"/>
              <a:gd name="connsiteY33" fmla="*/ 843858 h 1621138"/>
              <a:gd name="connsiteX34" fmla="*/ 852229 w 1198431"/>
              <a:gd name="connsiteY34" fmla="*/ 682627 h 1621138"/>
              <a:gd name="connsiteX35" fmla="*/ 251119 w 1198431"/>
              <a:gd name="connsiteY35" fmla="*/ 1251001 h 1621138"/>
              <a:gd name="connsiteX36" fmla="*/ 380698 w 1198431"/>
              <a:gd name="connsiteY36" fmla="*/ 1388682 h 1621138"/>
              <a:gd name="connsiteX37" fmla="*/ 203338 w 1198431"/>
              <a:gd name="connsiteY37" fmla="*/ 1298332 h 1621138"/>
              <a:gd name="connsiteX38" fmla="*/ 71377 w 1198431"/>
              <a:gd name="connsiteY38" fmla="*/ 1420351 h 1621138"/>
              <a:gd name="connsiteX39" fmla="*/ 192242 w 1198431"/>
              <a:gd name="connsiteY39" fmla="*/ 1554289 h 1621138"/>
              <a:gd name="connsiteX40" fmla="*/ 313838 w 1198431"/>
              <a:gd name="connsiteY40" fmla="*/ 1442978 h 1621138"/>
              <a:gd name="connsiteX41" fmla="*/ 203338 w 1198431"/>
              <a:gd name="connsiteY41" fmla="*/ 1298332 h 1621138"/>
              <a:gd name="connsiteX42" fmla="*/ 1005219 w 1198431"/>
              <a:gd name="connsiteY42" fmla="*/ 751453 h 1621138"/>
              <a:gd name="connsiteX43" fmla="*/ 1066255 w 1198431"/>
              <a:gd name="connsiteY43" fmla="*/ 704767 h 1621138"/>
              <a:gd name="connsiteX44" fmla="*/ 1117433 w 1198431"/>
              <a:gd name="connsiteY44" fmla="*/ 650799 h 1621138"/>
              <a:gd name="connsiteX45" fmla="*/ 1119672 w 1198431"/>
              <a:gd name="connsiteY45" fmla="*/ 592374 h 1621138"/>
              <a:gd name="connsiteX46" fmla="*/ 1068122 w 1198431"/>
              <a:gd name="connsiteY46" fmla="*/ 572832 h 1621138"/>
              <a:gd name="connsiteX47" fmla="*/ 1049930 w 1198431"/>
              <a:gd name="connsiteY47" fmla="*/ 576713 h 1621138"/>
              <a:gd name="connsiteX48" fmla="*/ 923171 w 1198431"/>
              <a:gd name="connsiteY48" fmla="*/ 657941 h 1621138"/>
              <a:gd name="connsiteX49" fmla="*/ 1005219 w 1198431"/>
              <a:gd name="connsiteY49" fmla="*/ 751453 h 1621138"/>
              <a:gd name="connsiteX0" fmla="*/ 725003 w 1198431"/>
              <a:gd name="connsiteY0" fmla="*/ 706062 h 1621138"/>
              <a:gd name="connsiteX1" fmla="*/ 773511 w 1198431"/>
              <a:gd name="connsiteY1" fmla="*/ 647947 h 1621138"/>
              <a:gd name="connsiteX2" fmla="*/ 766187 w 1198431"/>
              <a:gd name="connsiteY2" fmla="*/ 581321 h 1621138"/>
              <a:gd name="connsiteX3" fmla="*/ 722042 w 1198431"/>
              <a:gd name="connsiteY3" fmla="*/ 509323 h 1621138"/>
              <a:gd name="connsiteX4" fmla="*/ 606576 w 1198431"/>
              <a:gd name="connsiteY4" fmla="*/ 623424 h 1621138"/>
              <a:gd name="connsiteX5" fmla="*/ 605519 w 1198431"/>
              <a:gd name="connsiteY5" fmla="*/ 820602 h 1621138"/>
              <a:gd name="connsiteX6" fmla="*/ 549560 w 1198431"/>
              <a:gd name="connsiteY6" fmla="*/ 870678 h 1621138"/>
              <a:gd name="connsiteX7" fmla="*/ 559341 w 1198431"/>
              <a:gd name="connsiteY7" fmla="*/ 589122 h 1621138"/>
              <a:gd name="connsiteX8" fmla="*/ 671901 w 1198431"/>
              <a:gd name="connsiteY8" fmla="*/ 407127 h 1621138"/>
              <a:gd name="connsiteX9" fmla="*/ 600867 w 1198431"/>
              <a:gd name="connsiteY9" fmla="*/ 98321 h 1621138"/>
              <a:gd name="connsiteX10" fmla="*/ 721759 w 1198431"/>
              <a:gd name="connsiteY10" fmla="*/ 7182 h 1621138"/>
              <a:gd name="connsiteX11" fmla="*/ 746239 w 1198431"/>
              <a:gd name="connsiteY11" fmla="*/ 246477 h 1621138"/>
              <a:gd name="connsiteX12" fmla="*/ 851627 w 1198431"/>
              <a:gd name="connsiteY12" fmla="*/ 473053 h 1621138"/>
              <a:gd name="connsiteX13" fmla="*/ 832865 w 1198431"/>
              <a:gd name="connsiteY13" fmla="*/ 373857 h 1621138"/>
              <a:gd name="connsiteX14" fmla="*/ 772118 w 1198431"/>
              <a:gd name="connsiteY14" fmla="*/ 53906 h 1621138"/>
              <a:gd name="connsiteX15" fmla="*/ 753691 w 1198431"/>
              <a:gd name="connsiteY15" fmla="*/ 18327 h 1621138"/>
              <a:gd name="connsiteX16" fmla="*/ 882390 w 1198431"/>
              <a:gd name="connsiteY16" fmla="*/ 83228 h 1621138"/>
              <a:gd name="connsiteX17" fmla="*/ 976244 w 1198431"/>
              <a:gd name="connsiteY17" fmla="*/ 535610 h 1621138"/>
              <a:gd name="connsiteX18" fmla="*/ 1055083 w 1198431"/>
              <a:gd name="connsiteY18" fmla="*/ 509140 h 1621138"/>
              <a:gd name="connsiteX19" fmla="*/ 1122472 w 1198431"/>
              <a:gd name="connsiteY19" fmla="*/ 513078 h 1621138"/>
              <a:gd name="connsiteX20" fmla="*/ 1175459 w 1198431"/>
              <a:gd name="connsiteY20" fmla="*/ 554921 h 1621138"/>
              <a:gd name="connsiteX21" fmla="*/ 1176298 w 1198431"/>
              <a:gd name="connsiteY21" fmla="*/ 692341 h 1621138"/>
              <a:gd name="connsiteX22" fmla="*/ 1066074 w 1198431"/>
              <a:gd name="connsiteY22" fmla="*/ 809197 h 1621138"/>
              <a:gd name="connsiteX23" fmla="*/ 1036052 w 1198431"/>
              <a:gd name="connsiteY23" fmla="*/ 891099 h 1621138"/>
              <a:gd name="connsiteX24" fmla="*/ 748482 w 1198431"/>
              <a:gd name="connsiteY24" fmla="*/ 1163995 h 1621138"/>
              <a:gd name="connsiteX25" fmla="*/ 332193 w 1198431"/>
              <a:gd name="connsiteY25" fmla="*/ 1522502 h 1621138"/>
              <a:gd name="connsiteX26" fmla="*/ 264168 w 1198431"/>
              <a:gd name="connsiteY26" fmla="*/ 1581761 h 1621138"/>
              <a:gd name="connsiteX27" fmla="*/ 166016 w 1198431"/>
              <a:gd name="connsiteY27" fmla="*/ 1611789 h 1621138"/>
              <a:gd name="connsiteX28" fmla="*/ 0 w 1198431"/>
              <a:gd name="connsiteY28" fmla="*/ 1412206 h 1621138"/>
              <a:gd name="connsiteX29" fmla="*/ 42852 w 1198431"/>
              <a:gd name="connsiteY29" fmla="*/ 1371811 h 1621138"/>
              <a:gd name="connsiteX30" fmla="*/ 316027 w 1198431"/>
              <a:gd name="connsiteY30" fmla="*/ 1096082 h 1621138"/>
              <a:gd name="connsiteX31" fmla="*/ 725003 w 1198431"/>
              <a:gd name="connsiteY31" fmla="*/ 706062 h 1621138"/>
              <a:gd name="connsiteX32" fmla="*/ 380698 w 1198431"/>
              <a:gd name="connsiteY32" fmla="*/ 1388682 h 1621138"/>
              <a:gd name="connsiteX33" fmla="*/ 972548 w 1198431"/>
              <a:gd name="connsiteY33" fmla="*/ 843858 h 1621138"/>
              <a:gd name="connsiteX34" fmla="*/ 852229 w 1198431"/>
              <a:gd name="connsiteY34" fmla="*/ 682627 h 1621138"/>
              <a:gd name="connsiteX35" fmla="*/ 251119 w 1198431"/>
              <a:gd name="connsiteY35" fmla="*/ 1251001 h 1621138"/>
              <a:gd name="connsiteX36" fmla="*/ 380698 w 1198431"/>
              <a:gd name="connsiteY36" fmla="*/ 1388682 h 1621138"/>
              <a:gd name="connsiteX37" fmla="*/ 203338 w 1198431"/>
              <a:gd name="connsiteY37" fmla="*/ 1298332 h 1621138"/>
              <a:gd name="connsiteX38" fmla="*/ 71377 w 1198431"/>
              <a:gd name="connsiteY38" fmla="*/ 1420351 h 1621138"/>
              <a:gd name="connsiteX39" fmla="*/ 192242 w 1198431"/>
              <a:gd name="connsiteY39" fmla="*/ 1554289 h 1621138"/>
              <a:gd name="connsiteX40" fmla="*/ 313838 w 1198431"/>
              <a:gd name="connsiteY40" fmla="*/ 1442978 h 1621138"/>
              <a:gd name="connsiteX41" fmla="*/ 203338 w 1198431"/>
              <a:gd name="connsiteY41" fmla="*/ 1298332 h 1621138"/>
              <a:gd name="connsiteX42" fmla="*/ 1005219 w 1198431"/>
              <a:gd name="connsiteY42" fmla="*/ 751453 h 1621138"/>
              <a:gd name="connsiteX43" fmla="*/ 1066255 w 1198431"/>
              <a:gd name="connsiteY43" fmla="*/ 704767 h 1621138"/>
              <a:gd name="connsiteX44" fmla="*/ 1117433 w 1198431"/>
              <a:gd name="connsiteY44" fmla="*/ 650799 h 1621138"/>
              <a:gd name="connsiteX45" fmla="*/ 1119672 w 1198431"/>
              <a:gd name="connsiteY45" fmla="*/ 592374 h 1621138"/>
              <a:gd name="connsiteX46" fmla="*/ 1068122 w 1198431"/>
              <a:gd name="connsiteY46" fmla="*/ 572832 h 1621138"/>
              <a:gd name="connsiteX47" fmla="*/ 1049930 w 1198431"/>
              <a:gd name="connsiteY47" fmla="*/ 576713 h 1621138"/>
              <a:gd name="connsiteX48" fmla="*/ 923171 w 1198431"/>
              <a:gd name="connsiteY48" fmla="*/ 657941 h 1621138"/>
              <a:gd name="connsiteX49" fmla="*/ 1005219 w 1198431"/>
              <a:gd name="connsiteY49" fmla="*/ 751453 h 1621138"/>
              <a:gd name="connsiteX0" fmla="*/ 725003 w 1198431"/>
              <a:gd name="connsiteY0" fmla="*/ 743581 h 1658657"/>
              <a:gd name="connsiteX1" fmla="*/ 773511 w 1198431"/>
              <a:gd name="connsiteY1" fmla="*/ 685466 h 1658657"/>
              <a:gd name="connsiteX2" fmla="*/ 766187 w 1198431"/>
              <a:gd name="connsiteY2" fmla="*/ 618840 h 1658657"/>
              <a:gd name="connsiteX3" fmla="*/ 722042 w 1198431"/>
              <a:gd name="connsiteY3" fmla="*/ 546842 h 1658657"/>
              <a:gd name="connsiteX4" fmla="*/ 606576 w 1198431"/>
              <a:gd name="connsiteY4" fmla="*/ 660943 h 1658657"/>
              <a:gd name="connsiteX5" fmla="*/ 605519 w 1198431"/>
              <a:gd name="connsiteY5" fmla="*/ 858121 h 1658657"/>
              <a:gd name="connsiteX6" fmla="*/ 549560 w 1198431"/>
              <a:gd name="connsiteY6" fmla="*/ 908197 h 1658657"/>
              <a:gd name="connsiteX7" fmla="*/ 559341 w 1198431"/>
              <a:gd name="connsiteY7" fmla="*/ 626641 h 1658657"/>
              <a:gd name="connsiteX8" fmla="*/ 671901 w 1198431"/>
              <a:gd name="connsiteY8" fmla="*/ 444646 h 1658657"/>
              <a:gd name="connsiteX9" fmla="*/ 600867 w 1198431"/>
              <a:gd name="connsiteY9" fmla="*/ 135840 h 1658657"/>
              <a:gd name="connsiteX10" fmla="*/ 721759 w 1198431"/>
              <a:gd name="connsiteY10" fmla="*/ 44701 h 1658657"/>
              <a:gd name="connsiteX11" fmla="*/ 746239 w 1198431"/>
              <a:gd name="connsiteY11" fmla="*/ 283996 h 1658657"/>
              <a:gd name="connsiteX12" fmla="*/ 851627 w 1198431"/>
              <a:gd name="connsiteY12" fmla="*/ 510572 h 1658657"/>
              <a:gd name="connsiteX13" fmla="*/ 832865 w 1198431"/>
              <a:gd name="connsiteY13" fmla="*/ 411376 h 1658657"/>
              <a:gd name="connsiteX14" fmla="*/ 772118 w 1198431"/>
              <a:gd name="connsiteY14" fmla="*/ 91425 h 1658657"/>
              <a:gd name="connsiteX15" fmla="*/ 761217 w 1198431"/>
              <a:gd name="connsiteY15" fmla="*/ 140 h 1658657"/>
              <a:gd name="connsiteX16" fmla="*/ 882390 w 1198431"/>
              <a:gd name="connsiteY16" fmla="*/ 120747 h 1658657"/>
              <a:gd name="connsiteX17" fmla="*/ 976244 w 1198431"/>
              <a:gd name="connsiteY17" fmla="*/ 573129 h 1658657"/>
              <a:gd name="connsiteX18" fmla="*/ 1055083 w 1198431"/>
              <a:gd name="connsiteY18" fmla="*/ 546659 h 1658657"/>
              <a:gd name="connsiteX19" fmla="*/ 1122472 w 1198431"/>
              <a:gd name="connsiteY19" fmla="*/ 550597 h 1658657"/>
              <a:gd name="connsiteX20" fmla="*/ 1175459 w 1198431"/>
              <a:gd name="connsiteY20" fmla="*/ 592440 h 1658657"/>
              <a:gd name="connsiteX21" fmla="*/ 1176298 w 1198431"/>
              <a:gd name="connsiteY21" fmla="*/ 729860 h 1658657"/>
              <a:gd name="connsiteX22" fmla="*/ 1066074 w 1198431"/>
              <a:gd name="connsiteY22" fmla="*/ 846716 h 1658657"/>
              <a:gd name="connsiteX23" fmla="*/ 1036052 w 1198431"/>
              <a:gd name="connsiteY23" fmla="*/ 928618 h 1658657"/>
              <a:gd name="connsiteX24" fmla="*/ 748482 w 1198431"/>
              <a:gd name="connsiteY24" fmla="*/ 1201514 h 1658657"/>
              <a:gd name="connsiteX25" fmla="*/ 332193 w 1198431"/>
              <a:gd name="connsiteY25" fmla="*/ 1560021 h 1658657"/>
              <a:gd name="connsiteX26" fmla="*/ 264168 w 1198431"/>
              <a:gd name="connsiteY26" fmla="*/ 1619280 h 1658657"/>
              <a:gd name="connsiteX27" fmla="*/ 166016 w 1198431"/>
              <a:gd name="connsiteY27" fmla="*/ 1649308 h 1658657"/>
              <a:gd name="connsiteX28" fmla="*/ 0 w 1198431"/>
              <a:gd name="connsiteY28" fmla="*/ 1449725 h 1658657"/>
              <a:gd name="connsiteX29" fmla="*/ 42852 w 1198431"/>
              <a:gd name="connsiteY29" fmla="*/ 1409330 h 1658657"/>
              <a:gd name="connsiteX30" fmla="*/ 316027 w 1198431"/>
              <a:gd name="connsiteY30" fmla="*/ 1133601 h 1658657"/>
              <a:gd name="connsiteX31" fmla="*/ 725003 w 1198431"/>
              <a:gd name="connsiteY31" fmla="*/ 743581 h 1658657"/>
              <a:gd name="connsiteX32" fmla="*/ 380698 w 1198431"/>
              <a:gd name="connsiteY32" fmla="*/ 1426201 h 1658657"/>
              <a:gd name="connsiteX33" fmla="*/ 972548 w 1198431"/>
              <a:gd name="connsiteY33" fmla="*/ 881377 h 1658657"/>
              <a:gd name="connsiteX34" fmla="*/ 852229 w 1198431"/>
              <a:gd name="connsiteY34" fmla="*/ 720146 h 1658657"/>
              <a:gd name="connsiteX35" fmla="*/ 251119 w 1198431"/>
              <a:gd name="connsiteY35" fmla="*/ 1288520 h 1658657"/>
              <a:gd name="connsiteX36" fmla="*/ 380698 w 1198431"/>
              <a:gd name="connsiteY36" fmla="*/ 1426201 h 1658657"/>
              <a:gd name="connsiteX37" fmla="*/ 203338 w 1198431"/>
              <a:gd name="connsiteY37" fmla="*/ 1335851 h 1658657"/>
              <a:gd name="connsiteX38" fmla="*/ 71377 w 1198431"/>
              <a:gd name="connsiteY38" fmla="*/ 1457870 h 1658657"/>
              <a:gd name="connsiteX39" fmla="*/ 192242 w 1198431"/>
              <a:gd name="connsiteY39" fmla="*/ 1591808 h 1658657"/>
              <a:gd name="connsiteX40" fmla="*/ 313838 w 1198431"/>
              <a:gd name="connsiteY40" fmla="*/ 1480497 h 1658657"/>
              <a:gd name="connsiteX41" fmla="*/ 203338 w 1198431"/>
              <a:gd name="connsiteY41" fmla="*/ 1335851 h 1658657"/>
              <a:gd name="connsiteX42" fmla="*/ 1005219 w 1198431"/>
              <a:gd name="connsiteY42" fmla="*/ 788972 h 1658657"/>
              <a:gd name="connsiteX43" fmla="*/ 1066255 w 1198431"/>
              <a:gd name="connsiteY43" fmla="*/ 742286 h 1658657"/>
              <a:gd name="connsiteX44" fmla="*/ 1117433 w 1198431"/>
              <a:gd name="connsiteY44" fmla="*/ 688318 h 1658657"/>
              <a:gd name="connsiteX45" fmla="*/ 1119672 w 1198431"/>
              <a:gd name="connsiteY45" fmla="*/ 629893 h 1658657"/>
              <a:gd name="connsiteX46" fmla="*/ 1068122 w 1198431"/>
              <a:gd name="connsiteY46" fmla="*/ 610351 h 1658657"/>
              <a:gd name="connsiteX47" fmla="*/ 1049930 w 1198431"/>
              <a:gd name="connsiteY47" fmla="*/ 614232 h 1658657"/>
              <a:gd name="connsiteX48" fmla="*/ 923171 w 1198431"/>
              <a:gd name="connsiteY48" fmla="*/ 695460 h 1658657"/>
              <a:gd name="connsiteX49" fmla="*/ 1005219 w 1198431"/>
              <a:gd name="connsiteY49" fmla="*/ 788972 h 1658657"/>
              <a:gd name="connsiteX0" fmla="*/ 725003 w 1198431"/>
              <a:gd name="connsiteY0" fmla="*/ 727095 h 1642171"/>
              <a:gd name="connsiteX1" fmla="*/ 773511 w 1198431"/>
              <a:gd name="connsiteY1" fmla="*/ 668980 h 1642171"/>
              <a:gd name="connsiteX2" fmla="*/ 766187 w 1198431"/>
              <a:gd name="connsiteY2" fmla="*/ 602354 h 1642171"/>
              <a:gd name="connsiteX3" fmla="*/ 722042 w 1198431"/>
              <a:gd name="connsiteY3" fmla="*/ 530356 h 1642171"/>
              <a:gd name="connsiteX4" fmla="*/ 606576 w 1198431"/>
              <a:gd name="connsiteY4" fmla="*/ 644457 h 1642171"/>
              <a:gd name="connsiteX5" fmla="*/ 605519 w 1198431"/>
              <a:gd name="connsiteY5" fmla="*/ 841635 h 1642171"/>
              <a:gd name="connsiteX6" fmla="*/ 549560 w 1198431"/>
              <a:gd name="connsiteY6" fmla="*/ 891711 h 1642171"/>
              <a:gd name="connsiteX7" fmla="*/ 559341 w 1198431"/>
              <a:gd name="connsiteY7" fmla="*/ 610155 h 1642171"/>
              <a:gd name="connsiteX8" fmla="*/ 671901 w 1198431"/>
              <a:gd name="connsiteY8" fmla="*/ 428160 h 1642171"/>
              <a:gd name="connsiteX9" fmla="*/ 600867 w 1198431"/>
              <a:gd name="connsiteY9" fmla="*/ 119354 h 1642171"/>
              <a:gd name="connsiteX10" fmla="*/ 721759 w 1198431"/>
              <a:gd name="connsiteY10" fmla="*/ 28215 h 1642171"/>
              <a:gd name="connsiteX11" fmla="*/ 746239 w 1198431"/>
              <a:gd name="connsiteY11" fmla="*/ 267510 h 1642171"/>
              <a:gd name="connsiteX12" fmla="*/ 851627 w 1198431"/>
              <a:gd name="connsiteY12" fmla="*/ 494086 h 1642171"/>
              <a:gd name="connsiteX13" fmla="*/ 832865 w 1198431"/>
              <a:gd name="connsiteY13" fmla="*/ 394890 h 1642171"/>
              <a:gd name="connsiteX14" fmla="*/ 772118 w 1198431"/>
              <a:gd name="connsiteY14" fmla="*/ 74939 h 1642171"/>
              <a:gd name="connsiteX15" fmla="*/ 759038 w 1198431"/>
              <a:gd name="connsiteY15" fmla="*/ 162 h 1642171"/>
              <a:gd name="connsiteX16" fmla="*/ 882390 w 1198431"/>
              <a:gd name="connsiteY16" fmla="*/ 104261 h 1642171"/>
              <a:gd name="connsiteX17" fmla="*/ 976244 w 1198431"/>
              <a:gd name="connsiteY17" fmla="*/ 556643 h 1642171"/>
              <a:gd name="connsiteX18" fmla="*/ 1055083 w 1198431"/>
              <a:gd name="connsiteY18" fmla="*/ 530173 h 1642171"/>
              <a:gd name="connsiteX19" fmla="*/ 1122472 w 1198431"/>
              <a:gd name="connsiteY19" fmla="*/ 534111 h 1642171"/>
              <a:gd name="connsiteX20" fmla="*/ 1175459 w 1198431"/>
              <a:gd name="connsiteY20" fmla="*/ 575954 h 1642171"/>
              <a:gd name="connsiteX21" fmla="*/ 1176298 w 1198431"/>
              <a:gd name="connsiteY21" fmla="*/ 713374 h 1642171"/>
              <a:gd name="connsiteX22" fmla="*/ 1066074 w 1198431"/>
              <a:gd name="connsiteY22" fmla="*/ 830230 h 1642171"/>
              <a:gd name="connsiteX23" fmla="*/ 1036052 w 1198431"/>
              <a:gd name="connsiteY23" fmla="*/ 912132 h 1642171"/>
              <a:gd name="connsiteX24" fmla="*/ 748482 w 1198431"/>
              <a:gd name="connsiteY24" fmla="*/ 1185028 h 1642171"/>
              <a:gd name="connsiteX25" fmla="*/ 332193 w 1198431"/>
              <a:gd name="connsiteY25" fmla="*/ 1543535 h 1642171"/>
              <a:gd name="connsiteX26" fmla="*/ 264168 w 1198431"/>
              <a:gd name="connsiteY26" fmla="*/ 1602794 h 1642171"/>
              <a:gd name="connsiteX27" fmla="*/ 166016 w 1198431"/>
              <a:gd name="connsiteY27" fmla="*/ 1632822 h 1642171"/>
              <a:gd name="connsiteX28" fmla="*/ 0 w 1198431"/>
              <a:gd name="connsiteY28" fmla="*/ 1433239 h 1642171"/>
              <a:gd name="connsiteX29" fmla="*/ 42852 w 1198431"/>
              <a:gd name="connsiteY29" fmla="*/ 1392844 h 1642171"/>
              <a:gd name="connsiteX30" fmla="*/ 316027 w 1198431"/>
              <a:gd name="connsiteY30" fmla="*/ 1117115 h 1642171"/>
              <a:gd name="connsiteX31" fmla="*/ 725003 w 1198431"/>
              <a:gd name="connsiteY31" fmla="*/ 727095 h 1642171"/>
              <a:gd name="connsiteX32" fmla="*/ 380698 w 1198431"/>
              <a:gd name="connsiteY32" fmla="*/ 1409715 h 1642171"/>
              <a:gd name="connsiteX33" fmla="*/ 972548 w 1198431"/>
              <a:gd name="connsiteY33" fmla="*/ 864891 h 1642171"/>
              <a:gd name="connsiteX34" fmla="*/ 852229 w 1198431"/>
              <a:gd name="connsiteY34" fmla="*/ 703660 h 1642171"/>
              <a:gd name="connsiteX35" fmla="*/ 251119 w 1198431"/>
              <a:gd name="connsiteY35" fmla="*/ 1272034 h 1642171"/>
              <a:gd name="connsiteX36" fmla="*/ 380698 w 1198431"/>
              <a:gd name="connsiteY36" fmla="*/ 1409715 h 1642171"/>
              <a:gd name="connsiteX37" fmla="*/ 203338 w 1198431"/>
              <a:gd name="connsiteY37" fmla="*/ 1319365 h 1642171"/>
              <a:gd name="connsiteX38" fmla="*/ 71377 w 1198431"/>
              <a:gd name="connsiteY38" fmla="*/ 1441384 h 1642171"/>
              <a:gd name="connsiteX39" fmla="*/ 192242 w 1198431"/>
              <a:gd name="connsiteY39" fmla="*/ 1575322 h 1642171"/>
              <a:gd name="connsiteX40" fmla="*/ 313838 w 1198431"/>
              <a:gd name="connsiteY40" fmla="*/ 1464011 h 1642171"/>
              <a:gd name="connsiteX41" fmla="*/ 203338 w 1198431"/>
              <a:gd name="connsiteY41" fmla="*/ 1319365 h 1642171"/>
              <a:gd name="connsiteX42" fmla="*/ 1005219 w 1198431"/>
              <a:gd name="connsiteY42" fmla="*/ 772486 h 1642171"/>
              <a:gd name="connsiteX43" fmla="*/ 1066255 w 1198431"/>
              <a:gd name="connsiteY43" fmla="*/ 725800 h 1642171"/>
              <a:gd name="connsiteX44" fmla="*/ 1117433 w 1198431"/>
              <a:gd name="connsiteY44" fmla="*/ 671832 h 1642171"/>
              <a:gd name="connsiteX45" fmla="*/ 1119672 w 1198431"/>
              <a:gd name="connsiteY45" fmla="*/ 613407 h 1642171"/>
              <a:gd name="connsiteX46" fmla="*/ 1068122 w 1198431"/>
              <a:gd name="connsiteY46" fmla="*/ 593865 h 1642171"/>
              <a:gd name="connsiteX47" fmla="*/ 1049930 w 1198431"/>
              <a:gd name="connsiteY47" fmla="*/ 597746 h 1642171"/>
              <a:gd name="connsiteX48" fmla="*/ 923171 w 1198431"/>
              <a:gd name="connsiteY48" fmla="*/ 678974 h 1642171"/>
              <a:gd name="connsiteX49" fmla="*/ 1005219 w 1198431"/>
              <a:gd name="connsiteY49" fmla="*/ 772486 h 1642171"/>
              <a:gd name="connsiteX0" fmla="*/ 725003 w 1198431"/>
              <a:gd name="connsiteY0" fmla="*/ 727095 h 1642171"/>
              <a:gd name="connsiteX1" fmla="*/ 773511 w 1198431"/>
              <a:gd name="connsiteY1" fmla="*/ 668980 h 1642171"/>
              <a:gd name="connsiteX2" fmla="*/ 766187 w 1198431"/>
              <a:gd name="connsiteY2" fmla="*/ 602354 h 1642171"/>
              <a:gd name="connsiteX3" fmla="*/ 722042 w 1198431"/>
              <a:gd name="connsiteY3" fmla="*/ 530356 h 1642171"/>
              <a:gd name="connsiteX4" fmla="*/ 606576 w 1198431"/>
              <a:gd name="connsiteY4" fmla="*/ 644457 h 1642171"/>
              <a:gd name="connsiteX5" fmla="*/ 605519 w 1198431"/>
              <a:gd name="connsiteY5" fmla="*/ 841635 h 1642171"/>
              <a:gd name="connsiteX6" fmla="*/ 549560 w 1198431"/>
              <a:gd name="connsiteY6" fmla="*/ 891711 h 1642171"/>
              <a:gd name="connsiteX7" fmla="*/ 559341 w 1198431"/>
              <a:gd name="connsiteY7" fmla="*/ 610155 h 1642171"/>
              <a:gd name="connsiteX8" fmla="*/ 671901 w 1198431"/>
              <a:gd name="connsiteY8" fmla="*/ 428160 h 1642171"/>
              <a:gd name="connsiteX9" fmla="*/ 600867 w 1198431"/>
              <a:gd name="connsiteY9" fmla="*/ 119354 h 1642171"/>
              <a:gd name="connsiteX10" fmla="*/ 726301 w 1198431"/>
              <a:gd name="connsiteY10" fmla="*/ 20127 h 1642171"/>
              <a:gd name="connsiteX11" fmla="*/ 746239 w 1198431"/>
              <a:gd name="connsiteY11" fmla="*/ 267510 h 1642171"/>
              <a:gd name="connsiteX12" fmla="*/ 851627 w 1198431"/>
              <a:gd name="connsiteY12" fmla="*/ 494086 h 1642171"/>
              <a:gd name="connsiteX13" fmla="*/ 832865 w 1198431"/>
              <a:gd name="connsiteY13" fmla="*/ 394890 h 1642171"/>
              <a:gd name="connsiteX14" fmla="*/ 772118 w 1198431"/>
              <a:gd name="connsiteY14" fmla="*/ 74939 h 1642171"/>
              <a:gd name="connsiteX15" fmla="*/ 759038 w 1198431"/>
              <a:gd name="connsiteY15" fmla="*/ 162 h 1642171"/>
              <a:gd name="connsiteX16" fmla="*/ 882390 w 1198431"/>
              <a:gd name="connsiteY16" fmla="*/ 104261 h 1642171"/>
              <a:gd name="connsiteX17" fmla="*/ 976244 w 1198431"/>
              <a:gd name="connsiteY17" fmla="*/ 556643 h 1642171"/>
              <a:gd name="connsiteX18" fmla="*/ 1055083 w 1198431"/>
              <a:gd name="connsiteY18" fmla="*/ 530173 h 1642171"/>
              <a:gd name="connsiteX19" fmla="*/ 1122472 w 1198431"/>
              <a:gd name="connsiteY19" fmla="*/ 534111 h 1642171"/>
              <a:gd name="connsiteX20" fmla="*/ 1175459 w 1198431"/>
              <a:gd name="connsiteY20" fmla="*/ 575954 h 1642171"/>
              <a:gd name="connsiteX21" fmla="*/ 1176298 w 1198431"/>
              <a:gd name="connsiteY21" fmla="*/ 713374 h 1642171"/>
              <a:gd name="connsiteX22" fmla="*/ 1066074 w 1198431"/>
              <a:gd name="connsiteY22" fmla="*/ 830230 h 1642171"/>
              <a:gd name="connsiteX23" fmla="*/ 1036052 w 1198431"/>
              <a:gd name="connsiteY23" fmla="*/ 912132 h 1642171"/>
              <a:gd name="connsiteX24" fmla="*/ 748482 w 1198431"/>
              <a:gd name="connsiteY24" fmla="*/ 1185028 h 1642171"/>
              <a:gd name="connsiteX25" fmla="*/ 332193 w 1198431"/>
              <a:gd name="connsiteY25" fmla="*/ 1543535 h 1642171"/>
              <a:gd name="connsiteX26" fmla="*/ 264168 w 1198431"/>
              <a:gd name="connsiteY26" fmla="*/ 1602794 h 1642171"/>
              <a:gd name="connsiteX27" fmla="*/ 166016 w 1198431"/>
              <a:gd name="connsiteY27" fmla="*/ 1632822 h 1642171"/>
              <a:gd name="connsiteX28" fmla="*/ 0 w 1198431"/>
              <a:gd name="connsiteY28" fmla="*/ 1433239 h 1642171"/>
              <a:gd name="connsiteX29" fmla="*/ 42852 w 1198431"/>
              <a:gd name="connsiteY29" fmla="*/ 1392844 h 1642171"/>
              <a:gd name="connsiteX30" fmla="*/ 316027 w 1198431"/>
              <a:gd name="connsiteY30" fmla="*/ 1117115 h 1642171"/>
              <a:gd name="connsiteX31" fmla="*/ 725003 w 1198431"/>
              <a:gd name="connsiteY31" fmla="*/ 727095 h 1642171"/>
              <a:gd name="connsiteX32" fmla="*/ 380698 w 1198431"/>
              <a:gd name="connsiteY32" fmla="*/ 1409715 h 1642171"/>
              <a:gd name="connsiteX33" fmla="*/ 972548 w 1198431"/>
              <a:gd name="connsiteY33" fmla="*/ 864891 h 1642171"/>
              <a:gd name="connsiteX34" fmla="*/ 852229 w 1198431"/>
              <a:gd name="connsiteY34" fmla="*/ 703660 h 1642171"/>
              <a:gd name="connsiteX35" fmla="*/ 251119 w 1198431"/>
              <a:gd name="connsiteY35" fmla="*/ 1272034 h 1642171"/>
              <a:gd name="connsiteX36" fmla="*/ 380698 w 1198431"/>
              <a:gd name="connsiteY36" fmla="*/ 1409715 h 1642171"/>
              <a:gd name="connsiteX37" fmla="*/ 203338 w 1198431"/>
              <a:gd name="connsiteY37" fmla="*/ 1319365 h 1642171"/>
              <a:gd name="connsiteX38" fmla="*/ 71377 w 1198431"/>
              <a:gd name="connsiteY38" fmla="*/ 1441384 h 1642171"/>
              <a:gd name="connsiteX39" fmla="*/ 192242 w 1198431"/>
              <a:gd name="connsiteY39" fmla="*/ 1575322 h 1642171"/>
              <a:gd name="connsiteX40" fmla="*/ 313838 w 1198431"/>
              <a:gd name="connsiteY40" fmla="*/ 1464011 h 1642171"/>
              <a:gd name="connsiteX41" fmla="*/ 203338 w 1198431"/>
              <a:gd name="connsiteY41" fmla="*/ 1319365 h 1642171"/>
              <a:gd name="connsiteX42" fmla="*/ 1005219 w 1198431"/>
              <a:gd name="connsiteY42" fmla="*/ 772486 h 1642171"/>
              <a:gd name="connsiteX43" fmla="*/ 1066255 w 1198431"/>
              <a:gd name="connsiteY43" fmla="*/ 725800 h 1642171"/>
              <a:gd name="connsiteX44" fmla="*/ 1117433 w 1198431"/>
              <a:gd name="connsiteY44" fmla="*/ 671832 h 1642171"/>
              <a:gd name="connsiteX45" fmla="*/ 1119672 w 1198431"/>
              <a:gd name="connsiteY45" fmla="*/ 613407 h 1642171"/>
              <a:gd name="connsiteX46" fmla="*/ 1068122 w 1198431"/>
              <a:gd name="connsiteY46" fmla="*/ 593865 h 1642171"/>
              <a:gd name="connsiteX47" fmla="*/ 1049930 w 1198431"/>
              <a:gd name="connsiteY47" fmla="*/ 597746 h 1642171"/>
              <a:gd name="connsiteX48" fmla="*/ 923171 w 1198431"/>
              <a:gd name="connsiteY48" fmla="*/ 678974 h 1642171"/>
              <a:gd name="connsiteX49" fmla="*/ 1005219 w 1198431"/>
              <a:gd name="connsiteY49" fmla="*/ 772486 h 1642171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6964 h 1642040"/>
              <a:gd name="connsiteX1" fmla="*/ 773511 w 1198431"/>
              <a:gd name="connsiteY1" fmla="*/ 668849 h 1642040"/>
              <a:gd name="connsiteX2" fmla="*/ 766187 w 1198431"/>
              <a:gd name="connsiteY2" fmla="*/ 602223 h 1642040"/>
              <a:gd name="connsiteX3" fmla="*/ 722042 w 1198431"/>
              <a:gd name="connsiteY3" fmla="*/ 530225 h 1642040"/>
              <a:gd name="connsiteX4" fmla="*/ 606576 w 1198431"/>
              <a:gd name="connsiteY4" fmla="*/ 644326 h 1642040"/>
              <a:gd name="connsiteX5" fmla="*/ 605519 w 1198431"/>
              <a:gd name="connsiteY5" fmla="*/ 841504 h 1642040"/>
              <a:gd name="connsiteX6" fmla="*/ 549560 w 1198431"/>
              <a:gd name="connsiteY6" fmla="*/ 891580 h 1642040"/>
              <a:gd name="connsiteX7" fmla="*/ 559341 w 1198431"/>
              <a:gd name="connsiteY7" fmla="*/ 610024 h 1642040"/>
              <a:gd name="connsiteX8" fmla="*/ 671901 w 1198431"/>
              <a:gd name="connsiteY8" fmla="*/ 428029 h 1642040"/>
              <a:gd name="connsiteX9" fmla="*/ 600867 w 1198431"/>
              <a:gd name="connsiteY9" fmla="*/ 119223 h 1642040"/>
              <a:gd name="connsiteX10" fmla="*/ 726301 w 1198431"/>
              <a:gd name="connsiteY10" fmla="*/ 19996 h 1642040"/>
              <a:gd name="connsiteX11" fmla="*/ 746239 w 1198431"/>
              <a:gd name="connsiteY11" fmla="*/ 267379 h 1642040"/>
              <a:gd name="connsiteX12" fmla="*/ 851627 w 1198431"/>
              <a:gd name="connsiteY12" fmla="*/ 493955 h 1642040"/>
              <a:gd name="connsiteX13" fmla="*/ 832865 w 1198431"/>
              <a:gd name="connsiteY13" fmla="*/ 394759 h 1642040"/>
              <a:gd name="connsiteX14" fmla="*/ 768418 w 1198431"/>
              <a:gd name="connsiteY14" fmla="*/ 108548 h 1642040"/>
              <a:gd name="connsiteX15" fmla="*/ 759038 w 1198431"/>
              <a:gd name="connsiteY15" fmla="*/ 31 h 1642040"/>
              <a:gd name="connsiteX16" fmla="*/ 882390 w 1198431"/>
              <a:gd name="connsiteY16" fmla="*/ 104130 h 1642040"/>
              <a:gd name="connsiteX17" fmla="*/ 976244 w 1198431"/>
              <a:gd name="connsiteY17" fmla="*/ 556512 h 1642040"/>
              <a:gd name="connsiteX18" fmla="*/ 1055083 w 1198431"/>
              <a:gd name="connsiteY18" fmla="*/ 530042 h 1642040"/>
              <a:gd name="connsiteX19" fmla="*/ 1122472 w 1198431"/>
              <a:gd name="connsiteY19" fmla="*/ 533980 h 1642040"/>
              <a:gd name="connsiteX20" fmla="*/ 1175459 w 1198431"/>
              <a:gd name="connsiteY20" fmla="*/ 575823 h 1642040"/>
              <a:gd name="connsiteX21" fmla="*/ 1176298 w 1198431"/>
              <a:gd name="connsiteY21" fmla="*/ 713243 h 1642040"/>
              <a:gd name="connsiteX22" fmla="*/ 1066074 w 1198431"/>
              <a:gd name="connsiteY22" fmla="*/ 830099 h 1642040"/>
              <a:gd name="connsiteX23" fmla="*/ 1036052 w 1198431"/>
              <a:gd name="connsiteY23" fmla="*/ 912001 h 1642040"/>
              <a:gd name="connsiteX24" fmla="*/ 748482 w 1198431"/>
              <a:gd name="connsiteY24" fmla="*/ 1184897 h 1642040"/>
              <a:gd name="connsiteX25" fmla="*/ 332193 w 1198431"/>
              <a:gd name="connsiteY25" fmla="*/ 1543404 h 1642040"/>
              <a:gd name="connsiteX26" fmla="*/ 264168 w 1198431"/>
              <a:gd name="connsiteY26" fmla="*/ 1602663 h 1642040"/>
              <a:gd name="connsiteX27" fmla="*/ 166016 w 1198431"/>
              <a:gd name="connsiteY27" fmla="*/ 1632691 h 1642040"/>
              <a:gd name="connsiteX28" fmla="*/ 0 w 1198431"/>
              <a:gd name="connsiteY28" fmla="*/ 1433108 h 1642040"/>
              <a:gd name="connsiteX29" fmla="*/ 42852 w 1198431"/>
              <a:gd name="connsiteY29" fmla="*/ 1392713 h 1642040"/>
              <a:gd name="connsiteX30" fmla="*/ 316027 w 1198431"/>
              <a:gd name="connsiteY30" fmla="*/ 1116984 h 1642040"/>
              <a:gd name="connsiteX31" fmla="*/ 725003 w 1198431"/>
              <a:gd name="connsiteY31" fmla="*/ 726964 h 1642040"/>
              <a:gd name="connsiteX32" fmla="*/ 380698 w 1198431"/>
              <a:gd name="connsiteY32" fmla="*/ 1409584 h 1642040"/>
              <a:gd name="connsiteX33" fmla="*/ 972548 w 1198431"/>
              <a:gd name="connsiteY33" fmla="*/ 864760 h 1642040"/>
              <a:gd name="connsiteX34" fmla="*/ 852229 w 1198431"/>
              <a:gd name="connsiteY34" fmla="*/ 703529 h 1642040"/>
              <a:gd name="connsiteX35" fmla="*/ 251119 w 1198431"/>
              <a:gd name="connsiteY35" fmla="*/ 1271903 h 1642040"/>
              <a:gd name="connsiteX36" fmla="*/ 380698 w 1198431"/>
              <a:gd name="connsiteY36" fmla="*/ 1409584 h 1642040"/>
              <a:gd name="connsiteX37" fmla="*/ 203338 w 1198431"/>
              <a:gd name="connsiteY37" fmla="*/ 1319234 h 1642040"/>
              <a:gd name="connsiteX38" fmla="*/ 71377 w 1198431"/>
              <a:gd name="connsiteY38" fmla="*/ 1441253 h 1642040"/>
              <a:gd name="connsiteX39" fmla="*/ 192242 w 1198431"/>
              <a:gd name="connsiteY39" fmla="*/ 1575191 h 1642040"/>
              <a:gd name="connsiteX40" fmla="*/ 313838 w 1198431"/>
              <a:gd name="connsiteY40" fmla="*/ 1463880 h 1642040"/>
              <a:gd name="connsiteX41" fmla="*/ 203338 w 1198431"/>
              <a:gd name="connsiteY41" fmla="*/ 1319234 h 1642040"/>
              <a:gd name="connsiteX42" fmla="*/ 1005219 w 1198431"/>
              <a:gd name="connsiteY42" fmla="*/ 772355 h 1642040"/>
              <a:gd name="connsiteX43" fmla="*/ 1066255 w 1198431"/>
              <a:gd name="connsiteY43" fmla="*/ 725669 h 1642040"/>
              <a:gd name="connsiteX44" fmla="*/ 1117433 w 1198431"/>
              <a:gd name="connsiteY44" fmla="*/ 671701 h 1642040"/>
              <a:gd name="connsiteX45" fmla="*/ 1119672 w 1198431"/>
              <a:gd name="connsiteY45" fmla="*/ 613276 h 1642040"/>
              <a:gd name="connsiteX46" fmla="*/ 1068122 w 1198431"/>
              <a:gd name="connsiteY46" fmla="*/ 593734 h 1642040"/>
              <a:gd name="connsiteX47" fmla="*/ 1049930 w 1198431"/>
              <a:gd name="connsiteY47" fmla="*/ 597615 h 1642040"/>
              <a:gd name="connsiteX48" fmla="*/ 923171 w 1198431"/>
              <a:gd name="connsiteY48" fmla="*/ 678843 h 1642040"/>
              <a:gd name="connsiteX49" fmla="*/ 1005219 w 1198431"/>
              <a:gd name="connsiteY49" fmla="*/ 772355 h 1642040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6239 w 1198431"/>
              <a:gd name="connsiteY11" fmla="*/ 267418 h 1642079"/>
              <a:gd name="connsiteX12" fmla="*/ 851627 w 1198431"/>
              <a:gd name="connsiteY12" fmla="*/ 493994 h 1642079"/>
              <a:gd name="connsiteX13" fmla="*/ 832865 w 1198431"/>
              <a:gd name="connsiteY13" fmla="*/ 394798 h 1642079"/>
              <a:gd name="connsiteX14" fmla="*/ 750987 w 1198431"/>
              <a:gd name="connsiteY14" fmla="*/ 111209 h 1642079"/>
              <a:gd name="connsiteX15" fmla="*/ 759038 w 1198431"/>
              <a:gd name="connsiteY15" fmla="*/ 70 h 1642079"/>
              <a:gd name="connsiteX16" fmla="*/ 882390 w 1198431"/>
              <a:gd name="connsiteY16" fmla="*/ 104169 h 1642079"/>
              <a:gd name="connsiteX17" fmla="*/ 976244 w 1198431"/>
              <a:gd name="connsiteY17" fmla="*/ 556551 h 1642079"/>
              <a:gd name="connsiteX18" fmla="*/ 1055083 w 1198431"/>
              <a:gd name="connsiteY18" fmla="*/ 530081 h 1642079"/>
              <a:gd name="connsiteX19" fmla="*/ 1122472 w 1198431"/>
              <a:gd name="connsiteY19" fmla="*/ 534019 h 1642079"/>
              <a:gd name="connsiteX20" fmla="*/ 1175459 w 1198431"/>
              <a:gd name="connsiteY20" fmla="*/ 575862 h 1642079"/>
              <a:gd name="connsiteX21" fmla="*/ 1176298 w 1198431"/>
              <a:gd name="connsiteY21" fmla="*/ 713282 h 1642079"/>
              <a:gd name="connsiteX22" fmla="*/ 1066074 w 1198431"/>
              <a:gd name="connsiteY22" fmla="*/ 830138 h 1642079"/>
              <a:gd name="connsiteX23" fmla="*/ 1036052 w 1198431"/>
              <a:gd name="connsiteY23" fmla="*/ 912040 h 1642079"/>
              <a:gd name="connsiteX24" fmla="*/ 748482 w 1198431"/>
              <a:gd name="connsiteY24" fmla="*/ 1184936 h 1642079"/>
              <a:gd name="connsiteX25" fmla="*/ 332193 w 1198431"/>
              <a:gd name="connsiteY25" fmla="*/ 1543443 h 1642079"/>
              <a:gd name="connsiteX26" fmla="*/ 264168 w 1198431"/>
              <a:gd name="connsiteY26" fmla="*/ 1602702 h 1642079"/>
              <a:gd name="connsiteX27" fmla="*/ 166016 w 1198431"/>
              <a:gd name="connsiteY27" fmla="*/ 1632730 h 1642079"/>
              <a:gd name="connsiteX28" fmla="*/ 0 w 1198431"/>
              <a:gd name="connsiteY28" fmla="*/ 1433147 h 1642079"/>
              <a:gd name="connsiteX29" fmla="*/ 42852 w 1198431"/>
              <a:gd name="connsiteY29" fmla="*/ 1392752 h 1642079"/>
              <a:gd name="connsiteX30" fmla="*/ 316027 w 1198431"/>
              <a:gd name="connsiteY30" fmla="*/ 1117023 h 1642079"/>
              <a:gd name="connsiteX31" fmla="*/ 725003 w 1198431"/>
              <a:gd name="connsiteY31" fmla="*/ 727003 h 1642079"/>
              <a:gd name="connsiteX32" fmla="*/ 380698 w 1198431"/>
              <a:gd name="connsiteY32" fmla="*/ 1409623 h 1642079"/>
              <a:gd name="connsiteX33" fmla="*/ 972548 w 1198431"/>
              <a:gd name="connsiteY33" fmla="*/ 864799 h 1642079"/>
              <a:gd name="connsiteX34" fmla="*/ 852229 w 1198431"/>
              <a:gd name="connsiteY34" fmla="*/ 703568 h 1642079"/>
              <a:gd name="connsiteX35" fmla="*/ 251119 w 1198431"/>
              <a:gd name="connsiteY35" fmla="*/ 1271942 h 1642079"/>
              <a:gd name="connsiteX36" fmla="*/ 380698 w 1198431"/>
              <a:gd name="connsiteY36" fmla="*/ 1409623 h 1642079"/>
              <a:gd name="connsiteX37" fmla="*/ 203338 w 1198431"/>
              <a:gd name="connsiteY37" fmla="*/ 1319273 h 1642079"/>
              <a:gd name="connsiteX38" fmla="*/ 71377 w 1198431"/>
              <a:gd name="connsiteY38" fmla="*/ 1441292 h 1642079"/>
              <a:gd name="connsiteX39" fmla="*/ 192242 w 1198431"/>
              <a:gd name="connsiteY39" fmla="*/ 1575230 h 1642079"/>
              <a:gd name="connsiteX40" fmla="*/ 313838 w 1198431"/>
              <a:gd name="connsiteY40" fmla="*/ 1463919 h 1642079"/>
              <a:gd name="connsiteX41" fmla="*/ 203338 w 1198431"/>
              <a:gd name="connsiteY41" fmla="*/ 1319273 h 1642079"/>
              <a:gd name="connsiteX42" fmla="*/ 1005219 w 1198431"/>
              <a:gd name="connsiteY42" fmla="*/ 772394 h 1642079"/>
              <a:gd name="connsiteX43" fmla="*/ 1066255 w 1198431"/>
              <a:gd name="connsiteY43" fmla="*/ 725708 h 1642079"/>
              <a:gd name="connsiteX44" fmla="*/ 1117433 w 1198431"/>
              <a:gd name="connsiteY44" fmla="*/ 671740 h 1642079"/>
              <a:gd name="connsiteX45" fmla="*/ 1119672 w 1198431"/>
              <a:gd name="connsiteY45" fmla="*/ 613315 h 1642079"/>
              <a:gd name="connsiteX46" fmla="*/ 1068122 w 1198431"/>
              <a:gd name="connsiteY46" fmla="*/ 593773 h 1642079"/>
              <a:gd name="connsiteX47" fmla="*/ 1049930 w 1198431"/>
              <a:gd name="connsiteY47" fmla="*/ 597654 h 1642079"/>
              <a:gd name="connsiteX48" fmla="*/ 923171 w 1198431"/>
              <a:gd name="connsiteY48" fmla="*/ 678882 h 1642079"/>
              <a:gd name="connsiteX49" fmla="*/ 1005219 w 1198431"/>
              <a:gd name="connsiteY49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6239 w 1198431"/>
              <a:gd name="connsiteY11" fmla="*/ 267418 h 1642079"/>
              <a:gd name="connsiteX12" fmla="*/ 851627 w 1198431"/>
              <a:gd name="connsiteY12" fmla="*/ 493994 h 1642079"/>
              <a:gd name="connsiteX13" fmla="*/ 832865 w 1198431"/>
              <a:gd name="connsiteY13" fmla="*/ 394798 h 1642079"/>
              <a:gd name="connsiteX14" fmla="*/ 750987 w 1198431"/>
              <a:gd name="connsiteY14" fmla="*/ 111209 h 1642079"/>
              <a:gd name="connsiteX15" fmla="*/ 759038 w 1198431"/>
              <a:gd name="connsiteY15" fmla="*/ 70 h 1642079"/>
              <a:gd name="connsiteX16" fmla="*/ 882390 w 1198431"/>
              <a:gd name="connsiteY16" fmla="*/ 104169 h 1642079"/>
              <a:gd name="connsiteX17" fmla="*/ 976244 w 1198431"/>
              <a:gd name="connsiteY17" fmla="*/ 556551 h 1642079"/>
              <a:gd name="connsiteX18" fmla="*/ 1055083 w 1198431"/>
              <a:gd name="connsiteY18" fmla="*/ 530081 h 1642079"/>
              <a:gd name="connsiteX19" fmla="*/ 1122472 w 1198431"/>
              <a:gd name="connsiteY19" fmla="*/ 534019 h 1642079"/>
              <a:gd name="connsiteX20" fmla="*/ 1175459 w 1198431"/>
              <a:gd name="connsiteY20" fmla="*/ 575862 h 1642079"/>
              <a:gd name="connsiteX21" fmla="*/ 1176298 w 1198431"/>
              <a:gd name="connsiteY21" fmla="*/ 713282 h 1642079"/>
              <a:gd name="connsiteX22" fmla="*/ 1066074 w 1198431"/>
              <a:gd name="connsiteY22" fmla="*/ 830138 h 1642079"/>
              <a:gd name="connsiteX23" fmla="*/ 1036052 w 1198431"/>
              <a:gd name="connsiteY23" fmla="*/ 912040 h 1642079"/>
              <a:gd name="connsiteX24" fmla="*/ 748482 w 1198431"/>
              <a:gd name="connsiteY24" fmla="*/ 1184936 h 1642079"/>
              <a:gd name="connsiteX25" fmla="*/ 332193 w 1198431"/>
              <a:gd name="connsiteY25" fmla="*/ 1543443 h 1642079"/>
              <a:gd name="connsiteX26" fmla="*/ 264168 w 1198431"/>
              <a:gd name="connsiteY26" fmla="*/ 1602702 h 1642079"/>
              <a:gd name="connsiteX27" fmla="*/ 166016 w 1198431"/>
              <a:gd name="connsiteY27" fmla="*/ 1632730 h 1642079"/>
              <a:gd name="connsiteX28" fmla="*/ 0 w 1198431"/>
              <a:gd name="connsiteY28" fmla="*/ 1433147 h 1642079"/>
              <a:gd name="connsiteX29" fmla="*/ 42852 w 1198431"/>
              <a:gd name="connsiteY29" fmla="*/ 1392752 h 1642079"/>
              <a:gd name="connsiteX30" fmla="*/ 316027 w 1198431"/>
              <a:gd name="connsiteY30" fmla="*/ 1117023 h 1642079"/>
              <a:gd name="connsiteX31" fmla="*/ 725003 w 1198431"/>
              <a:gd name="connsiteY31" fmla="*/ 727003 h 1642079"/>
              <a:gd name="connsiteX32" fmla="*/ 380698 w 1198431"/>
              <a:gd name="connsiteY32" fmla="*/ 1409623 h 1642079"/>
              <a:gd name="connsiteX33" fmla="*/ 972548 w 1198431"/>
              <a:gd name="connsiteY33" fmla="*/ 864799 h 1642079"/>
              <a:gd name="connsiteX34" fmla="*/ 852229 w 1198431"/>
              <a:gd name="connsiteY34" fmla="*/ 703568 h 1642079"/>
              <a:gd name="connsiteX35" fmla="*/ 251119 w 1198431"/>
              <a:gd name="connsiteY35" fmla="*/ 1271942 h 1642079"/>
              <a:gd name="connsiteX36" fmla="*/ 380698 w 1198431"/>
              <a:gd name="connsiteY36" fmla="*/ 1409623 h 1642079"/>
              <a:gd name="connsiteX37" fmla="*/ 203338 w 1198431"/>
              <a:gd name="connsiteY37" fmla="*/ 1319273 h 1642079"/>
              <a:gd name="connsiteX38" fmla="*/ 71377 w 1198431"/>
              <a:gd name="connsiteY38" fmla="*/ 1441292 h 1642079"/>
              <a:gd name="connsiteX39" fmla="*/ 192242 w 1198431"/>
              <a:gd name="connsiteY39" fmla="*/ 1575230 h 1642079"/>
              <a:gd name="connsiteX40" fmla="*/ 313838 w 1198431"/>
              <a:gd name="connsiteY40" fmla="*/ 1463919 h 1642079"/>
              <a:gd name="connsiteX41" fmla="*/ 203338 w 1198431"/>
              <a:gd name="connsiteY41" fmla="*/ 1319273 h 1642079"/>
              <a:gd name="connsiteX42" fmla="*/ 1005219 w 1198431"/>
              <a:gd name="connsiteY42" fmla="*/ 772394 h 1642079"/>
              <a:gd name="connsiteX43" fmla="*/ 1066255 w 1198431"/>
              <a:gd name="connsiteY43" fmla="*/ 725708 h 1642079"/>
              <a:gd name="connsiteX44" fmla="*/ 1117433 w 1198431"/>
              <a:gd name="connsiteY44" fmla="*/ 671740 h 1642079"/>
              <a:gd name="connsiteX45" fmla="*/ 1119672 w 1198431"/>
              <a:gd name="connsiteY45" fmla="*/ 613315 h 1642079"/>
              <a:gd name="connsiteX46" fmla="*/ 1068122 w 1198431"/>
              <a:gd name="connsiteY46" fmla="*/ 593773 h 1642079"/>
              <a:gd name="connsiteX47" fmla="*/ 1049930 w 1198431"/>
              <a:gd name="connsiteY47" fmla="*/ 597654 h 1642079"/>
              <a:gd name="connsiteX48" fmla="*/ 923171 w 1198431"/>
              <a:gd name="connsiteY48" fmla="*/ 678882 h 1642079"/>
              <a:gd name="connsiteX49" fmla="*/ 1005219 w 1198431"/>
              <a:gd name="connsiteY49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1969 w 1198431"/>
              <a:gd name="connsiteY11" fmla="*/ 126004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41969 w 1198431"/>
              <a:gd name="connsiteY11" fmla="*/ 126004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32865 w 1198431"/>
              <a:gd name="connsiteY14" fmla="*/ 394798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51627 w 1198431"/>
              <a:gd name="connsiteY13" fmla="*/ 493994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42408 w 1198431"/>
              <a:gd name="connsiteY14" fmla="*/ 383490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26301 w 1198431"/>
              <a:gd name="connsiteY10" fmla="*/ 20035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7003 h 1642079"/>
              <a:gd name="connsiteX1" fmla="*/ 773511 w 1198431"/>
              <a:gd name="connsiteY1" fmla="*/ 668888 h 1642079"/>
              <a:gd name="connsiteX2" fmla="*/ 766187 w 1198431"/>
              <a:gd name="connsiteY2" fmla="*/ 602262 h 1642079"/>
              <a:gd name="connsiteX3" fmla="*/ 722042 w 1198431"/>
              <a:gd name="connsiteY3" fmla="*/ 530264 h 1642079"/>
              <a:gd name="connsiteX4" fmla="*/ 606576 w 1198431"/>
              <a:gd name="connsiteY4" fmla="*/ 644365 h 1642079"/>
              <a:gd name="connsiteX5" fmla="*/ 605519 w 1198431"/>
              <a:gd name="connsiteY5" fmla="*/ 841543 h 1642079"/>
              <a:gd name="connsiteX6" fmla="*/ 549560 w 1198431"/>
              <a:gd name="connsiteY6" fmla="*/ 891619 h 1642079"/>
              <a:gd name="connsiteX7" fmla="*/ 559341 w 1198431"/>
              <a:gd name="connsiteY7" fmla="*/ 610063 h 1642079"/>
              <a:gd name="connsiteX8" fmla="*/ 671901 w 1198431"/>
              <a:gd name="connsiteY8" fmla="*/ 428068 h 1642079"/>
              <a:gd name="connsiteX9" fmla="*/ 600867 w 1198431"/>
              <a:gd name="connsiteY9" fmla="*/ 119262 h 1642079"/>
              <a:gd name="connsiteX10" fmla="*/ 740778 w 1198431"/>
              <a:gd name="connsiteY10" fmla="*/ 6888 h 1642079"/>
              <a:gd name="connsiteX11" fmla="*/ 750854 w 1198431"/>
              <a:gd name="connsiteY11" fmla="*/ 113972 h 1642079"/>
              <a:gd name="connsiteX12" fmla="*/ 746239 w 1198431"/>
              <a:gd name="connsiteY12" fmla="*/ 267418 h 1642079"/>
              <a:gd name="connsiteX13" fmla="*/ 825214 w 1198431"/>
              <a:gd name="connsiteY13" fmla="*/ 438731 h 1642079"/>
              <a:gd name="connsiteX14" fmla="*/ 831255 w 1198431"/>
              <a:gd name="connsiteY14" fmla="*/ 327577 h 1642079"/>
              <a:gd name="connsiteX15" fmla="*/ 750987 w 1198431"/>
              <a:gd name="connsiteY15" fmla="*/ 111209 h 1642079"/>
              <a:gd name="connsiteX16" fmla="*/ 759038 w 1198431"/>
              <a:gd name="connsiteY16" fmla="*/ 70 h 1642079"/>
              <a:gd name="connsiteX17" fmla="*/ 882390 w 1198431"/>
              <a:gd name="connsiteY17" fmla="*/ 104169 h 1642079"/>
              <a:gd name="connsiteX18" fmla="*/ 976244 w 1198431"/>
              <a:gd name="connsiteY18" fmla="*/ 556551 h 1642079"/>
              <a:gd name="connsiteX19" fmla="*/ 1055083 w 1198431"/>
              <a:gd name="connsiteY19" fmla="*/ 530081 h 1642079"/>
              <a:gd name="connsiteX20" fmla="*/ 1122472 w 1198431"/>
              <a:gd name="connsiteY20" fmla="*/ 534019 h 1642079"/>
              <a:gd name="connsiteX21" fmla="*/ 1175459 w 1198431"/>
              <a:gd name="connsiteY21" fmla="*/ 575862 h 1642079"/>
              <a:gd name="connsiteX22" fmla="*/ 1176298 w 1198431"/>
              <a:gd name="connsiteY22" fmla="*/ 713282 h 1642079"/>
              <a:gd name="connsiteX23" fmla="*/ 1066074 w 1198431"/>
              <a:gd name="connsiteY23" fmla="*/ 830138 h 1642079"/>
              <a:gd name="connsiteX24" fmla="*/ 1036052 w 1198431"/>
              <a:gd name="connsiteY24" fmla="*/ 912040 h 1642079"/>
              <a:gd name="connsiteX25" fmla="*/ 748482 w 1198431"/>
              <a:gd name="connsiteY25" fmla="*/ 1184936 h 1642079"/>
              <a:gd name="connsiteX26" fmla="*/ 332193 w 1198431"/>
              <a:gd name="connsiteY26" fmla="*/ 1543443 h 1642079"/>
              <a:gd name="connsiteX27" fmla="*/ 264168 w 1198431"/>
              <a:gd name="connsiteY27" fmla="*/ 1602702 h 1642079"/>
              <a:gd name="connsiteX28" fmla="*/ 166016 w 1198431"/>
              <a:gd name="connsiteY28" fmla="*/ 1632730 h 1642079"/>
              <a:gd name="connsiteX29" fmla="*/ 0 w 1198431"/>
              <a:gd name="connsiteY29" fmla="*/ 1433147 h 1642079"/>
              <a:gd name="connsiteX30" fmla="*/ 42852 w 1198431"/>
              <a:gd name="connsiteY30" fmla="*/ 1392752 h 1642079"/>
              <a:gd name="connsiteX31" fmla="*/ 316027 w 1198431"/>
              <a:gd name="connsiteY31" fmla="*/ 1117023 h 1642079"/>
              <a:gd name="connsiteX32" fmla="*/ 725003 w 1198431"/>
              <a:gd name="connsiteY32" fmla="*/ 727003 h 1642079"/>
              <a:gd name="connsiteX33" fmla="*/ 380698 w 1198431"/>
              <a:gd name="connsiteY33" fmla="*/ 1409623 h 1642079"/>
              <a:gd name="connsiteX34" fmla="*/ 972548 w 1198431"/>
              <a:gd name="connsiteY34" fmla="*/ 864799 h 1642079"/>
              <a:gd name="connsiteX35" fmla="*/ 852229 w 1198431"/>
              <a:gd name="connsiteY35" fmla="*/ 703568 h 1642079"/>
              <a:gd name="connsiteX36" fmla="*/ 251119 w 1198431"/>
              <a:gd name="connsiteY36" fmla="*/ 1271942 h 1642079"/>
              <a:gd name="connsiteX37" fmla="*/ 380698 w 1198431"/>
              <a:gd name="connsiteY37" fmla="*/ 1409623 h 1642079"/>
              <a:gd name="connsiteX38" fmla="*/ 203338 w 1198431"/>
              <a:gd name="connsiteY38" fmla="*/ 1319273 h 1642079"/>
              <a:gd name="connsiteX39" fmla="*/ 71377 w 1198431"/>
              <a:gd name="connsiteY39" fmla="*/ 1441292 h 1642079"/>
              <a:gd name="connsiteX40" fmla="*/ 192242 w 1198431"/>
              <a:gd name="connsiteY40" fmla="*/ 1575230 h 1642079"/>
              <a:gd name="connsiteX41" fmla="*/ 313838 w 1198431"/>
              <a:gd name="connsiteY41" fmla="*/ 1463919 h 1642079"/>
              <a:gd name="connsiteX42" fmla="*/ 203338 w 1198431"/>
              <a:gd name="connsiteY42" fmla="*/ 1319273 h 1642079"/>
              <a:gd name="connsiteX43" fmla="*/ 1005219 w 1198431"/>
              <a:gd name="connsiteY43" fmla="*/ 772394 h 1642079"/>
              <a:gd name="connsiteX44" fmla="*/ 1066255 w 1198431"/>
              <a:gd name="connsiteY44" fmla="*/ 725708 h 1642079"/>
              <a:gd name="connsiteX45" fmla="*/ 1117433 w 1198431"/>
              <a:gd name="connsiteY45" fmla="*/ 671740 h 1642079"/>
              <a:gd name="connsiteX46" fmla="*/ 1119672 w 1198431"/>
              <a:gd name="connsiteY46" fmla="*/ 613315 h 1642079"/>
              <a:gd name="connsiteX47" fmla="*/ 1068122 w 1198431"/>
              <a:gd name="connsiteY47" fmla="*/ 593773 h 1642079"/>
              <a:gd name="connsiteX48" fmla="*/ 1049930 w 1198431"/>
              <a:gd name="connsiteY48" fmla="*/ 597654 h 1642079"/>
              <a:gd name="connsiteX49" fmla="*/ 923171 w 1198431"/>
              <a:gd name="connsiteY49" fmla="*/ 678882 h 1642079"/>
              <a:gd name="connsiteX50" fmla="*/ 1005219 w 1198431"/>
              <a:gd name="connsiteY50" fmla="*/ 772394 h 1642079"/>
              <a:gd name="connsiteX0" fmla="*/ 725003 w 1198431"/>
              <a:gd name="connsiteY0" fmla="*/ 721383 h 1636459"/>
              <a:gd name="connsiteX1" fmla="*/ 773511 w 1198431"/>
              <a:gd name="connsiteY1" fmla="*/ 663268 h 1636459"/>
              <a:gd name="connsiteX2" fmla="*/ 766187 w 1198431"/>
              <a:gd name="connsiteY2" fmla="*/ 596642 h 1636459"/>
              <a:gd name="connsiteX3" fmla="*/ 722042 w 1198431"/>
              <a:gd name="connsiteY3" fmla="*/ 524644 h 1636459"/>
              <a:gd name="connsiteX4" fmla="*/ 606576 w 1198431"/>
              <a:gd name="connsiteY4" fmla="*/ 638745 h 1636459"/>
              <a:gd name="connsiteX5" fmla="*/ 605519 w 1198431"/>
              <a:gd name="connsiteY5" fmla="*/ 835923 h 1636459"/>
              <a:gd name="connsiteX6" fmla="*/ 549560 w 1198431"/>
              <a:gd name="connsiteY6" fmla="*/ 885999 h 1636459"/>
              <a:gd name="connsiteX7" fmla="*/ 559341 w 1198431"/>
              <a:gd name="connsiteY7" fmla="*/ 604443 h 1636459"/>
              <a:gd name="connsiteX8" fmla="*/ 671901 w 1198431"/>
              <a:gd name="connsiteY8" fmla="*/ 422448 h 1636459"/>
              <a:gd name="connsiteX9" fmla="*/ 600867 w 1198431"/>
              <a:gd name="connsiteY9" fmla="*/ 113642 h 1636459"/>
              <a:gd name="connsiteX10" fmla="*/ 740778 w 1198431"/>
              <a:gd name="connsiteY10" fmla="*/ 1268 h 1636459"/>
              <a:gd name="connsiteX11" fmla="*/ 750854 w 1198431"/>
              <a:gd name="connsiteY11" fmla="*/ 108352 h 1636459"/>
              <a:gd name="connsiteX12" fmla="*/ 746239 w 1198431"/>
              <a:gd name="connsiteY12" fmla="*/ 261798 h 1636459"/>
              <a:gd name="connsiteX13" fmla="*/ 825214 w 1198431"/>
              <a:gd name="connsiteY13" fmla="*/ 433111 h 1636459"/>
              <a:gd name="connsiteX14" fmla="*/ 831255 w 1198431"/>
              <a:gd name="connsiteY14" fmla="*/ 321957 h 1636459"/>
              <a:gd name="connsiteX15" fmla="*/ 750987 w 1198431"/>
              <a:gd name="connsiteY15" fmla="*/ 105589 h 1636459"/>
              <a:gd name="connsiteX16" fmla="*/ 746999 w 1198431"/>
              <a:gd name="connsiteY16" fmla="*/ 100 h 1636459"/>
              <a:gd name="connsiteX17" fmla="*/ 882390 w 1198431"/>
              <a:gd name="connsiteY17" fmla="*/ 98549 h 1636459"/>
              <a:gd name="connsiteX18" fmla="*/ 976244 w 1198431"/>
              <a:gd name="connsiteY18" fmla="*/ 550931 h 1636459"/>
              <a:gd name="connsiteX19" fmla="*/ 1055083 w 1198431"/>
              <a:gd name="connsiteY19" fmla="*/ 524461 h 1636459"/>
              <a:gd name="connsiteX20" fmla="*/ 1122472 w 1198431"/>
              <a:gd name="connsiteY20" fmla="*/ 528399 h 1636459"/>
              <a:gd name="connsiteX21" fmla="*/ 1175459 w 1198431"/>
              <a:gd name="connsiteY21" fmla="*/ 570242 h 1636459"/>
              <a:gd name="connsiteX22" fmla="*/ 1176298 w 1198431"/>
              <a:gd name="connsiteY22" fmla="*/ 707662 h 1636459"/>
              <a:gd name="connsiteX23" fmla="*/ 1066074 w 1198431"/>
              <a:gd name="connsiteY23" fmla="*/ 824518 h 1636459"/>
              <a:gd name="connsiteX24" fmla="*/ 1036052 w 1198431"/>
              <a:gd name="connsiteY24" fmla="*/ 906420 h 1636459"/>
              <a:gd name="connsiteX25" fmla="*/ 748482 w 1198431"/>
              <a:gd name="connsiteY25" fmla="*/ 1179316 h 1636459"/>
              <a:gd name="connsiteX26" fmla="*/ 332193 w 1198431"/>
              <a:gd name="connsiteY26" fmla="*/ 1537823 h 1636459"/>
              <a:gd name="connsiteX27" fmla="*/ 264168 w 1198431"/>
              <a:gd name="connsiteY27" fmla="*/ 1597082 h 1636459"/>
              <a:gd name="connsiteX28" fmla="*/ 166016 w 1198431"/>
              <a:gd name="connsiteY28" fmla="*/ 1627110 h 1636459"/>
              <a:gd name="connsiteX29" fmla="*/ 0 w 1198431"/>
              <a:gd name="connsiteY29" fmla="*/ 1427527 h 1636459"/>
              <a:gd name="connsiteX30" fmla="*/ 42852 w 1198431"/>
              <a:gd name="connsiteY30" fmla="*/ 1387132 h 1636459"/>
              <a:gd name="connsiteX31" fmla="*/ 316027 w 1198431"/>
              <a:gd name="connsiteY31" fmla="*/ 1111403 h 1636459"/>
              <a:gd name="connsiteX32" fmla="*/ 725003 w 1198431"/>
              <a:gd name="connsiteY32" fmla="*/ 721383 h 1636459"/>
              <a:gd name="connsiteX33" fmla="*/ 380698 w 1198431"/>
              <a:gd name="connsiteY33" fmla="*/ 1404003 h 1636459"/>
              <a:gd name="connsiteX34" fmla="*/ 972548 w 1198431"/>
              <a:gd name="connsiteY34" fmla="*/ 859179 h 1636459"/>
              <a:gd name="connsiteX35" fmla="*/ 852229 w 1198431"/>
              <a:gd name="connsiteY35" fmla="*/ 697948 h 1636459"/>
              <a:gd name="connsiteX36" fmla="*/ 251119 w 1198431"/>
              <a:gd name="connsiteY36" fmla="*/ 1266322 h 1636459"/>
              <a:gd name="connsiteX37" fmla="*/ 380698 w 1198431"/>
              <a:gd name="connsiteY37" fmla="*/ 1404003 h 1636459"/>
              <a:gd name="connsiteX38" fmla="*/ 203338 w 1198431"/>
              <a:gd name="connsiteY38" fmla="*/ 1313653 h 1636459"/>
              <a:gd name="connsiteX39" fmla="*/ 71377 w 1198431"/>
              <a:gd name="connsiteY39" fmla="*/ 1435672 h 1636459"/>
              <a:gd name="connsiteX40" fmla="*/ 192242 w 1198431"/>
              <a:gd name="connsiteY40" fmla="*/ 1569610 h 1636459"/>
              <a:gd name="connsiteX41" fmla="*/ 313838 w 1198431"/>
              <a:gd name="connsiteY41" fmla="*/ 1458299 h 1636459"/>
              <a:gd name="connsiteX42" fmla="*/ 203338 w 1198431"/>
              <a:gd name="connsiteY42" fmla="*/ 1313653 h 1636459"/>
              <a:gd name="connsiteX43" fmla="*/ 1005219 w 1198431"/>
              <a:gd name="connsiteY43" fmla="*/ 766774 h 1636459"/>
              <a:gd name="connsiteX44" fmla="*/ 1066255 w 1198431"/>
              <a:gd name="connsiteY44" fmla="*/ 720088 h 1636459"/>
              <a:gd name="connsiteX45" fmla="*/ 1117433 w 1198431"/>
              <a:gd name="connsiteY45" fmla="*/ 666120 h 1636459"/>
              <a:gd name="connsiteX46" fmla="*/ 1119672 w 1198431"/>
              <a:gd name="connsiteY46" fmla="*/ 607695 h 1636459"/>
              <a:gd name="connsiteX47" fmla="*/ 1068122 w 1198431"/>
              <a:gd name="connsiteY47" fmla="*/ 588153 h 1636459"/>
              <a:gd name="connsiteX48" fmla="*/ 1049930 w 1198431"/>
              <a:gd name="connsiteY48" fmla="*/ 592034 h 1636459"/>
              <a:gd name="connsiteX49" fmla="*/ 923171 w 1198431"/>
              <a:gd name="connsiteY49" fmla="*/ 673262 h 1636459"/>
              <a:gd name="connsiteX50" fmla="*/ 1005219 w 1198431"/>
              <a:gd name="connsiteY50" fmla="*/ 766774 h 1636459"/>
              <a:gd name="connsiteX0" fmla="*/ 725003 w 1198431"/>
              <a:gd name="connsiteY0" fmla="*/ 721383 h 1636459"/>
              <a:gd name="connsiteX1" fmla="*/ 773511 w 1198431"/>
              <a:gd name="connsiteY1" fmla="*/ 663268 h 1636459"/>
              <a:gd name="connsiteX2" fmla="*/ 766187 w 1198431"/>
              <a:gd name="connsiteY2" fmla="*/ 596642 h 1636459"/>
              <a:gd name="connsiteX3" fmla="*/ 722042 w 1198431"/>
              <a:gd name="connsiteY3" fmla="*/ 524644 h 1636459"/>
              <a:gd name="connsiteX4" fmla="*/ 606576 w 1198431"/>
              <a:gd name="connsiteY4" fmla="*/ 638745 h 1636459"/>
              <a:gd name="connsiteX5" fmla="*/ 605519 w 1198431"/>
              <a:gd name="connsiteY5" fmla="*/ 835923 h 1636459"/>
              <a:gd name="connsiteX6" fmla="*/ 549560 w 1198431"/>
              <a:gd name="connsiteY6" fmla="*/ 885999 h 1636459"/>
              <a:gd name="connsiteX7" fmla="*/ 559341 w 1198431"/>
              <a:gd name="connsiteY7" fmla="*/ 604443 h 1636459"/>
              <a:gd name="connsiteX8" fmla="*/ 671901 w 1198431"/>
              <a:gd name="connsiteY8" fmla="*/ 422448 h 1636459"/>
              <a:gd name="connsiteX9" fmla="*/ 600867 w 1198431"/>
              <a:gd name="connsiteY9" fmla="*/ 113642 h 1636459"/>
              <a:gd name="connsiteX10" fmla="*/ 740778 w 1198431"/>
              <a:gd name="connsiteY10" fmla="*/ 1268 h 1636459"/>
              <a:gd name="connsiteX11" fmla="*/ 750854 w 1198431"/>
              <a:gd name="connsiteY11" fmla="*/ 108352 h 1636459"/>
              <a:gd name="connsiteX12" fmla="*/ 746239 w 1198431"/>
              <a:gd name="connsiteY12" fmla="*/ 261798 h 1636459"/>
              <a:gd name="connsiteX13" fmla="*/ 825214 w 1198431"/>
              <a:gd name="connsiteY13" fmla="*/ 433111 h 1636459"/>
              <a:gd name="connsiteX14" fmla="*/ 831255 w 1198431"/>
              <a:gd name="connsiteY14" fmla="*/ 321957 h 1636459"/>
              <a:gd name="connsiteX15" fmla="*/ 750987 w 1198431"/>
              <a:gd name="connsiteY15" fmla="*/ 105589 h 1636459"/>
              <a:gd name="connsiteX16" fmla="*/ 746999 w 1198431"/>
              <a:gd name="connsiteY16" fmla="*/ 100 h 1636459"/>
              <a:gd name="connsiteX17" fmla="*/ 882390 w 1198431"/>
              <a:gd name="connsiteY17" fmla="*/ 98549 h 1636459"/>
              <a:gd name="connsiteX18" fmla="*/ 976244 w 1198431"/>
              <a:gd name="connsiteY18" fmla="*/ 550931 h 1636459"/>
              <a:gd name="connsiteX19" fmla="*/ 1055083 w 1198431"/>
              <a:gd name="connsiteY19" fmla="*/ 524461 h 1636459"/>
              <a:gd name="connsiteX20" fmla="*/ 1122472 w 1198431"/>
              <a:gd name="connsiteY20" fmla="*/ 528399 h 1636459"/>
              <a:gd name="connsiteX21" fmla="*/ 1175459 w 1198431"/>
              <a:gd name="connsiteY21" fmla="*/ 570242 h 1636459"/>
              <a:gd name="connsiteX22" fmla="*/ 1176298 w 1198431"/>
              <a:gd name="connsiteY22" fmla="*/ 707662 h 1636459"/>
              <a:gd name="connsiteX23" fmla="*/ 1066074 w 1198431"/>
              <a:gd name="connsiteY23" fmla="*/ 824518 h 1636459"/>
              <a:gd name="connsiteX24" fmla="*/ 1036052 w 1198431"/>
              <a:gd name="connsiteY24" fmla="*/ 906420 h 1636459"/>
              <a:gd name="connsiteX25" fmla="*/ 748482 w 1198431"/>
              <a:gd name="connsiteY25" fmla="*/ 1179316 h 1636459"/>
              <a:gd name="connsiteX26" fmla="*/ 332193 w 1198431"/>
              <a:gd name="connsiteY26" fmla="*/ 1537823 h 1636459"/>
              <a:gd name="connsiteX27" fmla="*/ 264168 w 1198431"/>
              <a:gd name="connsiteY27" fmla="*/ 1597082 h 1636459"/>
              <a:gd name="connsiteX28" fmla="*/ 166016 w 1198431"/>
              <a:gd name="connsiteY28" fmla="*/ 1627110 h 1636459"/>
              <a:gd name="connsiteX29" fmla="*/ 0 w 1198431"/>
              <a:gd name="connsiteY29" fmla="*/ 1427527 h 1636459"/>
              <a:gd name="connsiteX30" fmla="*/ 42852 w 1198431"/>
              <a:gd name="connsiteY30" fmla="*/ 1387132 h 1636459"/>
              <a:gd name="connsiteX31" fmla="*/ 316027 w 1198431"/>
              <a:gd name="connsiteY31" fmla="*/ 1111403 h 1636459"/>
              <a:gd name="connsiteX32" fmla="*/ 725003 w 1198431"/>
              <a:gd name="connsiteY32" fmla="*/ 721383 h 1636459"/>
              <a:gd name="connsiteX33" fmla="*/ 380698 w 1198431"/>
              <a:gd name="connsiteY33" fmla="*/ 1404003 h 1636459"/>
              <a:gd name="connsiteX34" fmla="*/ 972548 w 1198431"/>
              <a:gd name="connsiteY34" fmla="*/ 859179 h 1636459"/>
              <a:gd name="connsiteX35" fmla="*/ 852229 w 1198431"/>
              <a:gd name="connsiteY35" fmla="*/ 697948 h 1636459"/>
              <a:gd name="connsiteX36" fmla="*/ 251119 w 1198431"/>
              <a:gd name="connsiteY36" fmla="*/ 1266322 h 1636459"/>
              <a:gd name="connsiteX37" fmla="*/ 380698 w 1198431"/>
              <a:gd name="connsiteY37" fmla="*/ 1404003 h 1636459"/>
              <a:gd name="connsiteX38" fmla="*/ 203338 w 1198431"/>
              <a:gd name="connsiteY38" fmla="*/ 1313653 h 1636459"/>
              <a:gd name="connsiteX39" fmla="*/ 71377 w 1198431"/>
              <a:gd name="connsiteY39" fmla="*/ 1435672 h 1636459"/>
              <a:gd name="connsiteX40" fmla="*/ 192242 w 1198431"/>
              <a:gd name="connsiteY40" fmla="*/ 1569610 h 1636459"/>
              <a:gd name="connsiteX41" fmla="*/ 313838 w 1198431"/>
              <a:gd name="connsiteY41" fmla="*/ 1458299 h 1636459"/>
              <a:gd name="connsiteX42" fmla="*/ 203338 w 1198431"/>
              <a:gd name="connsiteY42" fmla="*/ 1313653 h 1636459"/>
              <a:gd name="connsiteX43" fmla="*/ 1005219 w 1198431"/>
              <a:gd name="connsiteY43" fmla="*/ 766774 h 1636459"/>
              <a:gd name="connsiteX44" fmla="*/ 1066255 w 1198431"/>
              <a:gd name="connsiteY44" fmla="*/ 720088 h 1636459"/>
              <a:gd name="connsiteX45" fmla="*/ 1117433 w 1198431"/>
              <a:gd name="connsiteY45" fmla="*/ 666120 h 1636459"/>
              <a:gd name="connsiteX46" fmla="*/ 1119672 w 1198431"/>
              <a:gd name="connsiteY46" fmla="*/ 607695 h 1636459"/>
              <a:gd name="connsiteX47" fmla="*/ 1068122 w 1198431"/>
              <a:gd name="connsiteY47" fmla="*/ 588153 h 1636459"/>
              <a:gd name="connsiteX48" fmla="*/ 1049930 w 1198431"/>
              <a:gd name="connsiteY48" fmla="*/ 592034 h 1636459"/>
              <a:gd name="connsiteX49" fmla="*/ 923171 w 1198431"/>
              <a:gd name="connsiteY49" fmla="*/ 673262 h 1636459"/>
              <a:gd name="connsiteX50" fmla="*/ 1005219 w 1198431"/>
              <a:gd name="connsiteY50" fmla="*/ 766774 h 1636459"/>
              <a:gd name="connsiteX0" fmla="*/ 725003 w 1198431"/>
              <a:gd name="connsiteY0" fmla="*/ 720928 h 1636004"/>
              <a:gd name="connsiteX1" fmla="*/ 773511 w 1198431"/>
              <a:gd name="connsiteY1" fmla="*/ 662813 h 1636004"/>
              <a:gd name="connsiteX2" fmla="*/ 766187 w 1198431"/>
              <a:gd name="connsiteY2" fmla="*/ 596187 h 1636004"/>
              <a:gd name="connsiteX3" fmla="*/ 722042 w 1198431"/>
              <a:gd name="connsiteY3" fmla="*/ 524189 h 1636004"/>
              <a:gd name="connsiteX4" fmla="*/ 606576 w 1198431"/>
              <a:gd name="connsiteY4" fmla="*/ 638290 h 1636004"/>
              <a:gd name="connsiteX5" fmla="*/ 605519 w 1198431"/>
              <a:gd name="connsiteY5" fmla="*/ 835468 h 1636004"/>
              <a:gd name="connsiteX6" fmla="*/ 549560 w 1198431"/>
              <a:gd name="connsiteY6" fmla="*/ 885544 h 1636004"/>
              <a:gd name="connsiteX7" fmla="*/ 559341 w 1198431"/>
              <a:gd name="connsiteY7" fmla="*/ 603988 h 1636004"/>
              <a:gd name="connsiteX8" fmla="*/ 671901 w 1198431"/>
              <a:gd name="connsiteY8" fmla="*/ 421993 h 1636004"/>
              <a:gd name="connsiteX9" fmla="*/ 600867 w 1198431"/>
              <a:gd name="connsiteY9" fmla="*/ 113187 h 1636004"/>
              <a:gd name="connsiteX10" fmla="*/ 740778 w 1198431"/>
              <a:gd name="connsiteY10" fmla="*/ 813 h 1636004"/>
              <a:gd name="connsiteX11" fmla="*/ 750854 w 1198431"/>
              <a:gd name="connsiteY11" fmla="*/ 107897 h 1636004"/>
              <a:gd name="connsiteX12" fmla="*/ 746239 w 1198431"/>
              <a:gd name="connsiteY12" fmla="*/ 261343 h 1636004"/>
              <a:gd name="connsiteX13" fmla="*/ 825214 w 1198431"/>
              <a:gd name="connsiteY13" fmla="*/ 432656 h 1636004"/>
              <a:gd name="connsiteX14" fmla="*/ 831255 w 1198431"/>
              <a:gd name="connsiteY14" fmla="*/ 321502 h 1636004"/>
              <a:gd name="connsiteX15" fmla="*/ 750987 w 1198431"/>
              <a:gd name="connsiteY15" fmla="*/ 105134 h 1636004"/>
              <a:gd name="connsiteX16" fmla="*/ 742132 w 1198431"/>
              <a:gd name="connsiteY16" fmla="*/ 103 h 1636004"/>
              <a:gd name="connsiteX17" fmla="*/ 882390 w 1198431"/>
              <a:gd name="connsiteY17" fmla="*/ 98094 h 1636004"/>
              <a:gd name="connsiteX18" fmla="*/ 976244 w 1198431"/>
              <a:gd name="connsiteY18" fmla="*/ 550476 h 1636004"/>
              <a:gd name="connsiteX19" fmla="*/ 1055083 w 1198431"/>
              <a:gd name="connsiteY19" fmla="*/ 524006 h 1636004"/>
              <a:gd name="connsiteX20" fmla="*/ 1122472 w 1198431"/>
              <a:gd name="connsiteY20" fmla="*/ 527944 h 1636004"/>
              <a:gd name="connsiteX21" fmla="*/ 1175459 w 1198431"/>
              <a:gd name="connsiteY21" fmla="*/ 569787 h 1636004"/>
              <a:gd name="connsiteX22" fmla="*/ 1176298 w 1198431"/>
              <a:gd name="connsiteY22" fmla="*/ 707207 h 1636004"/>
              <a:gd name="connsiteX23" fmla="*/ 1066074 w 1198431"/>
              <a:gd name="connsiteY23" fmla="*/ 824063 h 1636004"/>
              <a:gd name="connsiteX24" fmla="*/ 1036052 w 1198431"/>
              <a:gd name="connsiteY24" fmla="*/ 905965 h 1636004"/>
              <a:gd name="connsiteX25" fmla="*/ 748482 w 1198431"/>
              <a:gd name="connsiteY25" fmla="*/ 1178861 h 1636004"/>
              <a:gd name="connsiteX26" fmla="*/ 332193 w 1198431"/>
              <a:gd name="connsiteY26" fmla="*/ 1537368 h 1636004"/>
              <a:gd name="connsiteX27" fmla="*/ 264168 w 1198431"/>
              <a:gd name="connsiteY27" fmla="*/ 1596627 h 1636004"/>
              <a:gd name="connsiteX28" fmla="*/ 166016 w 1198431"/>
              <a:gd name="connsiteY28" fmla="*/ 1626655 h 1636004"/>
              <a:gd name="connsiteX29" fmla="*/ 0 w 1198431"/>
              <a:gd name="connsiteY29" fmla="*/ 1427072 h 1636004"/>
              <a:gd name="connsiteX30" fmla="*/ 42852 w 1198431"/>
              <a:gd name="connsiteY30" fmla="*/ 1386677 h 1636004"/>
              <a:gd name="connsiteX31" fmla="*/ 316027 w 1198431"/>
              <a:gd name="connsiteY31" fmla="*/ 1110948 h 1636004"/>
              <a:gd name="connsiteX32" fmla="*/ 725003 w 1198431"/>
              <a:gd name="connsiteY32" fmla="*/ 720928 h 1636004"/>
              <a:gd name="connsiteX33" fmla="*/ 380698 w 1198431"/>
              <a:gd name="connsiteY33" fmla="*/ 1403548 h 1636004"/>
              <a:gd name="connsiteX34" fmla="*/ 972548 w 1198431"/>
              <a:gd name="connsiteY34" fmla="*/ 858724 h 1636004"/>
              <a:gd name="connsiteX35" fmla="*/ 852229 w 1198431"/>
              <a:gd name="connsiteY35" fmla="*/ 697493 h 1636004"/>
              <a:gd name="connsiteX36" fmla="*/ 251119 w 1198431"/>
              <a:gd name="connsiteY36" fmla="*/ 1265867 h 1636004"/>
              <a:gd name="connsiteX37" fmla="*/ 380698 w 1198431"/>
              <a:gd name="connsiteY37" fmla="*/ 1403548 h 1636004"/>
              <a:gd name="connsiteX38" fmla="*/ 203338 w 1198431"/>
              <a:gd name="connsiteY38" fmla="*/ 1313198 h 1636004"/>
              <a:gd name="connsiteX39" fmla="*/ 71377 w 1198431"/>
              <a:gd name="connsiteY39" fmla="*/ 1435217 h 1636004"/>
              <a:gd name="connsiteX40" fmla="*/ 192242 w 1198431"/>
              <a:gd name="connsiteY40" fmla="*/ 1569155 h 1636004"/>
              <a:gd name="connsiteX41" fmla="*/ 313838 w 1198431"/>
              <a:gd name="connsiteY41" fmla="*/ 1457844 h 1636004"/>
              <a:gd name="connsiteX42" fmla="*/ 203338 w 1198431"/>
              <a:gd name="connsiteY42" fmla="*/ 1313198 h 1636004"/>
              <a:gd name="connsiteX43" fmla="*/ 1005219 w 1198431"/>
              <a:gd name="connsiteY43" fmla="*/ 766319 h 1636004"/>
              <a:gd name="connsiteX44" fmla="*/ 1066255 w 1198431"/>
              <a:gd name="connsiteY44" fmla="*/ 719633 h 1636004"/>
              <a:gd name="connsiteX45" fmla="*/ 1117433 w 1198431"/>
              <a:gd name="connsiteY45" fmla="*/ 665665 h 1636004"/>
              <a:gd name="connsiteX46" fmla="*/ 1119672 w 1198431"/>
              <a:gd name="connsiteY46" fmla="*/ 607240 h 1636004"/>
              <a:gd name="connsiteX47" fmla="*/ 1068122 w 1198431"/>
              <a:gd name="connsiteY47" fmla="*/ 587698 h 1636004"/>
              <a:gd name="connsiteX48" fmla="*/ 1049930 w 1198431"/>
              <a:gd name="connsiteY48" fmla="*/ 591579 h 1636004"/>
              <a:gd name="connsiteX49" fmla="*/ 923171 w 1198431"/>
              <a:gd name="connsiteY49" fmla="*/ 672807 h 1636004"/>
              <a:gd name="connsiteX50" fmla="*/ 1005219 w 1198431"/>
              <a:gd name="connsiteY50" fmla="*/ 766319 h 1636004"/>
              <a:gd name="connsiteX0" fmla="*/ 725003 w 1198431"/>
              <a:gd name="connsiteY0" fmla="*/ 720137 h 1635213"/>
              <a:gd name="connsiteX1" fmla="*/ 773511 w 1198431"/>
              <a:gd name="connsiteY1" fmla="*/ 662022 h 1635213"/>
              <a:gd name="connsiteX2" fmla="*/ 766187 w 1198431"/>
              <a:gd name="connsiteY2" fmla="*/ 595396 h 1635213"/>
              <a:gd name="connsiteX3" fmla="*/ 722042 w 1198431"/>
              <a:gd name="connsiteY3" fmla="*/ 523398 h 1635213"/>
              <a:gd name="connsiteX4" fmla="*/ 606576 w 1198431"/>
              <a:gd name="connsiteY4" fmla="*/ 637499 h 1635213"/>
              <a:gd name="connsiteX5" fmla="*/ 605519 w 1198431"/>
              <a:gd name="connsiteY5" fmla="*/ 834677 h 1635213"/>
              <a:gd name="connsiteX6" fmla="*/ 549560 w 1198431"/>
              <a:gd name="connsiteY6" fmla="*/ 884753 h 1635213"/>
              <a:gd name="connsiteX7" fmla="*/ 559341 w 1198431"/>
              <a:gd name="connsiteY7" fmla="*/ 603197 h 1635213"/>
              <a:gd name="connsiteX8" fmla="*/ 671901 w 1198431"/>
              <a:gd name="connsiteY8" fmla="*/ 421202 h 1635213"/>
              <a:gd name="connsiteX9" fmla="*/ 600867 w 1198431"/>
              <a:gd name="connsiteY9" fmla="*/ 112396 h 1635213"/>
              <a:gd name="connsiteX10" fmla="*/ 740778 w 1198431"/>
              <a:gd name="connsiteY10" fmla="*/ 22 h 1635213"/>
              <a:gd name="connsiteX11" fmla="*/ 750854 w 1198431"/>
              <a:gd name="connsiteY11" fmla="*/ 107106 h 1635213"/>
              <a:gd name="connsiteX12" fmla="*/ 746239 w 1198431"/>
              <a:gd name="connsiteY12" fmla="*/ 260552 h 1635213"/>
              <a:gd name="connsiteX13" fmla="*/ 825214 w 1198431"/>
              <a:gd name="connsiteY13" fmla="*/ 431865 h 1635213"/>
              <a:gd name="connsiteX14" fmla="*/ 831255 w 1198431"/>
              <a:gd name="connsiteY14" fmla="*/ 320711 h 1635213"/>
              <a:gd name="connsiteX15" fmla="*/ 750987 w 1198431"/>
              <a:gd name="connsiteY15" fmla="*/ 104343 h 1635213"/>
              <a:gd name="connsiteX16" fmla="*/ 735324 w 1198431"/>
              <a:gd name="connsiteY16" fmla="*/ 542 h 1635213"/>
              <a:gd name="connsiteX17" fmla="*/ 882390 w 1198431"/>
              <a:gd name="connsiteY17" fmla="*/ 97303 h 1635213"/>
              <a:gd name="connsiteX18" fmla="*/ 976244 w 1198431"/>
              <a:gd name="connsiteY18" fmla="*/ 549685 h 1635213"/>
              <a:gd name="connsiteX19" fmla="*/ 1055083 w 1198431"/>
              <a:gd name="connsiteY19" fmla="*/ 523215 h 1635213"/>
              <a:gd name="connsiteX20" fmla="*/ 1122472 w 1198431"/>
              <a:gd name="connsiteY20" fmla="*/ 527153 h 1635213"/>
              <a:gd name="connsiteX21" fmla="*/ 1175459 w 1198431"/>
              <a:gd name="connsiteY21" fmla="*/ 568996 h 1635213"/>
              <a:gd name="connsiteX22" fmla="*/ 1176298 w 1198431"/>
              <a:gd name="connsiteY22" fmla="*/ 706416 h 1635213"/>
              <a:gd name="connsiteX23" fmla="*/ 1066074 w 1198431"/>
              <a:gd name="connsiteY23" fmla="*/ 823272 h 1635213"/>
              <a:gd name="connsiteX24" fmla="*/ 1036052 w 1198431"/>
              <a:gd name="connsiteY24" fmla="*/ 905174 h 1635213"/>
              <a:gd name="connsiteX25" fmla="*/ 748482 w 1198431"/>
              <a:gd name="connsiteY25" fmla="*/ 1178070 h 1635213"/>
              <a:gd name="connsiteX26" fmla="*/ 332193 w 1198431"/>
              <a:gd name="connsiteY26" fmla="*/ 1536577 h 1635213"/>
              <a:gd name="connsiteX27" fmla="*/ 264168 w 1198431"/>
              <a:gd name="connsiteY27" fmla="*/ 1595836 h 1635213"/>
              <a:gd name="connsiteX28" fmla="*/ 166016 w 1198431"/>
              <a:gd name="connsiteY28" fmla="*/ 1625864 h 1635213"/>
              <a:gd name="connsiteX29" fmla="*/ 0 w 1198431"/>
              <a:gd name="connsiteY29" fmla="*/ 1426281 h 1635213"/>
              <a:gd name="connsiteX30" fmla="*/ 42852 w 1198431"/>
              <a:gd name="connsiteY30" fmla="*/ 1385886 h 1635213"/>
              <a:gd name="connsiteX31" fmla="*/ 316027 w 1198431"/>
              <a:gd name="connsiteY31" fmla="*/ 1110157 h 1635213"/>
              <a:gd name="connsiteX32" fmla="*/ 725003 w 1198431"/>
              <a:gd name="connsiteY32" fmla="*/ 720137 h 1635213"/>
              <a:gd name="connsiteX33" fmla="*/ 380698 w 1198431"/>
              <a:gd name="connsiteY33" fmla="*/ 1402757 h 1635213"/>
              <a:gd name="connsiteX34" fmla="*/ 972548 w 1198431"/>
              <a:gd name="connsiteY34" fmla="*/ 857933 h 1635213"/>
              <a:gd name="connsiteX35" fmla="*/ 852229 w 1198431"/>
              <a:gd name="connsiteY35" fmla="*/ 696702 h 1635213"/>
              <a:gd name="connsiteX36" fmla="*/ 251119 w 1198431"/>
              <a:gd name="connsiteY36" fmla="*/ 1265076 h 1635213"/>
              <a:gd name="connsiteX37" fmla="*/ 380698 w 1198431"/>
              <a:gd name="connsiteY37" fmla="*/ 1402757 h 1635213"/>
              <a:gd name="connsiteX38" fmla="*/ 203338 w 1198431"/>
              <a:gd name="connsiteY38" fmla="*/ 1312407 h 1635213"/>
              <a:gd name="connsiteX39" fmla="*/ 71377 w 1198431"/>
              <a:gd name="connsiteY39" fmla="*/ 1434426 h 1635213"/>
              <a:gd name="connsiteX40" fmla="*/ 192242 w 1198431"/>
              <a:gd name="connsiteY40" fmla="*/ 1568364 h 1635213"/>
              <a:gd name="connsiteX41" fmla="*/ 313838 w 1198431"/>
              <a:gd name="connsiteY41" fmla="*/ 1457053 h 1635213"/>
              <a:gd name="connsiteX42" fmla="*/ 203338 w 1198431"/>
              <a:gd name="connsiteY42" fmla="*/ 1312407 h 1635213"/>
              <a:gd name="connsiteX43" fmla="*/ 1005219 w 1198431"/>
              <a:gd name="connsiteY43" fmla="*/ 765528 h 1635213"/>
              <a:gd name="connsiteX44" fmla="*/ 1066255 w 1198431"/>
              <a:gd name="connsiteY44" fmla="*/ 718842 h 1635213"/>
              <a:gd name="connsiteX45" fmla="*/ 1117433 w 1198431"/>
              <a:gd name="connsiteY45" fmla="*/ 664874 h 1635213"/>
              <a:gd name="connsiteX46" fmla="*/ 1119672 w 1198431"/>
              <a:gd name="connsiteY46" fmla="*/ 606449 h 1635213"/>
              <a:gd name="connsiteX47" fmla="*/ 1068122 w 1198431"/>
              <a:gd name="connsiteY47" fmla="*/ 586907 h 1635213"/>
              <a:gd name="connsiteX48" fmla="*/ 1049930 w 1198431"/>
              <a:gd name="connsiteY48" fmla="*/ 590788 h 1635213"/>
              <a:gd name="connsiteX49" fmla="*/ 923171 w 1198431"/>
              <a:gd name="connsiteY49" fmla="*/ 672016 h 1635213"/>
              <a:gd name="connsiteX50" fmla="*/ 1005219 w 1198431"/>
              <a:gd name="connsiteY50" fmla="*/ 765528 h 1635213"/>
              <a:gd name="connsiteX0" fmla="*/ 725003 w 1198431"/>
              <a:gd name="connsiteY0" fmla="*/ 720141 h 1635217"/>
              <a:gd name="connsiteX1" fmla="*/ 773511 w 1198431"/>
              <a:gd name="connsiteY1" fmla="*/ 662026 h 1635217"/>
              <a:gd name="connsiteX2" fmla="*/ 766187 w 1198431"/>
              <a:gd name="connsiteY2" fmla="*/ 595400 h 1635217"/>
              <a:gd name="connsiteX3" fmla="*/ 722042 w 1198431"/>
              <a:gd name="connsiteY3" fmla="*/ 523402 h 1635217"/>
              <a:gd name="connsiteX4" fmla="*/ 606576 w 1198431"/>
              <a:gd name="connsiteY4" fmla="*/ 637503 h 1635217"/>
              <a:gd name="connsiteX5" fmla="*/ 605519 w 1198431"/>
              <a:gd name="connsiteY5" fmla="*/ 834681 h 1635217"/>
              <a:gd name="connsiteX6" fmla="*/ 549560 w 1198431"/>
              <a:gd name="connsiteY6" fmla="*/ 884757 h 1635217"/>
              <a:gd name="connsiteX7" fmla="*/ 559341 w 1198431"/>
              <a:gd name="connsiteY7" fmla="*/ 603201 h 1635217"/>
              <a:gd name="connsiteX8" fmla="*/ 671901 w 1198431"/>
              <a:gd name="connsiteY8" fmla="*/ 421206 h 1635217"/>
              <a:gd name="connsiteX9" fmla="*/ 600867 w 1198431"/>
              <a:gd name="connsiteY9" fmla="*/ 112400 h 1635217"/>
              <a:gd name="connsiteX10" fmla="*/ 740778 w 1198431"/>
              <a:gd name="connsiteY10" fmla="*/ 26 h 1635217"/>
              <a:gd name="connsiteX11" fmla="*/ 750854 w 1198431"/>
              <a:gd name="connsiteY11" fmla="*/ 107110 h 1635217"/>
              <a:gd name="connsiteX12" fmla="*/ 746239 w 1198431"/>
              <a:gd name="connsiteY12" fmla="*/ 260556 h 1635217"/>
              <a:gd name="connsiteX13" fmla="*/ 825214 w 1198431"/>
              <a:gd name="connsiteY13" fmla="*/ 431869 h 1635217"/>
              <a:gd name="connsiteX14" fmla="*/ 831255 w 1198431"/>
              <a:gd name="connsiteY14" fmla="*/ 320715 h 1635217"/>
              <a:gd name="connsiteX15" fmla="*/ 750987 w 1198431"/>
              <a:gd name="connsiteY15" fmla="*/ 104347 h 1635217"/>
              <a:gd name="connsiteX16" fmla="*/ 747805 w 1198431"/>
              <a:gd name="connsiteY16" fmla="*/ 108 h 1635217"/>
              <a:gd name="connsiteX17" fmla="*/ 882390 w 1198431"/>
              <a:gd name="connsiteY17" fmla="*/ 97307 h 1635217"/>
              <a:gd name="connsiteX18" fmla="*/ 976244 w 1198431"/>
              <a:gd name="connsiteY18" fmla="*/ 549689 h 1635217"/>
              <a:gd name="connsiteX19" fmla="*/ 1055083 w 1198431"/>
              <a:gd name="connsiteY19" fmla="*/ 523219 h 1635217"/>
              <a:gd name="connsiteX20" fmla="*/ 1122472 w 1198431"/>
              <a:gd name="connsiteY20" fmla="*/ 527157 h 1635217"/>
              <a:gd name="connsiteX21" fmla="*/ 1175459 w 1198431"/>
              <a:gd name="connsiteY21" fmla="*/ 569000 h 1635217"/>
              <a:gd name="connsiteX22" fmla="*/ 1176298 w 1198431"/>
              <a:gd name="connsiteY22" fmla="*/ 706420 h 1635217"/>
              <a:gd name="connsiteX23" fmla="*/ 1066074 w 1198431"/>
              <a:gd name="connsiteY23" fmla="*/ 823276 h 1635217"/>
              <a:gd name="connsiteX24" fmla="*/ 1036052 w 1198431"/>
              <a:gd name="connsiteY24" fmla="*/ 905178 h 1635217"/>
              <a:gd name="connsiteX25" fmla="*/ 748482 w 1198431"/>
              <a:gd name="connsiteY25" fmla="*/ 1178074 h 1635217"/>
              <a:gd name="connsiteX26" fmla="*/ 332193 w 1198431"/>
              <a:gd name="connsiteY26" fmla="*/ 1536581 h 1635217"/>
              <a:gd name="connsiteX27" fmla="*/ 264168 w 1198431"/>
              <a:gd name="connsiteY27" fmla="*/ 1595840 h 1635217"/>
              <a:gd name="connsiteX28" fmla="*/ 166016 w 1198431"/>
              <a:gd name="connsiteY28" fmla="*/ 1625868 h 1635217"/>
              <a:gd name="connsiteX29" fmla="*/ 0 w 1198431"/>
              <a:gd name="connsiteY29" fmla="*/ 1426285 h 1635217"/>
              <a:gd name="connsiteX30" fmla="*/ 42852 w 1198431"/>
              <a:gd name="connsiteY30" fmla="*/ 1385890 h 1635217"/>
              <a:gd name="connsiteX31" fmla="*/ 316027 w 1198431"/>
              <a:gd name="connsiteY31" fmla="*/ 1110161 h 1635217"/>
              <a:gd name="connsiteX32" fmla="*/ 725003 w 1198431"/>
              <a:gd name="connsiteY32" fmla="*/ 720141 h 1635217"/>
              <a:gd name="connsiteX33" fmla="*/ 380698 w 1198431"/>
              <a:gd name="connsiteY33" fmla="*/ 1402761 h 1635217"/>
              <a:gd name="connsiteX34" fmla="*/ 972548 w 1198431"/>
              <a:gd name="connsiteY34" fmla="*/ 857937 h 1635217"/>
              <a:gd name="connsiteX35" fmla="*/ 852229 w 1198431"/>
              <a:gd name="connsiteY35" fmla="*/ 696706 h 1635217"/>
              <a:gd name="connsiteX36" fmla="*/ 251119 w 1198431"/>
              <a:gd name="connsiteY36" fmla="*/ 1265080 h 1635217"/>
              <a:gd name="connsiteX37" fmla="*/ 380698 w 1198431"/>
              <a:gd name="connsiteY37" fmla="*/ 1402761 h 1635217"/>
              <a:gd name="connsiteX38" fmla="*/ 203338 w 1198431"/>
              <a:gd name="connsiteY38" fmla="*/ 1312411 h 1635217"/>
              <a:gd name="connsiteX39" fmla="*/ 71377 w 1198431"/>
              <a:gd name="connsiteY39" fmla="*/ 1434430 h 1635217"/>
              <a:gd name="connsiteX40" fmla="*/ 192242 w 1198431"/>
              <a:gd name="connsiteY40" fmla="*/ 1568368 h 1635217"/>
              <a:gd name="connsiteX41" fmla="*/ 313838 w 1198431"/>
              <a:gd name="connsiteY41" fmla="*/ 1457057 h 1635217"/>
              <a:gd name="connsiteX42" fmla="*/ 203338 w 1198431"/>
              <a:gd name="connsiteY42" fmla="*/ 1312411 h 1635217"/>
              <a:gd name="connsiteX43" fmla="*/ 1005219 w 1198431"/>
              <a:gd name="connsiteY43" fmla="*/ 765532 h 1635217"/>
              <a:gd name="connsiteX44" fmla="*/ 1066255 w 1198431"/>
              <a:gd name="connsiteY44" fmla="*/ 718846 h 1635217"/>
              <a:gd name="connsiteX45" fmla="*/ 1117433 w 1198431"/>
              <a:gd name="connsiteY45" fmla="*/ 664878 h 1635217"/>
              <a:gd name="connsiteX46" fmla="*/ 1119672 w 1198431"/>
              <a:gd name="connsiteY46" fmla="*/ 606453 h 1635217"/>
              <a:gd name="connsiteX47" fmla="*/ 1068122 w 1198431"/>
              <a:gd name="connsiteY47" fmla="*/ 586911 h 1635217"/>
              <a:gd name="connsiteX48" fmla="*/ 1049930 w 1198431"/>
              <a:gd name="connsiteY48" fmla="*/ 590792 h 1635217"/>
              <a:gd name="connsiteX49" fmla="*/ 923171 w 1198431"/>
              <a:gd name="connsiteY49" fmla="*/ 672020 h 1635217"/>
              <a:gd name="connsiteX50" fmla="*/ 1005219 w 1198431"/>
              <a:gd name="connsiteY50" fmla="*/ 765532 h 1635217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5214 w 1198431"/>
              <a:gd name="connsiteY13" fmla="*/ 43260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57110 w 1198431"/>
              <a:gd name="connsiteY13" fmla="*/ 570235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76990 w 1198431"/>
              <a:gd name="connsiteY13" fmla="*/ 584031 h 1635949"/>
              <a:gd name="connsiteX14" fmla="*/ 831255 w 1198431"/>
              <a:gd name="connsiteY14" fmla="*/ 321447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76990 w 1198431"/>
              <a:gd name="connsiteY13" fmla="*/ 584031 h 1635949"/>
              <a:gd name="connsiteX14" fmla="*/ 842846 w 1198431"/>
              <a:gd name="connsiteY14" fmla="*/ 320721 h 1635949"/>
              <a:gd name="connsiteX15" fmla="*/ 750987 w 1198431"/>
              <a:gd name="connsiteY15" fmla="*/ 105079 h 1635949"/>
              <a:gd name="connsiteX16" fmla="*/ 747805 w 1198431"/>
              <a:gd name="connsiteY16" fmla="*/ 840 h 1635949"/>
              <a:gd name="connsiteX17" fmla="*/ 882390 w 1198431"/>
              <a:gd name="connsiteY17" fmla="*/ 98039 h 1635949"/>
              <a:gd name="connsiteX18" fmla="*/ 976244 w 1198431"/>
              <a:gd name="connsiteY18" fmla="*/ 550421 h 1635949"/>
              <a:gd name="connsiteX19" fmla="*/ 1055083 w 1198431"/>
              <a:gd name="connsiteY19" fmla="*/ 523951 h 1635949"/>
              <a:gd name="connsiteX20" fmla="*/ 1122472 w 1198431"/>
              <a:gd name="connsiteY20" fmla="*/ 527889 h 1635949"/>
              <a:gd name="connsiteX21" fmla="*/ 1175459 w 1198431"/>
              <a:gd name="connsiteY21" fmla="*/ 569732 h 1635949"/>
              <a:gd name="connsiteX22" fmla="*/ 1176298 w 1198431"/>
              <a:gd name="connsiteY22" fmla="*/ 707152 h 1635949"/>
              <a:gd name="connsiteX23" fmla="*/ 1066074 w 1198431"/>
              <a:gd name="connsiteY23" fmla="*/ 824008 h 1635949"/>
              <a:gd name="connsiteX24" fmla="*/ 1036052 w 1198431"/>
              <a:gd name="connsiteY24" fmla="*/ 905910 h 1635949"/>
              <a:gd name="connsiteX25" fmla="*/ 748482 w 1198431"/>
              <a:gd name="connsiteY25" fmla="*/ 1178806 h 1635949"/>
              <a:gd name="connsiteX26" fmla="*/ 332193 w 1198431"/>
              <a:gd name="connsiteY26" fmla="*/ 1537313 h 1635949"/>
              <a:gd name="connsiteX27" fmla="*/ 264168 w 1198431"/>
              <a:gd name="connsiteY27" fmla="*/ 1596572 h 1635949"/>
              <a:gd name="connsiteX28" fmla="*/ 166016 w 1198431"/>
              <a:gd name="connsiteY28" fmla="*/ 1626600 h 1635949"/>
              <a:gd name="connsiteX29" fmla="*/ 0 w 1198431"/>
              <a:gd name="connsiteY29" fmla="*/ 1427017 h 1635949"/>
              <a:gd name="connsiteX30" fmla="*/ 42852 w 1198431"/>
              <a:gd name="connsiteY30" fmla="*/ 1386622 h 1635949"/>
              <a:gd name="connsiteX31" fmla="*/ 316027 w 1198431"/>
              <a:gd name="connsiteY31" fmla="*/ 1110893 h 1635949"/>
              <a:gd name="connsiteX32" fmla="*/ 725003 w 1198431"/>
              <a:gd name="connsiteY32" fmla="*/ 720873 h 1635949"/>
              <a:gd name="connsiteX33" fmla="*/ 380698 w 1198431"/>
              <a:gd name="connsiteY33" fmla="*/ 1403493 h 1635949"/>
              <a:gd name="connsiteX34" fmla="*/ 972548 w 1198431"/>
              <a:gd name="connsiteY34" fmla="*/ 858669 h 1635949"/>
              <a:gd name="connsiteX35" fmla="*/ 852229 w 1198431"/>
              <a:gd name="connsiteY35" fmla="*/ 697438 h 1635949"/>
              <a:gd name="connsiteX36" fmla="*/ 251119 w 1198431"/>
              <a:gd name="connsiteY36" fmla="*/ 1265812 h 1635949"/>
              <a:gd name="connsiteX37" fmla="*/ 380698 w 1198431"/>
              <a:gd name="connsiteY37" fmla="*/ 1403493 h 1635949"/>
              <a:gd name="connsiteX38" fmla="*/ 203338 w 1198431"/>
              <a:gd name="connsiteY38" fmla="*/ 1313143 h 1635949"/>
              <a:gd name="connsiteX39" fmla="*/ 71377 w 1198431"/>
              <a:gd name="connsiteY39" fmla="*/ 1435162 h 1635949"/>
              <a:gd name="connsiteX40" fmla="*/ 192242 w 1198431"/>
              <a:gd name="connsiteY40" fmla="*/ 1569100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3367 w 1198431"/>
              <a:gd name="connsiteY13" fmla="*/ 546963 h 1635949"/>
              <a:gd name="connsiteX14" fmla="*/ 876990 w 1198431"/>
              <a:gd name="connsiteY14" fmla="*/ 584031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23367 w 1198431"/>
              <a:gd name="connsiteY13" fmla="*/ 546963 h 1635949"/>
              <a:gd name="connsiteX14" fmla="*/ 887731 w 1198431"/>
              <a:gd name="connsiteY14" fmla="*/ 574276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7731 w 1198431"/>
              <a:gd name="connsiteY14" fmla="*/ 574276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192242 w 1198431"/>
              <a:gd name="connsiteY41" fmla="*/ 1569100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307027 w 1198431"/>
              <a:gd name="connsiteY41" fmla="*/ 1485068 h 1635949"/>
              <a:gd name="connsiteX42" fmla="*/ 313838 w 1198431"/>
              <a:gd name="connsiteY42" fmla="*/ 1457789 h 1635949"/>
              <a:gd name="connsiteX43" fmla="*/ 203338 w 1198431"/>
              <a:gd name="connsiteY43" fmla="*/ 1313143 h 1635949"/>
              <a:gd name="connsiteX44" fmla="*/ 1005219 w 1198431"/>
              <a:gd name="connsiteY44" fmla="*/ 766264 h 1635949"/>
              <a:gd name="connsiteX45" fmla="*/ 1066255 w 1198431"/>
              <a:gd name="connsiteY45" fmla="*/ 719578 h 1635949"/>
              <a:gd name="connsiteX46" fmla="*/ 1117433 w 1198431"/>
              <a:gd name="connsiteY46" fmla="*/ 665610 h 1635949"/>
              <a:gd name="connsiteX47" fmla="*/ 1119672 w 1198431"/>
              <a:gd name="connsiteY47" fmla="*/ 607185 h 1635949"/>
              <a:gd name="connsiteX48" fmla="*/ 1068122 w 1198431"/>
              <a:gd name="connsiteY48" fmla="*/ 587643 h 1635949"/>
              <a:gd name="connsiteX49" fmla="*/ 1049930 w 1198431"/>
              <a:gd name="connsiteY49" fmla="*/ 591524 h 1635949"/>
              <a:gd name="connsiteX50" fmla="*/ 923171 w 1198431"/>
              <a:gd name="connsiteY50" fmla="*/ 672752 h 1635949"/>
              <a:gd name="connsiteX51" fmla="*/ 1005219 w 1198431"/>
              <a:gd name="connsiteY51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313838 w 1198431"/>
              <a:gd name="connsiteY41" fmla="*/ 1457789 h 1635949"/>
              <a:gd name="connsiteX42" fmla="*/ 203338 w 1198431"/>
              <a:gd name="connsiteY42" fmla="*/ 1313143 h 1635949"/>
              <a:gd name="connsiteX43" fmla="*/ 1005219 w 1198431"/>
              <a:gd name="connsiteY43" fmla="*/ 766264 h 1635949"/>
              <a:gd name="connsiteX44" fmla="*/ 1066255 w 1198431"/>
              <a:gd name="connsiteY44" fmla="*/ 719578 h 1635949"/>
              <a:gd name="connsiteX45" fmla="*/ 1117433 w 1198431"/>
              <a:gd name="connsiteY45" fmla="*/ 665610 h 1635949"/>
              <a:gd name="connsiteX46" fmla="*/ 1119672 w 1198431"/>
              <a:gd name="connsiteY46" fmla="*/ 607185 h 1635949"/>
              <a:gd name="connsiteX47" fmla="*/ 1068122 w 1198431"/>
              <a:gd name="connsiteY47" fmla="*/ 587643 h 1635949"/>
              <a:gd name="connsiteX48" fmla="*/ 1049930 w 1198431"/>
              <a:gd name="connsiteY48" fmla="*/ 591524 h 1635949"/>
              <a:gd name="connsiteX49" fmla="*/ 923171 w 1198431"/>
              <a:gd name="connsiteY49" fmla="*/ 672752 h 1635949"/>
              <a:gd name="connsiteX50" fmla="*/ 1005219 w 1198431"/>
              <a:gd name="connsiteY50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203338 w 1198431"/>
              <a:gd name="connsiteY39" fmla="*/ 1313143 h 1635949"/>
              <a:gd name="connsiteX40" fmla="*/ 71377 w 1198431"/>
              <a:gd name="connsiteY40" fmla="*/ 1435162 h 1635949"/>
              <a:gd name="connsiteX41" fmla="*/ 203338 w 1198431"/>
              <a:gd name="connsiteY41" fmla="*/ 1313143 h 1635949"/>
              <a:gd name="connsiteX42" fmla="*/ 1005219 w 1198431"/>
              <a:gd name="connsiteY42" fmla="*/ 766264 h 1635949"/>
              <a:gd name="connsiteX43" fmla="*/ 1066255 w 1198431"/>
              <a:gd name="connsiteY43" fmla="*/ 719578 h 1635949"/>
              <a:gd name="connsiteX44" fmla="*/ 1117433 w 1198431"/>
              <a:gd name="connsiteY44" fmla="*/ 665610 h 1635949"/>
              <a:gd name="connsiteX45" fmla="*/ 1119672 w 1198431"/>
              <a:gd name="connsiteY45" fmla="*/ 607185 h 1635949"/>
              <a:gd name="connsiteX46" fmla="*/ 1068122 w 1198431"/>
              <a:gd name="connsiteY46" fmla="*/ 587643 h 1635949"/>
              <a:gd name="connsiteX47" fmla="*/ 1049930 w 1198431"/>
              <a:gd name="connsiteY47" fmla="*/ 591524 h 1635949"/>
              <a:gd name="connsiteX48" fmla="*/ 923171 w 1198431"/>
              <a:gd name="connsiteY48" fmla="*/ 672752 h 1635949"/>
              <a:gd name="connsiteX49" fmla="*/ 1005219 w 1198431"/>
              <a:gd name="connsiteY49" fmla="*/ 766264 h 1635949"/>
              <a:gd name="connsiteX0" fmla="*/ 725003 w 1198431"/>
              <a:gd name="connsiteY0" fmla="*/ 720873 h 1635949"/>
              <a:gd name="connsiteX1" fmla="*/ 773511 w 1198431"/>
              <a:gd name="connsiteY1" fmla="*/ 662758 h 1635949"/>
              <a:gd name="connsiteX2" fmla="*/ 766187 w 1198431"/>
              <a:gd name="connsiteY2" fmla="*/ 596132 h 1635949"/>
              <a:gd name="connsiteX3" fmla="*/ 722042 w 1198431"/>
              <a:gd name="connsiteY3" fmla="*/ 524134 h 1635949"/>
              <a:gd name="connsiteX4" fmla="*/ 606576 w 1198431"/>
              <a:gd name="connsiteY4" fmla="*/ 638235 h 1635949"/>
              <a:gd name="connsiteX5" fmla="*/ 605519 w 1198431"/>
              <a:gd name="connsiteY5" fmla="*/ 835413 h 1635949"/>
              <a:gd name="connsiteX6" fmla="*/ 549560 w 1198431"/>
              <a:gd name="connsiteY6" fmla="*/ 885489 h 1635949"/>
              <a:gd name="connsiteX7" fmla="*/ 559341 w 1198431"/>
              <a:gd name="connsiteY7" fmla="*/ 603933 h 1635949"/>
              <a:gd name="connsiteX8" fmla="*/ 671901 w 1198431"/>
              <a:gd name="connsiteY8" fmla="*/ 421938 h 1635949"/>
              <a:gd name="connsiteX9" fmla="*/ 600867 w 1198431"/>
              <a:gd name="connsiteY9" fmla="*/ 113132 h 1635949"/>
              <a:gd name="connsiteX10" fmla="*/ 747043 w 1198431"/>
              <a:gd name="connsiteY10" fmla="*/ 21 h 1635949"/>
              <a:gd name="connsiteX11" fmla="*/ 750854 w 1198431"/>
              <a:gd name="connsiteY11" fmla="*/ 107842 h 1635949"/>
              <a:gd name="connsiteX12" fmla="*/ 746239 w 1198431"/>
              <a:gd name="connsiteY12" fmla="*/ 261288 h 1635949"/>
              <a:gd name="connsiteX13" fmla="*/ 815051 w 1198431"/>
              <a:gd name="connsiteY13" fmla="*/ 586365 h 1635949"/>
              <a:gd name="connsiteX14" fmla="*/ 888333 w 1198431"/>
              <a:gd name="connsiteY14" fmla="*/ 588429 h 1635949"/>
              <a:gd name="connsiteX15" fmla="*/ 842846 w 1198431"/>
              <a:gd name="connsiteY15" fmla="*/ 320721 h 1635949"/>
              <a:gd name="connsiteX16" fmla="*/ 750987 w 1198431"/>
              <a:gd name="connsiteY16" fmla="*/ 105079 h 1635949"/>
              <a:gd name="connsiteX17" fmla="*/ 747805 w 1198431"/>
              <a:gd name="connsiteY17" fmla="*/ 840 h 1635949"/>
              <a:gd name="connsiteX18" fmla="*/ 882390 w 1198431"/>
              <a:gd name="connsiteY18" fmla="*/ 98039 h 1635949"/>
              <a:gd name="connsiteX19" fmla="*/ 976244 w 1198431"/>
              <a:gd name="connsiteY19" fmla="*/ 550421 h 1635949"/>
              <a:gd name="connsiteX20" fmla="*/ 1055083 w 1198431"/>
              <a:gd name="connsiteY20" fmla="*/ 523951 h 1635949"/>
              <a:gd name="connsiteX21" fmla="*/ 1122472 w 1198431"/>
              <a:gd name="connsiteY21" fmla="*/ 527889 h 1635949"/>
              <a:gd name="connsiteX22" fmla="*/ 1175459 w 1198431"/>
              <a:gd name="connsiteY22" fmla="*/ 569732 h 1635949"/>
              <a:gd name="connsiteX23" fmla="*/ 1176298 w 1198431"/>
              <a:gd name="connsiteY23" fmla="*/ 707152 h 1635949"/>
              <a:gd name="connsiteX24" fmla="*/ 1066074 w 1198431"/>
              <a:gd name="connsiteY24" fmla="*/ 824008 h 1635949"/>
              <a:gd name="connsiteX25" fmla="*/ 1036052 w 1198431"/>
              <a:gd name="connsiteY25" fmla="*/ 905910 h 1635949"/>
              <a:gd name="connsiteX26" fmla="*/ 748482 w 1198431"/>
              <a:gd name="connsiteY26" fmla="*/ 1178806 h 1635949"/>
              <a:gd name="connsiteX27" fmla="*/ 332193 w 1198431"/>
              <a:gd name="connsiteY27" fmla="*/ 1537313 h 1635949"/>
              <a:gd name="connsiteX28" fmla="*/ 264168 w 1198431"/>
              <a:gd name="connsiteY28" fmla="*/ 1596572 h 1635949"/>
              <a:gd name="connsiteX29" fmla="*/ 166016 w 1198431"/>
              <a:gd name="connsiteY29" fmla="*/ 1626600 h 1635949"/>
              <a:gd name="connsiteX30" fmla="*/ 0 w 1198431"/>
              <a:gd name="connsiteY30" fmla="*/ 1427017 h 1635949"/>
              <a:gd name="connsiteX31" fmla="*/ 42852 w 1198431"/>
              <a:gd name="connsiteY31" fmla="*/ 1386622 h 1635949"/>
              <a:gd name="connsiteX32" fmla="*/ 316027 w 1198431"/>
              <a:gd name="connsiteY32" fmla="*/ 1110893 h 1635949"/>
              <a:gd name="connsiteX33" fmla="*/ 725003 w 1198431"/>
              <a:gd name="connsiteY33" fmla="*/ 720873 h 1635949"/>
              <a:gd name="connsiteX34" fmla="*/ 380698 w 1198431"/>
              <a:gd name="connsiteY34" fmla="*/ 1403493 h 1635949"/>
              <a:gd name="connsiteX35" fmla="*/ 972548 w 1198431"/>
              <a:gd name="connsiteY35" fmla="*/ 858669 h 1635949"/>
              <a:gd name="connsiteX36" fmla="*/ 852229 w 1198431"/>
              <a:gd name="connsiteY36" fmla="*/ 697438 h 1635949"/>
              <a:gd name="connsiteX37" fmla="*/ 251119 w 1198431"/>
              <a:gd name="connsiteY37" fmla="*/ 1265812 h 1635949"/>
              <a:gd name="connsiteX38" fmla="*/ 380698 w 1198431"/>
              <a:gd name="connsiteY38" fmla="*/ 1403493 h 1635949"/>
              <a:gd name="connsiteX39" fmla="*/ 1005219 w 1198431"/>
              <a:gd name="connsiteY39" fmla="*/ 766264 h 1635949"/>
              <a:gd name="connsiteX40" fmla="*/ 1066255 w 1198431"/>
              <a:gd name="connsiteY40" fmla="*/ 719578 h 1635949"/>
              <a:gd name="connsiteX41" fmla="*/ 1117433 w 1198431"/>
              <a:gd name="connsiteY41" fmla="*/ 665610 h 1635949"/>
              <a:gd name="connsiteX42" fmla="*/ 1119672 w 1198431"/>
              <a:gd name="connsiteY42" fmla="*/ 607185 h 1635949"/>
              <a:gd name="connsiteX43" fmla="*/ 1068122 w 1198431"/>
              <a:gd name="connsiteY43" fmla="*/ 587643 h 1635949"/>
              <a:gd name="connsiteX44" fmla="*/ 1049930 w 1198431"/>
              <a:gd name="connsiteY44" fmla="*/ 591524 h 1635949"/>
              <a:gd name="connsiteX45" fmla="*/ 923171 w 1198431"/>
              <a:gd name="connsiteY45" fmla="*/ 672752 h 1635949"/>
              <a:gd name="connsiteX46" fmla="*/ 1005219 w 1198431"/>
              <a:gd name="connsiteY46" fmla="*/ 766264 h 1635949"/>
              <a:gd name="connsiteX0" fmla="*/ 725003 w 1198431"/>
              <a:gd name="connsiteY0" fmla="*/ 720873 h 1638977"/>
              <a:gd name="connsiteX1" fmla="*/ 773511 w 1198431"/>
              <a:gd name="connsiteY1" fmla="*/ 662758 h 1638977"/>
              <a:gd name="connsiteX2" fmla="*/ 766187 w 1198431"/>
              <a:gd name="connsiteY2" fmla="*/ 596132 h 1638977"/>
              <a:gd name="connsiteX3" fmla="*/ 722042 w 1198431"/>
              <a:gd name="connsiteY3" fmla="*/ 524134 h 1638977"/>
              <a:gd name="connsiteX4" fmla="*/ 606576 w 1198431"/>
              <a:gd name="connsiteY4" fmla="*/ 638235 h 1638977"/>
              <a:gd name="connsiteX5" fmla="*/ 605519 w 1198431"/>
              <a:gd name="connsiteY5" fmla="*/ 835413 h 1638977"/>
              <a:gd name="connsiteX6" fmla="*/ 549560 w 1198431"/>
              <a:gd name="connsiteY6" fmla="*/ 885489 h 1638977"/>
              <a:gd name="connsiteX7" fmla="*/ 559341 w 1198431"/>
              <a:gd name="connsiteY7" fmla="*/ 603933 h 1638977"/>
              <a:gd name="connsiteX8" fmla="*/ 671901 w 1198431"/>
              <a:gd name="connsiteY8" fmla="*/ 421938 h 1638977"/>
              <a:gd name="connsiteX9" fmla="*/ 600867 w 1198431"/>
              <a:gd name="connsiteY9" fmla="*/ 113132 h 1638977"/>
              <a:gd name="connsiteX10" fmla="*/ 747043 w 1198431"/>
              <a:gd name="connsiteY10" fmla="*/ 21 h 1638977"/>
              <a:gd name="connsiteX11" fmla="*/ 750854 w 1198431"/>
              <a:gd name="connsiteY11" fmla="*/ 107842 h 1638977"/>
              <a:gd name="connsiteX12" fmla="*/ 746239 w 1198431"/>
              <a:gd name="connsiteY12" fmla="*/ 261288 h 1638977"/>
              <a:gd name="connsiteX13" fmla="*/ 815051 w 1198431"/>
              <a:gd name="connsiteY13" fmla="*/ 586365 h 1638977"/>
              <a:gd name="connsiteX14" fmla="*/ 888333 w 1198431"/>
              <a:gd name="connsiteY14" fmla="*/ 588429 h 1638977"/>
              <a:gd name="connsiteX15" fmla="*/ 842846 w 1198431"/>
              <a:gd name="connsiteY15" fmla="*/ 320721 h 1638977"/>
              <a:gd name="connsiteX16" fmla="*/ 750987 w 1198431"/>
              <a:gd name="connsiteY16" fmla="*/ 105079 h 1638977"/>
              <a:gd name="connsiteX17" fmla="*/ 747805 w 1198431"/>
              <a:gd name="connsiteY17" fmla="*/ 840 h 1638977"/>
              <a:gd name="connsiteX18" fmla="*/ 882390 w 1198431"/>
              <a:gd name="connsiteY18" fmla="*/ 98039 h 1638977"/>
              <a:gd name="connsiteX19" fmla="*/ 976244 w 1198431"/>
              <a:gd name="connsiteY19" fmla="*/ 550421 h 1638977"/>
              <a:gd name="connsiteX20" fmla="*/ 1055083 w 1198431"/>
              <a:gd name="connsiteY20" fmla="*/ 523951 h 1638977"/>
              <a:gd name="connsiteX21" fmla="*/ 1122472 w 1198431"/>
              <a:gd name="connsiteY21" fmla="*/ 527889 h 1638977"/>
              <a:gd name="connsiteX22" fmla="*/ 1175459 w 1198431"/>
              <a:gd name="connsiteY22" fmla="*/ 569732 h 1638977"/>
              <a:gd name="connsiteX23" fmla="*/ 1176298 w 1198431"/>
              <a:gd name="connsiteY23" fmla="*/ 707152 h 1638977"/>
              <a:gd name="connsiteX24" fmla="*/ 1066074 w 1198431"/>
              <a:gd name="connsiteY24" fmla="*/ 824008 h 1638977"/>
              <a:gd name="connsiteX25" fmla="*/ 1036052 w 1198431"/>
              <a:gd name="connsiteY25" fmla="*/ 905910 h 1638977"/>
              <a:gd name="connsiteX26" fmla="*/ 748482 w 1198431"/>
              <a:gd name="connsiteY26" fmla="*/ 1178806 h 1638977"/>
              <a:gd name="connsiteX27" fmla="*/ 469593 w 1198431"/>
              <a:gd name="connsiteY27" fmla="*/ 1423554 h 1638977"/>
              <a:gd name="connsiteX28" fmla="*/ 264168 w 1198431"/>
              <a:gd name="connsiteY28" fmla="*/ 1596572 h 1638977"/>
              <a:gd name="connsiteX29" fmla="*/ 166016 w 1198431"/>
              <a:gd name="connsiteY29" fmla="*/ 1626600 h 1638977"/>
              <a:gd name="connsiteX30" fmla="*/ 0 w 1198431"/>
              <a:gd name="connsiteY30" fmla="*/ 1427017 h 1638977"/>
              <a:gd name="connsiteX31" fmla="*/ 42852 w 1198431"/>
              <a:gd name="connsiteY31" fmla="*/ 1386622 h 1638977"/>
              <a:gd name="connsiteX32" fmla="*/ 316027 w 1198431"/>
              <a:gd name="connsiteY32" fmla="*/ 1110893 h 1638977"/>
              <a:gd name="connsiteX33" fmla="*/ 725003 w 1198431"/>
              <a:gd name="connsiteY33" fmla="*/ 720873 h 1638977"/>
              <a:gd name="connsiteX34" fmla="*/ 380698 w 1198431"/>
              <a:gd name="connsiteY34" fmla="*/ 1403493 h 1638977"/>
              <a:gd name="connsiteX35" fmla="*/ 972548 w 1198431"/>
              <a:gd name="connsiteY35" fmla="*/ 858669 h 1638977"/>
              <a:gd name="connsiteX36" fmla="*/ 852229 w 1198431"/>
              <a:gd name="connsiteY36" fmla="*/ 697438 h 1638977"/>
              <a:gd name="connsiteX37" fmla="*/ 251119 w 1198431"/>
              <a:gd name="connsiteY37" fmla="*/ 1265812 h 1638977"/>
              <a:gd name="connsiteX38" fmla="*/ 380698 w 1198431"/>
              <a:gd name="connsiteY38" fmla="*/ 1403493 h 1638977"/>
              <a:gd name="connsiteX39" fmla="*/ 1005219 w 1198431"/>
              <a:gd name="connsiteY39" fmla="*/ 766264 h 1638977"/>
              <a:gd name="connsiteX40" fmla="*/ 1066255 w 1198431"/>
              <a:gd name="connsiteY40" fmla="*/ 719578 h 1638977"/>
              <a:gd name="connsiteX41" fmla="*/ 1117433 w 1198431"/>
              <a:gd name="connsiteY41" fmla="*/ 665610 h 1638977"/>
              <a:gd name="connsiteX42" fmla="*/ 1119672 w 1198431"/>
              <a:gd name="connsiteY42" fmla="*/ 607185 h 1638977"/>
              <a:gd name="connsiteX43" fmla="*/ 1068122 w 1198431"/>
              <a:gd name="connsiteY43" fmla="*/ 587643 h 1638977"/>
              <a:gd name="connsiteX44" fmla="*/ 1049930 w 1198431"/>
              <a:gd name="connsiteY44" fmla="*/ 591524 h 1638977"/>
              <a:gd name="connsiteX45" fmla="*/ 923171 w 1198431"/>
              <a:gd name="connsiteY45" fmla="*/ 672752 h 1638977"/>
              <a:gd name="connsiteX46" fmla="*/ 1005219 w 1198431"/>
              <a:gd name="connsiteY46" fmla="*/ 766264 h 1638977"/>
              <a:gd name="connsiteX0" fmla="*/ 725003 w 1198431"/>
              <a:gd name="connsiteY0" fmla="*/ 720873 h 1626799"/>
              <a:gd name="connsiteX1" fmla="*/ 773511 w 1198431"/>
              <a:gd name="connsiteY1" fmla="*/ 662758 h 1626799"/>
              <a:gd name="connsiteX2" fmla="*/ 766187 w 1198431"/>
              <a:gd name="connsiteY2" fmla="*/ 596132 h 1626799"/>
              <a:gd name="connsiteX3" fmla="*/ 722042 w 1198431"/>
              <a:gd name="connsiteY3" fmla="*/ 524134 h 1626799"/>
              <a:gd name="connsiteX4" fmla="*/ 606576 w 1198431"/>
              <a:gd name="connsiteY4" fmla="*/ 638235 h 1626799"/>
              <a:gd name="connsiteX5" fmla="*/ 605519 w 1198431"/>
              <a:gd name="connsiteY5" fmla="*/ 835413 h 1626799"/>
              <a:gd name="connsiteX6" fmla="*/ 549560 w 1198431"/>
              <a:gd name="connsiteY6" fmla="*/ 885489 h 1626799"/>
              <a:gd name="connsiteX7" fmla="*/ 559341 w 1198431"/>
              <a:gd name="connsiteY7" fmla="*/ 603933 h 1626799"/>
              <a:gd name="connsiteX8" fmla="*/ 671901 w 1198431"/>
              <a:gd name="connsiteY8" fmla="*/ 421938 h 1626799"/>
              <a:gd name="connsiteX9" fmla="*/ 600867 w 1198431"/>
              <a:gd name="connsiteY9" fmla="*/ 113132 h 1626799"/>
              <a:gd name="connsiteX10" fmla="*/ 747043 w 1198431"/>
              <a:gd name="connsiteY10" fmla="*/ 21 h 1626799"/>
              <a:gd name="connsiteX11" fmla="*/ 750854 w 1198431"/>
              <a:gd name="connsiteY11" fmla="*/ 107842 h 1626799"/>
              <a:gd name="connsiteX12" fmla="*/ 746239 w 1198431"/>
              <a:gd name="connsiteY12" fmla="*/ 261288 h 1626799"/>
              <a:gd name="connsiteX13" fmla="*/ 815051 w 1198431"/>
              <a:gd name="connsiteY13" fmla="*/ 586365 h 1626799"/>
              <a:gd name="connsiteX14" fmla="*/ 888333 w 1198431"/>
              <a:gd name="connsiteY14" fmla="*/ 588429 h 1626799"/>
              <a:gd name="connsiteX15" fmla="*/ 842846 w 1198431"/>
              <a:gd name="connsiteY15" fmla="*/ 320721 h 1626799"/>
              <a:gd name="connsiteX16" fmla="*/ 750987 w 1198431"/>
              <a:gd name="connsiteY16" fmla="*/ 105079 h 1626799"/>
              <a:gd name="connsiteX17" fmla="*/ 747805 w 1198431"/>
              <a:gd name="connsiteY17" fmla="*/ 840 h 1626799"/>
              <a:gd name="connsiteX18" fmla="*/ 882390 w 1198431"/>
              <a:gd name="connsiteY18" fmla="*/ 98039 h 1626799"/>
              <a:gd name="connsiteX19" fmla="*/ 976244 w 1198431"/>
              <a:gd name="connsiteY19" fmla="*/ 550421 h 1626799"/>
              <a:gd name="connsiteX20" fmla="*/ 1055083 w 1198431"/>
              <a:gd name="connsiteY20" fmla="*/ 523951 h 1626799"/>
              <a:gd name="connsiteX21" fmla="*/ 1122472 w 1198431"/>
              <a:gd name="connsiteY21" fmla="*/ 527889 h 1626799"/>
              <a:gd name="connsiteX22" fmla="*/ 1175459 w 1198431"/>
              <a:gd name="connsiteY22" fmla="*/ 569732 h 1626799"/>
              <a:gd name="connsiteX23" fmla="*/ 1176298 w 1198431"/>
              <a:gd name="connsiteY23" fmla="*/ 707152 h 1626799"/>
              <a:gd name="connsiteX24" fmla="*/ 1066074 w 1198431"/>
              <a:gd name="connsiteY24" fmla="*/ 824008 h 1626799"/>
              <a:gd name="connsiteX25" fmla="*/ 1036052 w 1198431"/>
              <a:gd name="connsiteY25" fmla="*/ 905910 h 1626799"/>
              <a:gd name="connsiteX26" fmla="*/ 748482 w 1198431"/>
              <a:gd name="connsiteY26" fmla="*/ 1178806 h 1626799"/>
              <a:gd name="connsiteX27" fmla="*/ 469593 w 1198431"/>
              <a:gd name="connsiteY27" fmla="*/ 1423554 h 1626799"/>
              <a:gd name="connsiteX28" fmla="*/ 422715 w 1198431"/>
              <a:gd name="connsiteY28" fmla="*/ 1463608 h 1626799"/>
              <a:gd name="connsiteX29" fmla="*/ 166016 w 1198431"/>
              <a:gd name="connsiteY29" fmla="*/ 1626600 h 1626799"/>
              <a:gd name="connsiteX30" fmla="*/ 0 w 1198431"/>
              <a:gd name="connsiteY30" fmla="*/ 1427017 h 1626799"/>
              <a:gd name="connsiteX31" fmla="*/ 42852 w 1198431"/>
              <a:gd name="connsiteY31" fmla="*/ 1386622 h 1626799"/>
              <a:gd name="connsiteX32" fmla="*/ 316027 w 1198431"/>
              <a:gd name="connsiteY32" fmla="*/ 1110893 h 1626799"/>
              <a:gd name="connsiteX33" fmla="*/ 725003 w 1198431"/>
              <a:gd name="connsiteY33" fmla="*/ 720873 h 1626799"/>
              <a:gd name="connsiteX34" fmla="*/ 380698 w 1198431"/>
              <a:gd name="connsiteY34" fmla="*/ 1403493 h 1626799"/>
              <a:gd name="connsiteX35" fmla="*/ 972548 w 1198431"/>
              <a:gd name="connsiteY35" fmla="*/ 858669 h 1626799"/>
              <a:gd name="connsiteX36" fmla="*/ 852229 w 1198431"/>
              <a:gd name="connsiteY36" fmla="*/ 697438 h 1626799"/>
              <a:gd name="connsiteX37" fmla="*/ 251119 w 1198431"/>
              <a:gd name="connsiteY37" fmla="*/ 1265812 h 1626799"/>
              <a:gd name="connsiteX38" fmla="*/ 380698 w 1198431"/>
              <a:gd name="connsiteY38" fmla="*/ 1403493 h 1626799"/>
              <a:gd name="connsiteX39" fmla="*/ 1005219 w 1198431"/>
              <a:gd name="connsiteY39" fmla="*/ 766264 h 1626799"/>
              <a:gd name="connsiteX40" fmla="*/ 1066255 w 1198431"/>
              <a:gd name="connsiteY40" fmla="*/ 719578 h 1626799"/>
              <a:gd name="connsiteX41" fmla="*/ 1117433 w 1198431"/>
              <a:gd name="connsiteY41" fmla="*/ 665610 h 1626799"/>
              <a:gd name="connsiteX42" fmla="*/ 1119672 w 1198431"/>
              <a:gd name="connsiteY42" fmla="*/ 607185 h 1626799"/>
              <a:gd name="connsiteX43" fmla="*/ 1068122 w 1198431"/>
              <a:gd name="connsiteY43" fmla="*/ 587643 h 1626799"/>
              <a:gd name="connsiteX44" fmla="*/ 1049930 w 1198431"/>
              <a:gd name="connsiteY44" fmla="*/ 591524 h 1626799"/>
              <a:gd name="connsiteX45" fmla="*/ 923171 w 1198431"/>
              <a:gd name="connsiteY45" fmla="*/ 672752 h 1626799"/>
              <a:gd name="connsiteX46" fmla="*/ 1005219 w 1198431"/>
              <a:gd name="connsiteY46" fmla="*/ 766264 h 1626799"/>
              <a:gd name="connsiteX0" fmla="*/ 725003 w 1198431"/>
              <a:gd name="connsiteY0" fmla="*/ 720873 h 1481022"/>
              <a:gd name="connsiteX1" fmla="*/ 773511 w 1198431"/>
              <a:gd name="connsiteY1" fmla="*/ 662758 h 1481022"/>
              <a:gd name="connsiteX2" fmla="*/ 766187 w 1198431"/>
              <a:gd name="connsiteY2" fmla="*/ 596132 h 1481022"/>
              <a:gd name="connsiteX3" fmla="*/ 722042 w 1198431"/>
              <a:gd name="connsiteY3" fmla="*/ 524134 h 1481022"/>
              <a:gd name="connsiteX4" fmla="*/ 606576 w 1198431"/>
              <a:gd name="connsiteY4" fmla="*/ 638235 h 1481022"/>
              <a:gd name="connsiteX5" fmla="*/ 605519 w 1198431"/>
              <a:gd name="connsiteY5" fmla="*/ 835413 h 1481022"/>
              <a:gd name="connsiteX6" fmla="*/ 549560 w 1198431"/>
              <a:gd name="connsiteY6" fmla="*/ 885489 h 1481022"/>
              <a:gd name="connsiteX7" fmla="*/ 559341 w 1198431"/>
              <a:gd name="connsiteY7" fmla="*/ 603933 h 1481022"/>
              <a:gd name="connsiteX8" fmla="*/ 671901 w 1198431"/>
              <a:gd name="connsiteY8" fmla="*/ 421938 h 1481022"/>
              <a:gd name="connsiteX9" fmla="*/ 600867 w 1198431"/>
              <a:gd name="connsiteY9" fmla="*/ 113132 h 1481022"/>
              <a:gd name="connsiteX10" fmla="*/ 747043 w 1198431"/>
              <a:gd name="connsiteY10" fmla="*/ 21 h 1481022"/>
              <a:gd name="connsiteX11" fmla="*/ 750854 w 1198431"/>
              <a:gd name="connsiteY11" fmla="*/ 107842 h 1481022"/>
              <a:gd name="connsiteX12" fmla="*/ 746239 w 1198431"/>
              <a:gd name="connsiteY12" fmla="*/ 261288 h 1481022"/>
              <a:gd name="connsiteX13" fmla="*/ 815051 w 1198431"/>
              <a:gd name="connsiteY13" fmla="*/ 586365 h 1481022"/>
              <a:gd name="connsiteX14" fmla="*/ 888333 w 1198431"/>
              <a:gd name="connsiteY14" fmla="*/ 588429 h 1481022"/>
              <a:gd name="connsiteX15" fmla="*/ 842846 w 1198431"/>
              <a:gd name="connsiteY15" fmla="*/ 320721 h 1481022"/>
              <a:gd name="connsiteX16" fmla="*/ 750987 w 1198431"/>
              <a:gd name="connsiteY16" fmla="*/ 105079 h 1481022"/>
              <a:gd name="connsiteX17" fmla="*/ 747805 w 1198431"/>
              <a:gd name="connsiteY17" fmla="*/ 840 h 1481022"/>
              <a:gd name="connsiteX18" fmla="*/ 882390 w 1198431"/>
              <a:gd name="connsiteY18" fmla="*/ 98039 h 1481022"/>
              <a:gd name="connsiteX19" fmla="*/ 976244 w 1198431"/>
              <a:gd name="connsiteY19" fmla="*/ 550421 h 1481022"/>
              <a:gd name="connsiteX20" fmla="*/ 1055083 w 1198431"/>
              <a:gd name="connsiteY20" fmla="*/ 523951 h 1481022"/>
              <a:gd name="connsiteX21" fmla="*/ 1122472 w 1198431"/>
              <a:gd name="connsiteY21" fmla="*/ 527889 h 1481022"/>
              <a:gd name="connsiteX22" fmla="*/ 1175459 w 1198431"/>
              <a:gd name="connsiteY22" fmla="*/ 569732 h 1481022"/>
              <a:gd name="connsiteX23" fmla="*/ 1176298 w 1198431"/>
              <a:gd name="connsiteY23" fmla="*/ 707152 h 1481022"/>
              <a:gd name="connsiteX24" fmla="*/ 1066074 w 1198431"/>
              <a:gd name="connsiteY24" fmla="*/ 824008 h 1481022"/>
              <a:gd name="connsiteX25" fmla="*/ 1036052 w 1198431"/>
              <a:gd name="connsiteY25" fmla="*/ 905910 h 1481022"/>
              <a:gd name="connsiteX26" fmla="*/ 748482 w 1198431"/>
              <a:gd name="connsiteY26" fmla="*/ 1178806 h 1481022"/>
              <a:gd name="connsiteX27" fmla="*/ 469593 w 1198431"/>
              <a:gd name="connsiteY27" fmla="*/ 1423554 h 1481022"/>
              <a:gd name="connsiteX28" fmla="*/ 422715 w 1198431"/>
              <a:gd name="connsiteY28" fmla="*/ 1463608 h 1481022"/>
              <a:gd name="connsiteX29" fmla="*/ 343242 w 1198431"/>
              <a:gd name="connsiteY29" fmla="*/ 1465647 h 1481022"/>
              <a:gd name="connsiteX30" fmla="*/ 0 w 1198431"/>
              <a:gd name="connsiteY30" fmla="*/ 1427017 h 1481022"/>
              <a:gd name="connsiteX31" fmla="*/ 42852 w 1198431"/>
              <a:gd name="connsiteY31" fmla="*/ 1386622 h 1481022"/>
              <a:gd name="connsiteX32" fmla="*/ 316027 w 1198431"/>
              <a:gd name="connsiteY32" fmla="*/ 1110893 h 1481022"/>
              <a:gd name="connsiteX33" fmla="*/ 725003 w 1198431"/>
              <a:gd name="connsiteY33" fmla="*/ 720873 h 1481022"/>
              <a:gd name="connsiteX34" fmla="*/ 380698 w 1198431"/>
              <a:gd name="connsiteY34" fmla="*/ 1403493 h 1481022"/>
              <a:gd name="connsiteX35" fmla="*/ 972548 w 1198431"/>
              <a:gd name="connsiteY35" fmla="*/ 858669 h 1481022"/>
              <a:gd name="connsiteX36" fmla="*/ 852229 w 1198431"/>
              <a:gd name="connsiteY36" fmla="*/ 697438 h 1481022"/>
              <a:gd name="connsiteX37" fmla="*/ 251119 w 1198431"/>
              <a:gd name="connsiteY37" fmla="*/ 1265812 h 1481022"/>
              <a:gd name="connsiteX38" fmla="*/ 380698 w 1198431"/>
              <a:gd name="connsiteY38" fmla="*/ 1403493 h 1481022"/>
              <a:gd name="connsiteX39" fmla="*/ 1005219 w 1198431"/>
              <a:gd name="connsiteY39" fmla="*/ 766264 h 1481022"/>
              <a:gd name="connsiteX40" fmla="*/ 1066255 w 1198431"/>
              <a:gd name="connsiteY40" fmla="*/ 719578 h 1481022"/>
              <a:gd name="connsiteX41" fmla="*/ 1117433 w 1198431"/>
              <a:gd name="connsiteY41" fmla="*/ 665610 h 1481022"/>
              <a:gd name="connsiteX42" fmla="*/ 1119672 w 1198431"/>
              <a:gd name="connsiteY42" fmla="*/ 607185 h 1481022"/>
              <a:gd name="connsiteX43" fmla="*/ 1068122 w 1198431"/>
              <a:gd name="connsiteY43" fmla="*/ 587643 h 1481022"/>
              <a:gd name="connsiteX44" fmla="*/ 1049930 w 1198431"/>
              <a:gd name="connsiteY44" fmla="*/ 591524 h 1481022"/>
              <a:gd name="connsiteX45" fmla="*/ 923171 w 1198431"/>
              <a:gd name="connsiteY45" fmla="*/ 672752 h 1481022"/>
              <a:gd name="connsiteX46" fmla="*/ 1005219 w 1198431"/>
              <a:gd name="connsiteY46" fmla="*/ 766264 h 1481022"/>
              <a:gd name="connsiteX0" fmla="*/ 725003 w 1198431"/>
              <a:gd name="connsiteY0" fmla="*/ 720873 h 1481022"/>
              <a:gd name="connsiteX1" fmla="*/ 773511 w 1198431"/>
              <a:gd name="connsiteY1" fmla="*/ 662758 h 1481022"/>
              <a:gd name="connsiteX2" fmla="*/ 766187 w 1198431"/>
              <a:gd name="connsiteY2" fmla="*/ 596132 h 1481022"/>
              <a:gd name="connsiteX3" fmla="*/ 722042 w 1198431"/>
              <a:gd name="connsiteY3" fmla="*/ 524134 h 1481022"/>
              <a:gd name="connsiteX4" fmla="*/ 606576 w 1198431"/>
              <a:gd name="connsiteY4" fmla="*/ 638235 h 1481022"/>
              <a:gd name="connsiteX5" fmla="*/ 605519 w 1198431"/>
              <a:gd name="connsiteY5" fmla="*/ 835413 h 1481022"/>
              <a:gd name="connsiteX6" fmla="*/ 549560 w 1198431"/>
              <a:gd name="connsiteY6" fmla="*/ 885489 h 1481022"/>
              <a:gd name="connsiteX7" fmla="*/ 559341 w 1198431"/>
              <a:gd name="connsiteY7" fmla="*/ 603933 h 1481022"/>
              <a:gd name="connsiteX8" fmla="*/ 671901 w 1198431"/>
              <a:gd name="connsiteY8" fmla="*/ 421938 h 1481022"/>
              <a:gd name="connsiteX9" fmla="*/ 600867 w 1198431"/>
              <a:gd name="connsiteY9" fmla="*/ 113132 h 1481022"/>
              <a:gd name="connsiteX10" fmla="*/ 747043 w 1198431"/>
              <a:gd name="connsiteY10" fmla="*/ 21 h 1481022"/>
              <a:gd name="connsiteX11" fmla="*/ 750854 w 1198431"/>
              <a:gd name="connsiteY11" fmla="*/ 107842 h 1481022"/>
              <a:gd name="connsiteX12" fmla="*/ 746239 w 1198431"/>
              <a:gd name="connsiteY12" fmla="*/ 261288 h 1481022"/>
              <a:gd name="connsiteX13" fmla="*/ 815051 w 1198431"/>
              <a:gd name="connsiteY13" fmla="*/ 586365 h 1481022"/>
              <a:gd name="connsiteX14" fmla="*/ 888333 w 1198431"/>
              <a:gd name="connsiteY14" fmla="*/ 588429 h 1481022"/>
              <a:gd name="connsiteX15" fmla="*/ 842846 w 1198431"/>
              <a:gd name="connsiteY15" fmla="*/ 320721 h 1481022"/>
              <a:gd name="connsiteX16" fmla="*/ 750987 w 1198431"/>
              <a:gd name="connsiteY16" fmla="*/ 105079 h 1481022"/>
              <a:gd name="connsiteX17" fmla="*/ 747805 w 1198431"/>
              <a:gd name="connsiteY17" fmla="*/ 840 h 1481022"/>
              <a:gd name="connsiteX18" fmla="*/ 882390 w 1198431"/>
              <a:gd name="connsiteY18" fmla="*/ 98039 h 1481022"/>
              <a:gd name="connsiteX19" fmla="*/ 976244 w 1198431"/>
              <a:gd name="connsiteY19" fmla="*/ 550421 h 1481022"/>
              <a:gd name="connsiteX20" fmla="*/ 1055083 w 1198431"/>
              <a:gd name="connsiteY20" fmla="*/ 523951 h 1481022"/>
              <a:gd name="connsiteX21" fmla="*/ 1122472 w 1198431"/>
              <a:gd name="connsiteY21" fmla="*/ 527889 h 1481022"/>
              <a:gd name="connsiteX22" fmla="*/ 1175459 w 1198431"/>
              <a:gd name="connsiteY22" fmla="*/ 569732 h 1481022"/>
              <a:gd name="connsiteX23" fmla="*/ 1176298 w 1198431"/>
              <a:gd name="connsiteY23" fmla="*/ 707152 h 1481022"/>
              <a:gd name="connsiteX24" fmla="*/ 1066074 w 1198431"/>
              <a:gd name="connsiteY24" fmla="*/ 824008 h 1481022"/>
              <a:gd name="connsiteX25" fmla="*/ 1036052 w 1198431"/>
              <a:gd name="connsiteY25" fmla="*/ 905910 h 1481022"/>
              <a:gd name="connsiteX26" fmla="*/ 748482 w 1198431"/>
              <a:gd name="connsiteY26" fmla="*/ 1178806 h 1481022"/>
              <a:gd name="connsiteX27" fmla="*/ 469593 w 1198431"/>
              <a:gd name="connsiteY27" fmla="*/ 1423554 h 1481022"/>
              <a:gd name="connsiteX28" fmla="*/ 422715 w 1198431"/>
              <a:gd name="connsiteY28" fmla="*/ 1463608 h 1481022"/>
              <a:gd name="connsiteX29" fmla="*/ 343242 w 1198431"/>
              <a:gd name="connsiteY29" fmla="*/ 1465647 h 1481022"/>
              <a:gd name="connsiteX30" fmla="*/ 0 w 1198431"/>
              <a:gd name="connsiteY30" fmla="*/ 1427017 h 1481022"/>
              <a:gd name="connsiteX31" fmla="*/ 261652 w 1198431"/>
              <a:gd name="connsiteY31" fmla="*/ 1162187 h 1481022"/>
              <a:gd name="connsiteX32" fmla="*/ 316027 w 1198431"/>
              <a:gd name="connsiteY32" fmla="*/ 1110893 h 1481022"/>
              <a:gd name="connsiteX33" fmla="*/ 725003 w 1198431"/>
              <a:gd name="connsiteY33" fmla="*/ 720873 h 1481022"/>
              <a:gd name="connsiteX34" fmla="*/ 380698 w 1198431"/>
              <a:gd name="connsiteY34" fmla="*/ 1403493 h 1481022"/>
              <a:gd name="connsiteX35" fmla="*/ 972548 w 1198431"/>
              <a:gd name="connsiteY35" fmla="*/ 858669 h 1481022"/>
              <a:gd name="connsiteX36" fmla="*/ 852229 w 1198431"/>
              <a:gd name="connsiteY36" fmla="*/ 697438 h 1481022"/>
              <a:gd name="connsiteX37" fmla="*/ 251119 w 1198431"/>
              <a:gd name="connsiteY37" fmla="*/ 1265812 h 1481022"/>
              <a:gd name="connsiteX38" fmla="*/ 380698 w 1198431"/>
              <a:gd name="connsiteY38" fmla="*/ 1403493 h 1481022"/>
              <a:gd name="connsiteX39" fmla="*/ 1005219 w 1198431"/>
              <a:gd name="connsiteY39" fmla="*/ 766264 h 1481022"/>
              <a:gd name="connsiteX40" fmla="*/ 1066255 w 1198431"/>
              <a:gd name="connsiteY40" fmla="*/ 719578 h 1481022"/>
              <a:gd name="connsiteX41" fmla="*/ 1117433 w 1198431"/>
              <a:gd name="connsiteY41" fmla="*/ 665610 h 1481022"/>
              <a:gd name="connsiteX42" fmla="*/ 1119672 w 1198431"/>
              <a:gd name="connsiteY42" fmla="*/ 607185 h 1481022"/>
              <a:gd name="connsiteX43" fmla="*/ 1068122 w 1198431"/>
              <a:gd name="connsiteY43" fmla="*/ 587643 h 1481022"/>
              <a:gd name="connsiteX44" fmla="*/ 1049930 w 1198431"/>
              <a:gd name="connsiteY44" fmla="*/ 591524 h 1481022"/>
              <a:gd name="connsiteX45" fmla="*/ 923171 w 1198431"/>
              <a:gd name="connsiteY45" fmla="*/ 672752 h 1481022"/>
              <a:gd name="connsiteX46" fmla="*/ 1005219 w 1198431"/>
              <a:gd name="connsiteY46" fmla="*/ 766264 h 1481022"/>
              <a:gd name="connsiteX0" fmla="*/ 554446 w 1027874"/>
              <a:gd name="connsiteY0" fmla="*/ 720873 h 1482945"/>
              <a:gd name="connsiteX1" fmla="*/ 602954 w 1027874"/>
              <a:gd name="connsiteY1" fmla="*/ 662758 h 1482945"/>
              <a:gd name="connsiteX2" fmla="*/ 595630 w 1027874"/>
              <a:gd name="connsiteY2" fmla="*/ 596132 h 1482945"/>
              <a:gd name="connsiteX3" fmla="*/ 551485 w 1027874"/>
              <a:gd name="connsiteY3" fmla="*/ 524134 h 1482945"/>
              <a:gd name="connsiteX4" fmla="*/ 436019 w 1027874"/>
              <a:gd name="connsiteY4" fmla="*/ 638235 h 1482945"/>
              <a:gd name="connsiteX5" fmla="*/ 434962 w 1027874"/>
              <a:gd name="connsiteY5" fmla="*/ 835413 h 1482945"/>
              <a:gd name="connsiteX6" fmla="*/ 379003 w 1027874"/>
              <a:gd name="connsiteY6" fmla="*/ 885489 h 1482945"/>
              <a:gd name="connsiteX7" fmla="*/ 388784 w 1027874"/>
              <a:gd name="connsiteY7" fmla="*/ 603933 h 1482945"/>
              <a:gd name="connsiteX8" fmla="*/ 501344 w 1027874"/>
              <a:gd name="connsiteY8" fmla="*/ 421938 h 1482945"/>
              <a:gd name="connsiteX9" fmla="*/ 430310 w 1027874"/>
              <a:gd name="connsiteY9" fmla="*/ 113132 h 1482945"/>
              <a:gd name="connsiteX10" fmla="*/ 576486 w 1027874"/>
              <a:gd name="connsiteY10" fmla="*/ 21 h 1482945"/>
              <a:gd name="connsiteX11" fmla="*/ 580297 w 1027874"/>
              <a:gd name="connsiteY11" fmla="*/ 107842 h 1482945"/>
              <a:gd name="connsiteX12" fmla="*/ 575682 w 1027874"/>
              <a:gd name="connsiteY12" fmla="*/ 261288 h 1482945"/>
              <a:gd name="connsiteX13" fmla="*/ 644494 w 1027874"/>
              <a:gd name="connsiteY13" fmla="*/ 586365 h 1482945"/>
              <a:gd name="connsiteX14" fmla="*/ 717776 w 1027874"/>
              <a:gd name="connsiteY14" fmla="*/ 588429 h 1482945"/>
              <a:gd name="connsiteX15" fmla="*/ 672289 w 1027874"/>
              <a:gd name="connsiteY15" fmla="*/ 320721 h 1482945"/>
              <a:gd name="connsiteX16" fmla="*/ 580430 w 1027874"/>
              <a:gd name="connsiteY16" fmla="*/ 105079 h 1482945"/>
              <a:gd name="connsiteX17" fmla="*/ 577248 w 1027874"/>
              <a:gd name="connsiteY17" fmla="*/ 840 h 1482945"/>
              <a:gd name="connsiteX18" fmla="*/ 711833 w 1027874"/>
              <a:gd name="connsiteY18" fmla="*/ 98039 h 1482945"/>
              <a:gd name="connsiteX19" fmla="*/ 805687 w 1027874"/>
              <a:gd name="connsiteY19" fmla="*/ 550421 h 1482945"/>
              <a:gd name="connsiteX20" fmla="*/ 884526 w 1027874"/>
              <a:gd name="connsiteY20" fmla="*/ 523951 h 1482945"/>
              <a:gd name="connsiteX21" fmla="*/ 951915 w 1027874"/>
              <a:gd name="connsiteY21" fmla="*/ 527889 h 1482945"/>
              <a:gd name="connsiteX22" fmla="*/ 1004902 w 1027874"/>
              <a:gd name="connsiteY22" fmla="*/ 569732 h 1482945"/>
              <a:gd name="connsiteX23" fmla="*/ 1005741 w 1027874"/>
              <a:gd name="connsiteY23" fmla="*/ 707152 h 1482945"/>
              <a:gd name="connsiteX24" fmla="*/ 895517 w 1027874"/>
              <a:gd name="connsiteY24" fmla="*/ 824008 h 1482945"/>
              <a:gd name="connsiteX25" fmla="*/ 865495 w 1027874"/>
              <a:gd name="connsiteY25" fmla="*/ 905910 h 1482945"/>
              <a:gd name="connsiteX26" fmla="*/ 577925 w 1027874"/>
              <a:gd name="connsiteY26" fmla="*/ 1178806 h 1482945"/>
              <a:gd name="connsiteX27" fmla="*/ 299036 w 1027874"/>
              <a:gd name="connsiteY27" fmla="*/ 1423554 h 1482945"/>
              <a:gd name="connsiteX28" fmla="*/ 252158 w 1027874"/>
              <a:gd name="connsiteY28" fmla="*/ 1463608 h 1482945"/>
              <a:gd name="connsiteX29" fmla="*/ 172685 w 1027874"/>
              <a:gd name="connsiteY29" fmla="*/ 1465647 h 1482945"/>
              <a:gd name="connsiteX30" fmla="*/ 0 w 1027874"/>
              <a:gd name="connsiteY30" fmla="*/ 1244557 h 1482945"/>
              <a:gd name="connsiteX31" fmla="*/ 91095 w 1027874"/>
              <a:gd name="connsiteY31" fmla="*/ 1162187 h 1482945"/>
              <a:gd name="connsiteX32" fmla="*/ 145470 w 1027874"/>
              <a:gd name="connsiteY32" fmla="*/ 1110893 h 1482945"/>
              <a:gd name="connsiteX33" fmla="*/ 554446 w 1027874"/>
              <a:gd name="connsiteY33" fmla="*/ 720873 h 1482945"/>
              <a:gd name="connsiteX34" fmla="*/ 210141 w 1027874"/>
              <a:gd name="connsiteY34" fmla="*/ 1403493 h 1482945"/>
              <a:gd name="connsiteX35" fmla="*/ 801991 w 1027874"/>
              <a:gd name="connsiteY35" fmla="*/ 858669 h 1482945"/>
              <a:gd name="connsiteX36" fmla="*/ 681672 w 1027874"/>
              <a:gd name="connsiteY36" fmla="*/ 697438 h 1482945"/>
              <a:gd name="connsiteX37" fmla="*/ 80562 w 1027874"/>
              <a:gd name="connsiteY37" fmla="*/ 1265812 h 1482945"/>
              <a:gd name="connsiteX38" fmla="*/ 210141 w 1027874"/>
              <a:gd name="connsiteY38" fmla="*/ 1403493 h 1482945"/>
              <a:gd name="connsiteX39" fmla="*/ 834662 w 1027874"/>
              <a:gd name="connsiteY39" fmla="*/ 766264 h 1482945"/>
              <a:gd name="connsiteX40" fmla="*/ 895698 w 1027874"/>
              <a:gd name="connsiteY40" fmla="*/ 719578 h 1482945"/>
              <a:gd name="connsiteX41" fmla="*/ 946876 w 1027874"/>
              <a:gd name="connsiteY41" fmla="*/ 665610 h 1482945"/>
              <a:gd name="connsiteX42" fmla="*/ 949115 w 1027874"/>
              <a:gd name="connsiteY42" fmla="*/ 607185 h 1482945"/>
              <a:gd name="connsiteX43" fmla="*/ 897565 w 1027874"/>
              <a:gd name="connsiteY43" fmla="*/ 587643 h 1482945"/>
              <a:gd name="connsiteX44" fmla="*/ 879373 w 1027874"/>
              <a:gd name="connsiteY44" fmla="*/ 591524 h 1482945"/>
              <a:gd name="connsiteX45" fmla="*/ 752614 w 1027874"/>
              <a:gd name="connsiteY45" fmla="*/ 672752 h 1482945"/>
              <a:gd name="connsiteX46" fmla="*/ 834662 w 1027874"/>
              <a:gd name="connsiteY46" fmla="*/ 766264 h 1482945"/>
              <a:gd name="connsiteX0" fmla="*/ 554446 w 1027874"/>
              <a:gd name="connsiteY0" fmla="*/ 720873 h 1484254"/>
              <a:gd name="connsiteX1" fmla="*/ 602954 w 1027874"/>
              <a:gd name="connsiteY1" fmla="*/ 662758 h 1484254"/>
              <a:gd name="connsiteX2" fmla="*/ 595630 w 1027874"/>
              <a:gd name="connsiteY2" fmla="*/ 596132 h 1484254"/>
              <a:gd name="connsiteX3" fmla="*/ 551485 w 1027874"/>
              <a:gd name="connsiteY3" fmla="*/ 524134 h 1484254"/>
              <a:gd name="connsiteX4" fmla="*/ 436019 w 1027874"/>
              <a:gd name="connsiteY4" fmla="*/ 638235 h 1484254"/>
              <a:gd name="connsiteX5" fmla="*/ 434962 w 1027874"/>
              <a:gd name="connsiteY5" fmla="*/ 835413 h 1484254"/>
              <a:gd name="connsiteX6" fmla="*/ 379003 w 1027874"/>
              <a:gd name="connsiteY6" fmla="*/ 885489 h 1484254"/>
              <a:gd name="connsiteX7" fmla="*/ 388784 w 1027874"/>
              <a:gd name="connsiteY7" fmla="*/ 603933 h 1484254"/>
              <a:gd name="connsiteX8" fmla="*/ 501344 w 1027874"/>
              <a:gd name="connsiteY8" fmla="*/ 421938 h 1484254"/>
              <a:gd name="connsiteX9" fmla="*/ 430310 w 1027874"/>
              <a:gd name="connsiteY9" fmla="*/ 113132 h 1484254"/>
              <a:gd name="connsiteX10" fmla="*/ 576486 w 1027874"/>
              <a:gd name="connsiteY10" fmla="*/ 21 h 1484254"/>
              <a:gd name="connsiteX11" fmla="*/ 580297 w 1027874"/>
              <a:gd name="connsiteY11" fmla="*/ 107842 h 1484254"/>
              <a:gd name="connsiteX12" fmla="*/ 575682 w 1027874"/>
              <a:gd name="connsiteY12" fmla="*/ 261288 h 1484254"/>
              <a:gd name="connsiteX13" fmla="*/ 644494 w 1027874"/>
              <a:gd name="connsiteY13" fmla="*/ 586365 h 1484254"/>
              <a:gd name="connsiteX14" fmla="*/ 717776 w 1027874"/>
              <a:gd name="connsiteY14" fmla="*/ 588429 h 1484254"/>
              <a:gd name="connsiteX15" fmla="*/ 672289 w 1027874"/>
              <a:gd name="connsiteY15" fmla="*/ 320721 h 1484254"/>
              <a:gd name="connsiteX16" fmla="*/ 580430 w 1027874"/>
              <a:gd name="connsiteY16" fmla="*/ 105079 h 1484254"/>
              <a:gd name="connsiteX17" fmla="*/ 577248 w 1027874"/>
              <a:gd name="connsiteY17" fmla="*/ 840 h 1484254"/>
              <a:gd name="connsiteX18" fmla="*/ 711833 w 1027874"/>
              <a:gd name="connsiteY18" fmla="*/ 98039 h 1484254"/>
              <a:gd name="connsiteX19" fmla="*/ 805687 w 1027874"/>
              <a:gd name="connsiteY19" fmla="*/ 550421 h 1484254"/>
              <a:gd name="connsiteX20" fmla="*/ 884526 w 1027874"/>
              <a:gd name="connsiteY20" fmla="*/ 523951 h 1484254"/>
              <a:gd name="connsiteX21" fmla="*/ 951915 w 1027874"/>
              <a:gd name="connsiteY21" fmla="*/ 527889 h 1484254"/>
              <a:gd name="connsiteX22" fmla="*/ 1004902 w 1027874"/>
              <a:gd name="connsiteY22" fmla="*/ 569732 h 1484254"/>
              <a:gd name="connsiteX23" fmla="*/ 1005741 w 1027874"/>
              <a:gd name="connsiteY23" fmla="*/ 707152 h 1484254"/>
              <a:gd name="connsiteX24" fmla="*/ 895517 w 1027874"/>
              <a:gd name="connsiteY24" fmla="*/ 824008 h 1484254"/>
              <a:gd name="connsiteX25" fmla="*/ 865495 w 1027874"/>
              <a:gd name="connsiteY25" fmla="*/ 905910 h 1484254"/>
              <a:gd name="connsiteX26" fmla="*/ 577925 w 1027874"/>
              <a:gd name="connsiteY26" fmla="*/ 1178806 h 1484254"/>
              <a:gd name="connsiteX27" fmla="*/ 337116 w 1027874"/>
              <a:gd name="connsiteY27" fmla="*/ 1392646 h 1484254"/>
              <a:gd name="connsiteX28" fmla="*/ 252158 w 1027874"/>
              <a:gd name="connsiteY28" fmla="*/ 1463608 h 1484254"/>
              <a:gd name="connsiteX29" fmla="*/ 172685 w 1027874"/>
              <a:gd name="connsiteY29" fmla="*/ 1465647 h 1484254"/>
              <a:gd name="connsiteX30" fmla="*/ 0 w 1027874"/>
              <a:gd name="connsiteY30" fmla="*/ 1244557 h 1484254"/>
              <a:gd name="connsiteX31" fmla="*/ 91095 w 1027874"/>
              <a:gd name="connsiteY31" fmla="*/ 1162187 h 1484254"/>
              <a:gd name="connsiteX32" fmla="*/ 145470 w 1027874"/>
              <a:gd name="connsiteY32" fmla="*/ 1110893 h 1484254"/>
              <a:gd name="connsiteX33" fmla="*/ 554446 w 1027874"/>
              <a:gd name="connsiteY33" fmla="*/ 720873 h 1484254"/>
              <a:gd name="connsiteX34" fmla="*/ 210141 w 1027874"/>
              <a:gd name="connsiteY34" fmla="*/ 1403493 h 1484254"/>
              <a:gd name="connsiteX35" fmla="*/ 801991 w 1027874"/>
              <a:gd name="connsiteY35" fmla="*/ 858669 h 1484254"/>
              <a:gd name="connsiteX36" fmla="*/ 681672 w 1027874"/>
              <a:gd name="connsiteY36" fmla="*/ 697438 h 1484254"/>
              <a:gd name="connsiteX37" fmla="*/ 80562 w 1027874"/>
              <a:gd name="connsiteY37" fmla="*/ 1265812 h 1484254"/>
              <a:gd name="connsiteX38" fmla="*/ 210141 w 1027874"/>
              <a:gd name="connsiteY38" fmla="*/ 1403493 h 1484254"/>
              <a:gd name="connsiteX39" fmla="*/ 834662 w 1027874"/>
              <a:gd name="connsiteY39" fmla="*/ 766264 h 1484254"/>
              <a:gd name="connsiteX40" fmla="*/ 895698 w 1027874"/>
              <a:gd name="connsiteY40" fmla="*/ 719578 h 1484254"/>
              <a:gd name="connsiteX41" fmla="*/ 946876 w 1027874"/>
              <a:gd name="connsiteY41" fmla="*/ 665610 h 1484254"/>
              <a:gd name="connsiteX42" fmla="*/ 949115 w 1027874"/>
              <a:gd name="connsiteY42" fmla="*/ 607185 h 1484254"/>
              <a:gd name="connsiteX43" fmla="*/ 897565 w 1027874"/>
              <a:gd name="connsiteY43" fmla="*/ 587643 h 1484254"/>
              <a:gd name="connsiteX44" fmla="*/ 879373 w 1027874"/>
              <a:gd name="connsiteY44" fmla="*/ 591524 h 1484254"/>
              <a:gd name="connsiteX45" fmla="*/ 752614 w 1027874"/>
              <a:gd name="connsiteY45" fmla="*/ 672752 h 1484254"/>
              <a:gd name="connsiteX46" fmla="*/ 834662 w 1027874"/>
              <a:gd name="connsiteY46" fmla="*/ 766264 h 1484254"/>
              <a:gd name="connsiteX0" fmla="*/ 554446 w 1027874"/>
              <a:gd name="connsiteY0" fmla="*/ 720873 h 1479635"/>
              <a:gd name="connsiteX1" fmla="*/ 602954 w 1027874"/>
              <a:gd name="connsiteY1" fmla="*/ 662758 h 1479635"/>
              <a:gd name="connsiteX2" fmla="*/ 595630 w 1027874"/>
              <a:gd name="connsiteY2" fmla="*/ 596132 h 1479635"/>
              <a:gd name="connsiteX3" fmla="*/ 551485 w 1027874"/>
              <a:gd name="connsiteY3" fmla="*/ 524134 h 1479635"/>
              <a:gd name="connsiteX4" fmla="*/ 436019 w 1027874"/>
              <a:gd name="connsiteY4" fmla="*/ 638235 h 1479635"/>
              <a:gd name="connsiteX5" fmla="*/ 434962 w 1027874"/>
              <a:gd name="connsiteY5" fmla="*/ 835413 h 1479635"/>
              <a:gd name="connsiteX6" fmla="*/ 379003 w 1027874"/>
              <a:gd name="connsiteY6" fmla="*/ 885489 h 1479635"/>
              <a:gd name="connsiteX7" fmla="*/ 388784 w 1027874"/>
              <a:gd name="connsiteY7" fmla="*/ 603933 h 1479635"/>
              <a:gd name="connsiteX8" fmla="*/ 501344 w 1027874"/>
              <a:gd name="connsiteY8" fmla="*/ 421938 h 1479635"/>
              <a:gd name="connsiteX9" fmla="*/ 430310 w 1027874"/>
              <a:gd name="connsiteY9" fmla="*/ 113132 h 1479635"/>
              <a:gd name="connsiteX10" fmla="*/ 576486 w 1027874"/>
              <a:gd name="connsiteY10" fmla="*/ 21 h 1479635"/>
              <a:gd name="connsiteX11" fmla="*/ 580297 w 1027874"/>
              <a:gd name="connsiteY11" fmla="*/ 107842 h 1479635"/>
              <a:gd name="connsiteX12" fmla="*/ 575682 w 1027874"/>
              <a:gd name="connsiteY12" fmla="*/ 261288 h 1479635"/>
              <a:gd name="connsiteX13" fmla="*/ 644494 w 1027874"/>
              <a:gd name="connsiteY13" fmla="*/ 586365 h 1479635"/>
              <a:gd name="connsiteX14" fmla="*/ 717776 w 1027874"/>
              <a:gd name="connsiteY14" fmla="*/ 588429 h 1479635"/>
              <a:gd name="connsiteX15" fmla="*/ 672289 w 1027874"/>
              <a:gd name="connsiteY15" fmla="*/ 320721 h 1479635"/>
              <a:gd name="connsiteX16" fmla="*/ 580430 w 1027874"/>
              <a:gd name="connsiteY16" fmla="*/ 105079 h 1479635"/>
              <a:gd name="connsiteX17" fmla="*/ 577248 w 1027874"/>
              <a:gd name="connsiteY17" fmla="*/ 840 h 1479635"/>
              <a:gd name="connsiteX18" fmla="*/ 711833 w 1027874"/>
              <a:gd name="connsiteY18" fmla="*/ 98039 h 1479635"/>
              <a:gd name="connsiteX19" fmla="*/ 805687 w 1027874"/>
              <a:gd name="connsiteY19" fmla="*/ 550421 h 1479635"/>
              <a:gd name="connsiteX20" fmla="*/ 884526 w 1027874"/>
              <a:gd name="connsiteY20" fmla="*/ 523951 h 1479635"/>
              <a:gd name="connsiteX21" fmla="*/ 951915 w 1027874"/>
              <a:gd name="connsiteY21" fmla="*/ 527889 h 1479635"/>
              <a:gd name="connsiteX22" fmla="*/ 1004902 w 1027874"/>
              <a:gd name="connsiteY22" fmla="*/ 569732 h 1479635"/>
              <a:gd name="connsiteX23" fmla="*/ 1005741 w 1027874"/>
              <a:gd name="connsiteY23" fmla="*/ 707152 h 1479635"/>
              <a:gd name="connsiteX24" fmla="*/ 895517 w 1027874"/>
              <a:gd name="connsiteY24" fmla="*/ 824008 h 1479635"/>
              <a:gd name="connsiteX25" fmla="*/ 865495 w 1027874"/>
              <a:gd name="connsiteY25" fmla="*/ 905910 h 1479635"/>
              <a:gd name="connsiteX26" fmla="*/ 577925 w 1027874"/>
              <a:gd name="connsiteY26" fmla="*/ 1178806 h 1479635"/>
              <a:gd name="connsiteX27" fmla="*/ 337116 w 1027874"/>
              <a:gd name="connsiteY27" fmla="*/ 1392646 h 1479635"/>
              <a:gd name="connsiteX28" fmla="*/ 267263 w 1027874"/>
              <a:gd name="connsiteY28" fmla="*/ 1449891 h 1479635"/>
              <a:gd name="connsiteX29" fmla="*/ 172685 w 1027874"/>
              <a:gd name="connsiteY29" fmla="*/ 1465647 h 1479635"/>
              <a:gd name="connsiteX30" fmla="*/ 0 w 1027874"/>
              <a:gd name="connsiteY30" fmla="*/ 1244557 h 1479635"/>
              <a:gd name="connsiteX31" fmla="*/ 91095 w 1027874"/>
              <a:gd name="connsiteY31" fmla="*/ 1162187 h 1479635"/>
              <a:gd name="connsiteX32" fmla="*/ 145470 w 1027874"/>
              <a:gd name="connsiteY32" fmla="*/ 1110893 h 1479635"/>
              <a:gd name="connsiteX33" fmla="*/ 554446 w 1027874"/>
              <a:gd name="connsiteY33" fmla="*/ 720873 h 1479635"/>
              <a:gd name="connsiteX34" fmla="*/ 210141 w 1027874"/>
              <a:gd name="connsiteY34" fmla="*/ 1403493 h 1479635"/>
              <a:gd name="connsiteX35" fmla="*/ 801991 w 1027874"/>
              <a:gd name="connsiteY35" fmla="*/ 858669 h 1479635"/>
              <a:gd name="connsiteX36" fmla="*/ 681672 w 1027874"/>
              <a:gd name="connsiteY36" fmla="*/ 697438 h 1479635"/>
              <a:gd name="connsiteX37" fmla="*/ 80562 w 1027874"/>
              <a:gd name="connsiteY37" fmla="*/ 1265812 h 1479635"/>
              <a:gd name="connsiteX38" fmla="*/ 210141 w 1027874"/>
              <a:gd name="connsiteY38" fmla="*/ 1403493 h 1479635"/>
              <a:gd name="connsiteX39" fmla="*/ 834662 w 1027874"/>
              <a:gd name="connsiteY39" fmla="*/ 766264 h 1479635"/>
              <a:gd name="connsiteX40" fmla="*/ 895698 w 1027874"/>
              <a:gd name="connsiteY40" fmla="*/ 719578 h 1479635"/>
              <a:gd name="connsiteX41" fmla="*/ 946876 w 1027874"/>
              <a:gd name="connsiteY41" fmla="*/ 665610 h 1479635"/>
              <a:gd name="connsiteX42" fmla="*/ 949115 w 1027874"/>
              <a:gd name="connsiteY42" fmla="*/ 607185 h 1479635"/>
              <a:gd name="connsiteX43" fmla="*/ 897565 w 1027874"/>
              <a:gd name="connsiteY43" fmla="*/ 587643 h 1479635"/>
              <a:gd name="connsiteX44" fmla="*/ 879373 w 1027874"/>
              <a:gd name="connsiteY44" fmla="*/ 591524 h 1479635"/>
              <a:gd name="connsiteX45" fmla="*/ 752614 w 1027874"/>
              <a:gd name="connsiteY45" fmla="*/ 672752 h 1479635"/>
              <a:gd name="connsiteX46" fmla="*/ 834662 w 1027874"/>
              <a:gd name="connsiteY46" fmla="*/ 766264 h 1479635"/>
              <a:gd name="connsiteX0" fmla="*/ 554446 w 1027874"/>
              <a:gd name="connsiteY0" fmla="*/ 720873 h 1475368"/>
              <a:gd name="connsiteX1" fmla="*/ 602954 w 1027874"/>
              <a:gd name="connsiteY1" fmla="*/ 662758 h 1475368"/>
              <a:gd name="connsiteX2" fmla="*/ 595630 w 1027874"/>
              <a:gd name="connsiteY2" fmla="*/ 596132 h 1475368"/>
              <a:gd name="connsiteX3" fmla="*/ 551485 w 1027874"/>
              <a:gd name="connsiteY3" fmla="*/ 524134 h 1475368"/>
              <a:gd name="connsiteX4" fmla="*/ 436019 w 1027874"/>
              <a:gd name="connsiteY4" fmla="*/ 638235 h 1475368"/>
              <a:gd name="connsiteX5" fmla="*/ 434962 w 1027874"/>
              <a:gd name="connsiteY5" fmla="*/ 835413 h 1475368"/>
              <a:gd name="connsiteX6" fmla="*/ 379003 w 1027874"/>
              <a:gd name="connsiteY6" fmla="*/ 885489 h 1475368"/>
              <a:gd name="connsiteX7" fmla="*/ 388784 w 1027874"/>
              <a:gd name="connsiteY7" fmla="*/ 603933 h 1475368"/>
              <a:gd name="connsiteX8" fmla="*/ 501344 w 1027874"/>
              <a:gd name="connsiteY8" fmla="*/ 421938 h 1475368"/>
              <a:gd name="connsiteX9" fmla="*/ 430310 w 1027874"/>
              <a:gd name="connsiteY9" fmla="*/ 113132 h 1475368"/>
              <a:gd name="connsiteX10" fmla="*/ 576486 w 1027874"/>
              <a:gd name="connsiteY10" fmla="*/ 21 h 1475368"/>
              <a:gd name="connsiteX11" fmla="*/ 580297 w 1027874"/>
              <a:gd name="connsiteY11" fmla="*/ 107842 h 1475368"/>
              <a:gd name="connsiteX12" fmla="*/ 575682 w 1027874"/>
              <a:gd name="connsiteY12" fmla="*/ 261288 h 1475368"/>
              <a:gd name="connsiteX13" fmla="*/ 644494 w 1027874"/>
              <a:gd name="connsiteY13" fmla="*/ 586365 h 1475368"/>
              <a:gd name="connsiteX14" fmla="*/ 717776 w 1027874"/>
              <a:gd name="connsiteY14" fmla="*/ 588429 h 1475368"/>
              <a:gd name="connsiteX15" fmla="*/ 672289 w 1027874"/>
              <a:gd name="connsiteY15" fmla="*/ 320721 h 1475368"/>
              <a:gd name="connsiteX16" fmla="*/ 580430 w 1027874"/>
              <a:gd name="connsiteY16" fmla="*/ 105079 h 1475368"/>
              <a:gd name="connsiteX17" fmla="*/ 577248 w 1027874"/>
              <a:gd name="connsiteY17" fmla="*/ 840 h 1475368"/>
              <a:gd name="connsiteX18" fmla="*/ 711833 w 1027874"/>
              <a:gd name="connsiteY18" fmla="*/ 98039 h 1475368"/>
              <a:gd name="connsiteX19" fmla="*/ 805687 w 1027874"/>
              <a:gd name="connsiteY19" fmla="*/ 550421 h 1475368"/>
              <a:gd name="connsiteX20" fmla="*/ 884526 w 1027874"/>
              <a:gd name="connsiteY20" fmla="*/ 523951 h 1475368"/>
              <a:gd name="connsiteX21" fmla="*/ 951915 w 1027874"/>
              <a:gd name="connsiteY21" fmla="*/ 527889 h 1475368"/>
              <a:gd name="connsiteX22" fmla="*/ 1004902 w 1027874"/>
              <a:gd name="connsiteY22" fmla="*/ 569732 h 1475368"/>
              <a:gd name="connsiteX23" fmla="*/ 1005741 w 1027874"/>
              <a:gd name="connsiteY23" fmla="*/ 707152 h 1475368"/>
              <a:gd name="connsiteX24" fmla="*/ 895517 w 1027874"/>
              <a:gd name="connsiteY24" fmla="*/ 824008 h 1475368"/>
              <a:gd name="connsiteX25" fmla="*/ 865495 w 1027874"/>
              <a:gd name="connsiteY25" fmla="*/ 905910 h 1475368"/>
              <a:gd name="connsiteX26" fmla="*/ 577925 w 1027874"/>
              <a:gd name="connsiteY26" fmla="*/ 1178806 h 1475368"/>
              <a:gd name="connsiteX27" fmla="*/ 337116 w 1027874"/>
              <a:gd name="connsiteY27" fmla="*/ 1392646 h 1475368"/>
              <a:gd name="connsiteX28" fmla="*/ 267263 w 1027874"/>
              <a:gd name="connsiteY28" fmla="*/ 1449891 h 1475368"/>
              <a:gd name="connsiteX29" fmla="*/ 182570 w 1027874"/>
              <a:gd name="connsiteY29" fmla="*/ 1460346 h 1475368"/>
              <a:gd name="connsiteX30" fmla="*/ 0 w 1027874"/>
              <a:gd name="connsiteY30" fmla="*/ 1244557 h 1475368"/>
              <a:gd name="connsiteX31" fmla="*/ 91095 w 1027874"/>
              <a:gd name="connsiteY31" fmla="*/ 1162187 h 1475368"/>
              <a:gd name="connsiteX32" fmla="*/ 145470 w 1027874"/>
              <a:gd name="connsiteY32" fmla="*/ 1110893 h 1475368"/>
              <a:gd name="connsiteX33" fmla="*/ 554446 w 1027874"/>
              <a:gd name="connsiteY33" fmla="*/ 720873 h 1475368"/>
              <a:gd name="connsiteX34" fmla="*/ 210141 w 1027874"/>
              <a:gd name="connsiteY34" fmla="*/ 1403493 h 1475368"/>
              <a:gd name="connsiteX35" fmla="*/ 801991 w 1027874"/>
              <a:gd name="connsiteY35" fmla="*/ 858669 h 1475368"/>
              <a:gd name="connsiteX36" fmla="*/ 681672 w 1027874"/>
              <a:gd name="connsiteY36" fmla="*/ 697438 h 1475368"/>
              <a:gd name="connsiteX37" fmla="*/ 80562 w 1027874"/>
              <a:gd name="connsiteY37" fmla="*/ 1265812 h 1475368"/>
              <a:gd name="connsiteX38" fmla="*/ 210141 w 1027874"/>
              <a:gd name="connsiteY38" fmla="*/ 1403493 h 1475368"/>
              <a:gd name="connsiteX39" fmla="*/ 834662 w 1027874"/>
              <a:gd name="connsiteY39" fmla="*/ 766264 h 1475368"/>
              <a:gd name="connsiteX40" fmla="*/ 895698 w 1027874"/>
              <a:gd name="connsiteY40" fmla="*/ 719578 h 1475368"/>
              <a:gd name="connsiteX41" fmla="*/ 946876 w 1027874"/>
              <a:gd name="connsiteY41" fmla="*/ 665610 h 1475368"/>
              <a:gd name="connsiteX42" fmla="*/ 949115 w 1027874"/>
              <a:gd name="connsiteY42" fmla="*/ 607185 h 1475368"/>
              <a:gd name="connsiteX43" fmla="*/ 897565 w 1027874"/>
              <a:gd name="connsiteY43" fmla="*/ 587643 h 1475368"/>
              <a:gd name="connsiteX44" fmla="*/ 879373 w 1027874"/>
              <a:gd name="connsiteY44" fmla="*/ 591524 h 1475368"/>
              <a:gd name="connsiteX45" fmla="*/ 752614 w 1027874"/>
              <a:gd name="connsiteY45" fmla="*/ 672752 h 1475368"/>
              <a:gd name="connsiteX46" fmla="*/ 834662 w 1027874"/>
              <a:gd name="connsiteY46" fmla="*/ 766264 h 1475368"/>
              <a:gd name="connsiteX0" fmla="*/ 554446 w 1027874"/>
              <a:gd name="connsiteY0" fmla="*/ 720873 h 1544638"/>
              <a:gd name="connsiteX1" fmla="*/ 602954 w 1027874"/>
              <a:gd name="connsiteY1" fmla="*/ 662758 h 1544638"/>
              <a:gd name="connsiteX2" fmla="*/ 595630 w 1027874"/>
              <a:gd name="connsiteY2" fmla="*/ 596132 h 1544638"/>
              <a:gd name="connsiteX3" fmla="*/ 551485 w 1027874"/>
              <a:gd name="connsiteY3" fmla="*/ 524134 h 1544638"/>
              <a:gd name="connsiteX4" fmla="*/ 436019 w 1027874"/>
              <a:gd name="connsiteY4" fmla="*/ 638235 h 1544638"/>
              <a:gd name="connsiteX5" fmla="*/ 434962 w 1027874"/>
              <a:gd name="connsiteY5" fmla="*/ 835413 h 1544638"/>
              <a:gd name="connsiteX6" fmla="*/ 379003 w 1027874"/>
              <a:gd name="connsiteY6" fmla="*/ 885489 h 1544638"/>
              <a:gd name="connsiteX7" fmla="*/ 388784 w 1027874"/>
              <a:gd name="connsiteY7" fmla="*/ 603933 h 1544638"/>
              <a:gd name="connsiteX8" fmla="*/ 501344 w 1027874"/>
              <a:gd name="connsiteY8" fmla="*/ 421938 h 1544638"/>
              <a:gd name="connsiteX9" fmla="*/ 430310 w 1027874"/>
              <a:gd name="connsiteY9" fmla="*/ 113132 h 1544638"/>
              <a:gd name="connsiteX10" fmla="*/ 576486 w 1027874"/>
              <a:gd name="connsiteY10" fmla="*/ 21 h 1544638"/>
              <a:gd name="connsiteX11" fmla="*/ 580297 w 1027874"/>
              <a:gd name="connsiteY11" fmla="*/ 107842 h 1544638"/>
              <a:gd name="connsiteX12" fmla="*/ 575682 w 1027874"/>
              <a:gd name="connsiteY12" fmla="*/ 261288 h 1544638"/>
              <a:gd name="connsiteX13" fmla="*/ 644494 w 1027874"/>
              <a:gd name="connsiteY13" fmla="*/ 586365 h 1544638"/>
              <a:gd name="connsiteX14" fmla="*/ 717776 w 1027874"/>
              <a:gd name="connsiteY14" fmla="*/ 588429 h 1544638"/>
              <a:gd name="connsiteX15" fmla="*/ 672289 w 1027874"/>
              <a:gd name="connsiteY15" fmla="*/ 320721 h 1544638"/>
              <a:gd name="connsiteX16" fmla="*/ 580430 w 1027874"/>
              <a:gd name="connsiteY16" fmla="*/ 105079 h 1544638"/>
              <a:gd name="connsiteX17" fmla="*/ 577248 w 1027874"/>
              <a:gd name="connsiteY17" fmla="*/ 840 h 1544638"/>
              <a:gd name="connsiteX18" fmla="*/ 711833 w 1027874"/>
              <a:gd name="connsiteY18" fmla="*/ 98039 h 1544638"/>
              <a:gd name="connsiteX19" fmla="*/ 805687 w 1027874"/>
              <a:gd name="connsiteY19" fmla="*/ 550421 h 1544638"/>
              <a:gd name="connsiteX20" fmla="*/ 884526 w 1027874"/>
              <a:gd name="connsiteY20" fmla="*/ 523951 h 1544638"/>
              <a:gd name="connsiteX21" fmla="*/ 951915 w 1027874"/>
              <a:gd name="connsiteY21" fmla="*/ 527889 h 1544638"/>
              <a:gd name="connsiteX22" fmla="*/ 1004902 w 1027874"/>
              <a:gd name="connsiteY22" fmla="*/ 569732 h 1544638"/>
              <a:gd name="connsiteX23" fmla="*/ 1005741 w 1027874"/>
              <a:gd name="connsiteY23" fmla="*/ 707152 h 1544638"/>
              <a:gd name="connsiteX24" fmla="*/ 895517 w 1027874"/>
              <a:gd name="connsiteY24" fmla="*/ 824008 h 1544638"/>
              <a:gd name="connsiteX25" fmla="*/ 865495 w 1027874"/>
              <a:gd name="connsiteY25" fmla="*/ 905910 h 1544638"/>
              <a:gd name="connsiteX26" fmla="*/ 577925 w 1027874"/>
              <a:gd name="connsiteY26" fmla="*/ 1178806 h 1544638"/>
              <a:gd name="connsiteX27" fmla="*/ 337116 w 1027874"/>
              <a:gd name="connsiteY27" fmla="*/ 1392646 h 1544638"/>
              <a:gd name="connsiteX28" fmla="*/ 267263 w 1027874"/>
              <a:gd name="connsiteY28" fmla="*/ 1449891 h 1544638"/>
              <a:gd name="connsiteX29" fmla="*/ 103748 w 1027874"/>
              <a:gd name="connsiteY29" fmla="*/ 1537442 h 1544638"/>
              <a:gd name="connsiteX30" fmla="*/ 0 w 1027874"/>
              <a:gd name="connsiteY30" fmla="*/ 1244557 h 1544638"/>
              <a:gd name="connsiteX31" fmla="*/ 91095 w 1027874"/>
              <a:gd name="connsiteY31" fmla="*/ 1162187 h 1544638"/>
              <a:gd name="connsiteX32" fmla="*/ 145470 w 1027874"/>
              <a:gd name="connsiteY32" fmla="*/ 1110893 h 1544638"/>
              <a:gd name="connsiteX33" fmla="*/ 554446 w 1027874"/>
              <a:gd name="connsiteY33" fmla="*/ 720873 h 1544638"/>
              <a:gd name="connsiteX34" fmla="*/ 210141 w 1027874"/>
              <a:gd name="connsiteY34" fmla="*/ 1403493 h 1544638"/>
              <a:gd name="connsiteX35" fmla="*/ 801991 w 1027874"/>
              <a:gd name="connsiteY35" fmla="*/ 858669 h 1544638"/>
              <a:gd name="connsiteX36" fmla="*/ 681672 w 1027874"/>
              <a:gd name="connsiteY36" fmla="*/ 697438 h 1544638"/>
              <a:gd name="connsiteX37" fmla="*/ 80562 w 1027874"/>
              <a:gd name="connsiteY37" fmla="*/ 1265812 h 1544638"/>
              <a:gd name="connsiteX38" fmla="*/ 210141 w 1027874"/>
              <a:gd name="connsiteY38" fmla="*/ 1403493 h 1544638"/>
              <a:gd name="connsiteX39" fmla="*/ 834662 w 1027874"/>
              <a:gd name="connsiteY39" fmla="*/ 766264 h 1544638"/>
              <a:gd name="connsiteX40" fmla="*/ 895698 w 1027874"/>
              <a:gd name="connsiteY40" fmla="*/ 719578 h 1544638"/>
              <a:gd name="connsiteX41" fmla="*/ 946876 w 1027874"/>
              <a:gd name="connsiteY41" fmla="*/ 665610 h 1544638"/>
              <a:gd name="connsiteX42" fmla="*/ 949115 w 1027874"/>
              <a:gd name="connsiteY42" fmla="*/ 607185 h 1544638"/>
              <a:gd name="connsiteX43" fmla="*/ 897565 w 1027874"/>
              <a:gd name="connsiteY43" fmla="*/ 587643 h 1544638"/>
              <a:gd name="connsiteX44" fmla="*/ 879373 w 1027874"/>
              <a:gd name="connsiteY44" fmla="*/ 591524 h 1544638"/>
              <a:gd name="connsiteX45" fmla="*/ 752614 w 1027874"/>
              <a:gd name="connsiteY45" fmla="*/ 672752 h 1544638"/>
              <a:gd name="connsiteX46" fmla="*/ 834662 w 1027874"/>
              <a:gd name="connsiteY46" fmla="*/ 766264 h 1544638"/>
              <a:gd name="connsiteX0" fmla="*/ 554446 w 1027874"/>
              <a:gd name="connsiteY0" fmla="*/ 720873 h 1550740"/>
              <a:gd name="connsiteX1" fmla="*/ 602954 w 1027874"/>
              <a:gd name="connsiteY1" fmla="*/ 662758 h 1550740"/>
              <a:gd name="connsiteX2" fmla="*/ 595630 w 1027874"/>
              <a:gd name="connsiteY2" fmla="*/ 596132 h 1550740"/>
              <a:gd name="connsiteX3" fmla="*/ 551485 w 1027874"/>
              <a:gd name="connsiteY3" fmla="*/ 524134 h 1550740"/>
              <a:gd name="connsiteX4" fmla="*/ 436019 w 1027874"/>
              <a:gd name="connsiteY4" fmla="*/ 638235 h 1550740"/>
              <a:gd name="connsiteX5" fmla="*/ 434962 w 1027874"/>
              <a:gd name="connsiteY5" fmla="*/ 835413 h 1550740"/>
              <a:gd name="connsiteX6" fmla="*/ 379003 w 1027874"/>
              <a:gd name="connsiteY6" fmla="*/ 885489 h 1550740"/>
              <a:gd name="connsiteX7" fmla="*/ 388784 w 1027874"/>
              <a:gd name="connsiteY7" fmla="*/ 603933 h 1550740"/>
              <a:gd name="connsiteX8" fmla="*/ 501344 w 1027874"/>
              <a:gd name="connsiteY8" fmla="*/ 421938 h 1550740"/>
              <a:gd name="connsiteX9" fmla="*/ 430310 w 1027874"/>
              <a:gd name="connsiteY9" fmla="*/ 113132 h 1550740"/>
              <a:gd name="connsiteX10" fmla="*/ 576486 w 1027874"/>
              <a:gd name="connsiteY10" fmla="*/ 21 h 1550740"/>
              <a:gd name="connsiteX11" fmla="*/ 580297 w 1027874"/>
              <a:gd name="connsiteY11" fmla="*/ 107842 h 1550740"/>
              <a:gd name="connsiteX12" fmla="*/ 575682 w 1027874"/>
              <a:gd name="connsiteY12" fmla="*/ 261288 h 1550740"/>
              <a:gd name="connsiteX13" fmla="*/ 644494 w 1027874"/>
              <a:gd name="connsiteY13" fmla="*/ 586365 h 1550740"/>
              <a:gd name="connsiteX14" fmla="*/ 717776 w 1027874"/>
              <a:gd name="connsiteY14" fmla="*/ 588429 h 1550740"/>
              <a:gd name="connsiteX15" fmla="*/ 672289 w 1027874"/>
              <a:gd name="connsiteY15" fmla="*/ 320721 h 1550740"/>
              <a:gd name="connsiteX16" fmla="*/ 580430 w 1027874"/>
              <a:gd name="connsiteY16" fmla="*/ 105079 h 1550740"/>
              <a:gd name="connsiteX17" fmla="*/ 577248 w 1027874"/>
              <a:gd name="connsiteY17" fmla="*/ 840 h 1550740"/>
              <a:gd name="connsiteX18" fmla="*/ 711833 w 1027874"/>
              <a:gd name="connsiteY18" fmla="*/ 98039 h 1550740"/>
              <a:gd name="connsiteX19" fmla="*/ 805687 w 1027874"/>
              <a:gd name="connsiteY19" fmla="*/ 550421 h 1550740"/>
              <a:gd name="connsiteX20" fmla="*/ 884526 w 1027874"/>
              <a:gd name="connsiteY20" fmla="*/ 523951 h 1550740"/>
              <a:gd name="connsiteX21" fmla="*/ 951915 w 1027874"/>
              <a:gd name="connsiteY21" fmla="*/ 527889 h 1550740"/>
              <a:gd name="connsiteX22" fmla="*/ 1004902 w 1027874"/>
              <a:gd name="connsiteY22" fmla="*/ 569732 h 1550740"/>
              <a:gd name="connsiteX23" fmla="*/ 1005741 w 1027874"/>
              <a:gd name="connsiteY23" fmla="*/ 707152 h 1550740"/>
              <a:gd name="connsiteX24" fmla="*/ 895517 w 1027874"/>
              <a:gd name="connsiteY24" fmla="*/ 824008 h 1550740"/>
              <a:gd name="connsiteX25" fmla="*/ 865495 w 1027874"/>
              <a:gd name="connsiteY25" fmla="*/ 905910 h 1550740"/>
              <a:gd name="connsiteX26" fmla="*/ 577925 w 1027874"/>
              <a:gd name="connsiteY26" fmla="*/ 1178806 h 1550740"/>
              <a:gd name="connsiteX27" fmla="*/ 337116 w 1027874"/>
              <a:gd name="connsiteY27" fmla="*/ 1392646 h 1550740"/>
              <a:gd name="connsiteX28" fmla="*/ 219114 w 1027874"/>
              <a:gd name="connsiteY28" fmla="*/ 1489945 h 1550740"/>
              <a:gd name="connsiteX29" fmla="*/ 103748 w 1027874"/>
              <a:gd name="connsiteY29" fmla="*/ 1537442 h 1550740"/>
              <a:gd name="connsiteX30" fmla="*/ 0 w 1027874"/>
              <a:gd name="connsiteY30" fmla="*/ 1244557 h 1550740"/>
              <a:gd name="connsiteX31" fmla="*/ 91095 w 1027874"/>
              <a:gd name="connsiteY31" fmla="*/ 1162187 h 1550740"/>
              <a:gd name="connsiteX32" fmla="*/ 145470 w 1027874"/>
              <a:gd name="connsiteY32" fmla="*/ 1110893 h 1550740"/>
              <a:gd name="connsiteX33" fmla="*/ 554446 w 1027874"/>
              <a:gd name="connsiteY33" fmla="*/ 720873 h 1550740"/>
              <a:gd name="connsiteX34" fmla="*/ 210141 w 1027874"/>
              <a:gd name="connsiteY34" fmla="*/ 1403493 h 1550740"/>
              <a:gd name="connsiteX35" fmla="*/ 801991 w 1027874"/>
              <a:gd name="connsiteY35" fmla="*/ 858669 h 1550740"/>
              <a:gd name="connsiteX36" fmla="*/ 681672 w 1027874"/>
              <a:gd name="connsiteY36" fmla="*/ 697438 h 1550740"/>
              <a:gd name="connsiteX37" fmla="*/ 80562 w 1027874"/>
              <a:gd name="connsiteY37" fmla="*/ 1265812 h 1550740"/>
              <a:gd name="connsiteX38" fmla="*/ 210141 w 1027874"/>
              <a:gd name="connsiteY38" fmla="*/ 1403493 h 1550740"/>
              <a:gd name="connsiteX39" fmla="*/ 834662 w 1027874"/>
              <a:gd name="connsiteY39" fmla="*/ 766264 h 1550740"/>
              <a:gd name="connsiteX40" fmla="*/ 895698 w 1027874"/>
              <a:gd name="connsiteY40" fmla="*/ 719578 h 1550740"/>
              <a:gd name="connsiteX41" fmla="*/ 946876 w 1027874"/>
              <a:gd name="connsiteY41" fmla="*/ 665610 h 1550740"/>
              <a:gd name="connsiteX42" fmla="*/ 949115 w 1027874"/>
              <a:gd name="connsiteY42" fmla="*/ 607185 h 1550740"/>
              <a:gd name="connsiteX43" fmla="*/ 897565 w 1027874"/>
              <a:gd name="connsiteY43" fmla="*/ 587643 h 1550740"/>
              <a:gd name="connsiteX44" fmla="*/ 879373 w 1027874"/>
              <a:gd name="connsiteY44" fmla="*/ 591524 h 1550740"/>
              <a:gd name="connsiteX45" fmla="*/ 752614 w 1027874"/>
              <a:gd name="connsiteY45" fmla="*/ 672752 h 1550740"/>
              <a:gd name="connsiteX46" fmla="*/ 834662 w 1027874"/>
              <a:gd name="connsiteY46" fmla="*/ 766264 h 155074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50476 w 1102668"/>
              <a:gd name="connsiteY12" fmla="*/ 261288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84935 w 1102668"/>
              <a:gd name="connsiteY34" fmla="*/ 140349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155356 w 1102668"/>
              <a:gd name="connsiteY37" fmla="*/ 1265812 h 1545830"/>
              <a:gd name="connsiteX38" fmla="*/ 284935 w 1102668"/>
              <a:gd name="connsiteY38" fmla="*/ 140349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50476 w 1102668"/>
              <a:gd name="connsiteY12" fmla="*/ 261288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155356 w 1102668"/>
              <a:gd name="connsiteY37" fmla="*/ 1265812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50476 w 1102668"/>
              <a:gd name="connsiteY12" fmla="*/ 261288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19288 w 1102668"/>
              <a:gd name="connsiteY13" fmla="*/ 586365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27090 w 1102668"/>
              <a:gd name="connsiteY13" fmla="*/ 578712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5224 w 1102668"/>
              <a:gd name="connsiteY16" fmla="*/ 105079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5091 w 1102668"/>
              <a:gd name="connsiteY11" fmla="*/ 107842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0780 w 1102668"/>
              <a:gd name="connsiteY16" fmla="*/ 84942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0873 h 1545830"/>
              <a:gd name="connsiteX1" fmla="*/ 677748 w 1102668"/>
              <a:gd name="connsiteY1" fmla="*/ 662758 h 1545830"/>
              <a:gd name="connsiteX2" fmla="*/ 670424 w 1102668"/>
              <a:gd name="connsiteY2" fmla="*/ 596132 h 1545830"/>
              <a:gd name="connsiteX3" fmla="*/ 626279 w 1102668"/>
              <a:gd name="connsiteY3" fmla="*/ 524134 h 1545830"/>
              <a:gd name="connsiteX4" fmla="*/ 510813 w 1102668"/>
              <a:gd name="connsiteY4" fmla="*/ 638235 h 1545830"/>
              <a:gd name="connsiteX5" fmla="*/ 509756 w 1102668"/>
              <a:gd name="connsiteY5" fmla="*/ 835413 h 1545830"/>
              <a:gd name="connsiteX6" fmla="*/ 453797 w 1102668"/>
              <a:gd name="connsiteY6" fmla="*/ 885489 h 1545830"/>
              <a:gd name="connsiteX7" fmla="*/ 463578 w 1102668"/>
              <a:gd name="connsiteY7" fmla="*/ 603933 h 1545830"/>
              <a:gd name="connsiteX8" fmla="*/ 576138 w 1102668"/>
              <a:gd name="connsiteY8" fmla="*/ 421938 h 1545830"/>
              <a:gd name="connsiteX9" fmla="*/ 505104 w 1102668"/>
              <a:gd name="connsiteY9" fmla="*/ 113132 h 1545830"/>
              <a:gd name="connsiteX10" fmla="*/ 651280 w 1102668"/>
              <a:gd name="connsiteY10" fmla="*/ 21 h 1545830"/>
              <a:gd name="connsiteX11" fmla="*/ 653767 w 1102668"/>
              <a:gd name="connsiteY11" fmla="*/ 84643 h 1545830"/>
              <a:gd name="connsiteX12" fmla="*/ 615001 w 1102668"/>
              <a:gd name="connsiteY12" fmla="*/ 253220 h 1545830"/>
              <a:gd name="connsiteX13" fmla="*/ 730240 w 1102668"/>
              <a:gd name="connsiteY13" fmla="*/ 572560 h 1545830"/>
              <a:gd name="connsiteX14" fmla="*/ 792570 w 1102668"/>
              <a:gd name="connsiteY14" fmla="*/ 588429 h 1545830"/>
              <a:gd name="connsiteX15" fmla="*/ 747083 w 1102668"/>
              <a:gd name="connsiteY15" fmla="*/ 320721 h 1545830"/>
              <a:gd name="connsiteX16" fmla="*/ 650780 w 1102668"/>
              <a:gd name="connsiteY16" fmla="*/ 84942 h 1545830"/>
              <a:gd name="connsiteX17" fmla="*/ 652042 w 1102668"/>
              <a:gd name="connsiteY17" fmla="*/ 840 h 1545830"/>
              <a:gd name="connsiteX18" fmla="*/ 786627 w 1102668"/>
              <a:gd name="connsiteY18" fmla="*/ 98039 h 1545830"/>
              <a:gd name="connsiteX19" fmla="*/ 880481 w 1102668"/>
              <a:gd name="connsiteY19" fmla="*/ 550421 h 1545830"/>
              <a:gd name="connsiteX20" fmla="*/ 959320 w 1102668"/>
              <a:gd name="connsiteY20" fmla="*/ 523951 h 1545830"/>
              <a:gd name="connsiteX21" fmla="*/ 1026709 w 1102668"/>
              <a:gd name="connsiteY21" fmla="*/ 527889 h 1545830"/>
              <a:gd name="connsiteX22" fmla="*/ 1079696 w 1102668"/>
              <a:gd name="connsiteY22" fmla="*/ 569732 h 1545830"/>
              <a:gd name="connsiteX23" fmla="*/ 1080535 w 1102668"/>
              <a:gd name="connsiteY23" fmla="*/ 707152 h 1545830"/>
              <a:gd name="connsiteX24" fmla="*/ 970311 w 1102668"/>
              <a:gd name="connsiteY24" fmla="*/ 824008 h 1545830"/>
              <a:gd name="connsiteX25" fmla="*/ 940289 w 1102668"/>
              <a:gd name="connsiteY25" fmla="*/ 905910 h 1545830"/>
              <a:gd name="connsiteX26" fmla="*/ 652719 w 1102668"/>
              <a:gd name="connsiteY26" fmla="*/ 1178806 h 1545830"/>
              <a:gd name="connsiteX27" fmla="*/ 411910 w 1102668"/>
              <a:gd name="connsiteY27" fmla="*/ 1392646 h 1545830"/>
              <a:gd name="connsiteX28" fmla="*/ 293908 w 1102668"/>
              <a:gd name="connsiteY28" fmla="*/ 1489945 h 1545830"/>
              <a:gd name="connsiteX29" fmla="*/ 178542 w 1102668"/>
              <a:gd name="connsiteY29" fmla="*/ 1537442 h 1545830"/>
              <a:gd name="connsiteX30" fmla="*/ 0 w 1102668"/>
              <a:gd name="connsiteY30" fmla="*/ 1317995 h 1545830"/>
              <a:gd name="connsiteX31" fmla="*/ 165889 w 1102668"/>
              <a:gd name="connsiteY31" fmla="*/ 1162187 h 1545830"/>
              <a:gd name="connsiteX32" fmla="*/ 220264 w 1102668"/>
              <a:gd name="connsiteY32" fmla="*/ 1110893 h 1545830"/>
              <a:gd name="connsiteX33" fmla="*/ 629240 w 1102668"/>
              <a:gd name="connsiteY33" fmla="*/ 720873 h 1545830"/>
              <a:gd name="connsiteX34" fmla="*/ 208590 w 1102668"/>
              <a:gd name="connsiteY34" fmla="*/ 1469153 h 1545830"/>
              <a:gd name="connsiteX35" fmla="*/ 876785 w 1102668"/>
              <a:gd name="connsiteY35" fmla="*/ 858669 h 1545830"/>
              <a:gd name="connsiteX36" fmla="*/ 756466 w 1102668"/>
              <a:gd name="connsiteY36" fmla="*/ 697438 h 1545830"/>
              <a:gd name="connsiteX37" fmla="*/ 87611 w 1102668"/>
              <a:gd name="connsiteY37" fmla="*/ 1332848 h 1545830"/>
              <a:gd name="connsiteX38" fmla="*/ 208590 w 1102668"/>
              <a:gd name="connsiteY38" fmla="*/ 1469153 h 1545830"/>
              <a:gd name="connsiteX39" fmla="*/ 909456 w 1102668"/>
              <a:gd name="connsiteY39" fmla="*/ 766264 h 1545830"/>
              <a:gd name="connsiteX40" fmla="*/ 970492 w 1102668"/>
              <a:gd name="connsiteY40" fmla="*/ 719578 h 1545830"/>
              <a:gd name="connsiteX41" fmla="*/ 1021670 w 1102668"/>
              <a:gd name="connsiteY41" fmla="*/ 665610 h 1545830"/>
              <a:gd name="connsiteX42" fmla="*/ 1023909 w 1102668"/>
              <a:gd name="connsiteY42" fmla="*/ 607185 h 1545830"/>
              <a:gd name="connsiteX43" fmla="*/ 972359 w 1102668"/>
              <a:gd name="connsiteY43" fmla="*/ 587643 h 1545830"/>
              <a:gd name="connsiteX44" fmla="*/ 954167 w 1102668"/>
              <a:gd name="connsiteY44" fmla="*/ 591524 h 1545830"/>
              <a:gd name="connsiteX45" fmla="*/ 827408 w 1102668"/>
              <a:gd name="connsiteY45" fmla="*/ 672752 h 1545830"/>
              <a:gd name="connsiteX46" fmla="*/ 909456 w 1102668"/>
              <a:gd name="connsiteY46" fmla="*/ 766264 h 1545830"/>
              <a:gd name="connsiteX0" fmla="*/ 629240 w 1102668"/>
              <a:gd name="connsiteY0" fmla="*/ 721031 h 1545988"/>
              <a:gd name="connsiteX1" fmla="*/ 677748 w 1102668"/>
              <a:gd name="connsiteY1" fmla="*/ 662916 h 1545988"/>
              <a:gd name="connsiteX2" fmla="*/ 670424 w 1102668"/>
              <a:gd name="connsiteY2" fmla="*/ 596290 h 1545988"/>
              <a:gd name="connsiteX3" fmla="*/ 626279 w 1102668"/>
              <a:gd name="connsiteY3" fmla="*/ 524292 h 1545988"/>
              <a:gd name="connsiteX4" fmla="*/ 510813 w 1102668"/>
              <a:gd name="connsiteY4" fmla="*/ 638393 h 1545988"/>
              <a:gd name="connsiteX5" fmla="*/ 509756 w 1102668"/>
              <a:gd name="connsiteY5" fmla="*/ 835571 h 1545988"/>
              <a:gd name="connsiteX6" fmla="*/ 453797 w 1102668"/>
              <a:gd name="connsiteY6" fmla="*/ 885647 h 1545988"/>
              <a:gd name="connsiteX7" fmla="*/ 463578 w 1102668"/>
              <a:gd name="connsiteY7" fmla="*/ 604091 h 1545988"/>
              <a:gd name="connsiteX8" fmla="*/ 576138 w 1102668"/>
              <a:gd name="connsiteY8" fmla="*/ 422096 h 1545988"/>
              <a:gd name="connsiteX9" fmla="*/ 505104 w 1102668"/>
              <a:gd name="connsiteY9" fmla="*/ 113290 h 1545988"/>
              <a:gd name="connsiteX10" fmla="*/ 651280 w 1102668"/>
              <a:gd name="connsiteY10" fmla="*/ 179 h 1545988"/>
              <a:gd name="connsiteX11" fmla="*/ 653767 w 1102668"/>
              <a:gd name="connsiteY11" fmla="*/ 84801 h 1545988"/>
              <a:gd name="connsiteX12" fmla="*/ 615001 w 1102668"/>
              <a:gd name="connsiteY12" fmla="*/ 253378 h 1545988"/>
              <a:gd name="connsiteX13" fmla="*/ 730240 w 1102668"/>
              <a:gd name="connsiteY13" fmla="*/ 572718 h 1545988"/>
              <a:gd name="connsiteX14" fmla="*/ 792570 w 1102668"/>
              <a:gd name="connsiteY14" fmla="*/ 588587 h 1545988"/>
              <a:gd name="connsiteX15" fmla="*/ 747083 w 1102668"/>
              <a:gd name="connsiteY15" fmla="*/ 320879 h 1545988"/>
              <a:gd name="connsiteX16" fmla="*/ 650885 w 1102668"/>
              <a:gd name="connsiteY16" fmla="*/ 74144 h 1545988"/>
              <a:gd name="connsiteX17" fmla="*/ 652042 w 1102668"/>
              <a:gd name="connsiteY17" fmla="*/ 998 h 1545988"/>
              <a:gd name="connsiteX18" fmla="*/ 786627 w 1102668"/>
              <a:gd name="connsiteY18" fmla="*/ 98197 h 1545988"/>
              <a:gd name="connsiteX19" fmla="*/ 880481 w 1102668"/>
              <a:gd name="connsiteY19" fmla="*/ 550579 h 1545988"/>
              <a:gd name="connsiteX20" fmla="*/ 959320 w 1102668"/>
              <a:gd name="connsiteY20" fmla="*/ 524109 h 1545988"/>
              <a:gd name="connsiteX21" fmla="*/ 1026709 w 1102668"/>
              <a:gd name="connsiteY21" fmla="*/ 528047 h 1545988"/>
              <a:gd name="connsiteX22" fmla="*/ 1079696 w 1102668"/>
              <a:gd name="connsiteY22" fmla="*/ 569890 h 1545988"/>
              <a:gd name="connsiteX23" fmla="*/ 1080535 w 1102668"/>
              <a:gd name="connsiteY23" fmla="*/ 707310 h 1545988"/>
              <a:gd name="connsiteX24" fmla="*/ 970311 w 1102668"/>
              <a:gd name="connsiteY24" fmla="*/ 824166 h 1545988"/>
              <a:gd name="connsiteX25" fmla="*/ 940289 w 1102668"/>
              <a:gd name="connsiteY25" fmla="*/ 906068 h 1545988"/>
              <a:gd name="connsiteX26" fmla="*/ 652719 w 1102668"/>
              <a:gd name="connsiteY26" fmla="*/ 1178964 h 1545988"/>
              <a:gd name="connsiteX27" fmla="*/ 411910 w 1102668"/>
              <a:gd name="connsiteY27" fmla="*/ 1392804 h 1545988"/>
              <a:gd name="connsiteX28" fmla="*/ 293908 w 1102668"/>
              <a:gd name="connsiteY28" fmla="*/ 1490103 h 1545988"/>
              <a:gd name="connsiteX29" fmla="*/ 178542 w 1102668"/>
              <a:gd name="connsiteY29" fmla="*/ 1537600 h 1545988"/>
              <a:gd name="connsiteX30" fmla="*/ 0 w 1102668"/>
              <a:gd name="connsiteY30" fmla="*/ 1318153 h 1545988"/>
              <a:gd name="connsiteX31" fmla="*/ 165889 w 1102668"/>
              <a:gd name="connsiteY31" fmla="*/ 1162345 h 1545988"/>
              <a:gd name="connsiteX32" fmla="*/ 220264 w 1102668"/>
              <a:gd name="connsiteY32" fmla="*/ 1111051 h 1545988"/>
              <a:gd name="connsiteX33" fmla="*/ 629240 w 1102668"/>
              <a:gd name="connsiteY33" fmla="*/ 721031 h 1545988"/>
              <a:gd name="connsiteX34" fmla="*/ 208590 w 1102668"/>
              <a:gd name="connsiteY34" fmla="*/ 1469311 h 1545988"/>
              <a:gd name="connsiteX35" fmla="*/ 876785 w 1102668"/>
              <a:gd name="connsiteY35" fmla="*/ 858827 h 1545988"/>
              <a:gd name="connsiteX36" fmla="*/ 756466 w 1102668"/>
              <a:gd name="connsiteY36" fmla="*/ 697596 h 1545988"/>
              <a:gd name="connsiteX37" fmla="*/ 87611 w 1102668"/>
              <a:gd name="connsiteY37" fmla="*/ 1333006 h 1545988"/>
              <a:gd name="connsiteX38" fmla="*/ 208590 w 1102668"/>
              <a:gd name="connsiteY38" fmla="*/ 1469311 h 1545988"/>
              <a:gd name="connsiteX39" fmla="*/ 909456 w 1102668"/>
              <a:gd name="connsiteY39" fmla="*/ 766422 h 1545988"/>
              <a:gd name="connsiteX40" fmla="*/ 970492 w 1102668"/>
              <a:gd name="connsiteY40" fmla="*/ 719736 h 1545988"/>
              <a:gd name="connsiteX41" fmla="*/ 1021670 w 1102668"/>
              <a:gd name="connsiteY41" fmla="*/ 665768 h 1545988"/>
              <a:gd name="connsiteX42" fmla="*/ 1023909 w 1102668"/>
              <a:gd name="connsiteY42" fmla="*/ 607343 h 1545988"/>
              <a:gd name="connsiteX43" fmla="*/ 972359 w 1102668"/>
              <a:gd name="connsiteY43" fmla="*/ 587801 h 1545988"/>
              <a:gd name="connsiteX44" fmla="*/ 954167 w 1102668"/>
              <a:gd name="connsiteY44" fmla="*/ 591682 h 1545988"/>
              <a:gd name="connsiteX45" fmla="*/ 827408 w 1102668"/>
              <a:gd name="connsiteY45" fmla="*/ 672910 h 1545988"/>
              <a:gd name="connsiteX46" fmla="*/ 909456 w 1102668"/>
              <a:gd name="connsiteY46" fmla="*/ 766422 h 1545988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3767 w 1102668"/>
              <a:gd name="connsiteY11" fmla="*/ 84644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52042 w 1102668"/>
              <a:gd name="connsiteY17" fmla="*/ 84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6106 w 1102668"/>
              <a:gd name="connsiteY11" fmla="*/ 78732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52042 w 1102668"/>
              <a:gd name="connsiteY17" fmla="*/ 84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6106 w 1102668"/>
              <a:gd name="connsiteY11" fmla="*/ 78732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52042 w 1102668"/>
              <a:gd name="connsiteY17" fmla="*/ 84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20874 h 1545831"/>
              <a:gd name="connsiteX1" fmla="*/ 677748 w 1102668"/>
              <a:gd name="connsiteY1" fmla="*/ 662759 h 1545831"/>
              <a:gd name="connsiteX2" fmla="*/ 670424 w 1102668"/>
              <a:gd name="connsiteY2" fmla="*/ 596133 h 1545831"/>
              <a:gd name="connsiteX3" fmla="*/ 626279 w 1102668"/>
              <a:gd name="connsiteY3" fmla="*/ 524135 h 1545831"/>
              <a:gd name="connsiteX4" fmla="*/ 510813 w 1102668"/>
              <a:gd name="connsiteY4" fmla="*/ 638236 h 1545831"/>
              <a:gd name="connsiteX5" fmla="*/ 509756 w 1102668"/>
              <a:gd name="connsiteY5" fmla="*/ 835414 h 1545831"/>
              <a:gd name="connsiteX6" fmla="*/ 453797 w 1102668"/>
              <a:gd name="connsiteY6" fmla="*/ 885490 h 1545831"/>
              <a:gd name="connsiteX7" fmla="*/ 463578 w 1102668"/>
              <a:gd name="connsiteY7" fmla="*/ 603934 h 1545831"/>
              <a:gd name="connsiteX8" fmla="*/ 576138 w 1102668"/>
              <a:gd name="connsiteY8" fmla="*/ 421939 h 1545831"/>
              <a:gd name="connsiteX9" fmla="*/ 505104 w 1102668"/>
              <a:gd name="connsiteY9" fmla="*/ 113133 h 1545831"/>
              <a:gd name="connsiteX10" fmla="*/ 651280 w 1102668"/>
              <a:gd name="connsiteY10" fmla="*/ 22 h 1545831"/>
              <a:gd name="connsiteX11" fmla="*/ 656106 w 1102668"/>
              <a:gd name="connsiteY11" fmla="*/ 78732 h 1545831"/>
              <a:gd name="connsiteX12" fmla="*/ 615001 w 1102668"/>
              <a:gd name="connsiteY12" fmla="*/ 253221 h 1545831"/>
              <a:gd name="connsiteX13" fmla="*/ 730240 w 1102668"/>
              <a:gd name="connsiteY13" fmla="*/ 572561 h 1545831"/>
              <a:gd name="connsiteX14" fmla="*/ 792570 w 1102668"/>
              <a:gd name="connsiteY14" fmla="*/ 588430 h 1545831"/>
              <a:gd name="connsiteX15" fmla="*/ 747083 w 1102668"/>
              <a:gd name="connsiteY15" fmla="*/ 320722 h 1545831"/>
              <a:gd name="connsiteX16" fmla="*/ 655388 w 1102668"/>
              <a:gd name="connsiteY16" fmla="*/ 80422 h 1545831"/>
              <a:gd name="connsiteX17" fmla="*/ 645164 w 1102668"/>
              <a:gd name="connsiteY17" fmla="*/ 3971 h 1545831"/>
              <a:gd name="connsiteX18" fmla="*/ 786627 w 1102668"/>
              <a:gd name="connsiteY18" fmla="*/ 98040 h 1545831"/>
              <a:gd name="connsiteX19" fmla="*/ 880481 w 1102668"/>
              <a:gd name="connsiteY19" fmla="*/ 550422 h 1545831"/>
              <a:gd name="connsiteX20" fmla="*/ 959320 w 1102668"/>
              <a:gd name="connsiteY20" fmla="*/ 523952 h 1545831"/>
              <a:gd name="connsiteX21" fmla="*/ 1026709 w 1102668"/>
              <a:gd name="connsiteY21" fmla="*/ 527890 h 1545831"/>
              <a:gd name="connsiteX22" fmla="*/ 1079696 w 1102668"/>
              <a:gd name="connsiteY22" fmla="*/ 569733 h 1545831"/>
              <a:gd name="connsiteX23" fmla="*/ 1080535 w 1102668"/>
              <a:gd name="connsiteY23" fmla="*/ 707153 h 1545831"/>
              <a:gd name="connsiteX24" fmla="*/ 970311 w 1102668"/>
              <a:gd name="connsiteY24" fmla="*/ 824009 h 1545831"/>
              <a:gd name="connsiteX25" fmla="*/ 940289 w 1102668"/>
              <a:gd name="connsiteY25" fmla="*/ 905911 h 1545831"/>
              <a:gd name="connsiteX26" fmla="*/ 652719 w 1102668"/>
              <a:gd name="connsiteY26" fmla="*/ 1178807 h 1545831"/>
              <a:gd name="connsiteX27" fmla="*/ 411910 w 1102668"/>
              <a:gd name="connsiteY27" fmla="*/ 1392647 h 1545831"/>
              <a:gd name="connsiteX28" fmla="*/ 293908 w 1102668"/>
              <a:gd name="connsiteY28" fmla="*/ 1489946 h 1545831"/>
              <a:gd name="connsiteX29" fmla="*/ 178542 w 1102668"/>
              <a:gd name="connsiteY29" fmla="*/ 1537443 h 1545831"/>
              <a:gd name="connsiteX30" fmla="*/ 0 w 1102668"/>
              <a:gd name="connsiteY30" fmla="*/ 1317996 h 1545831"/>
              <a:gd name="connsiteX31" fmla="*/ 165889 w 1102668"/>
              <a:gd name="connsiteY31" fmla="*/ 1162188 h 1545831"/>
              <a:gd name="connsiteX32" fmla="*/ 220264 w 1102668"/>
              <a:gd name="connsiteY32" fmla="*/ 1110894 h 1545831"/>
              <a:gd name="connsiteX33" fmla="*/ 629240 w 1102668"/>
              <a:gd name="connsiteY33" fmla="*/ 720874 h 1545831"/>
              <a:gd name="connsiteX34" fmla="*/ 208590 w 1102668"/>
              <a:gd name="connsiteY34" fmla="*/ 1469154 h 1545831"/>
              <a:gd name="connsiteX35" fmla="*/ 876785 w 1102668"/>
              <a:gd name="connsiteY35" fmla="*/ 858670 h 1545831"/>
              <a:gd name="connsiteX36" fmla="*/ 756466 w 1102668"/>
              <a:gd name="connsiteY36" fmla="*/ 697439 h 1545831"/>
              <a:gd name="connsiteX37" fmla="*/ 87611 w 1102668"/>
              <a:gd name="connsiteY37" fmla="*/ 1332849 h 1545831"/>
              <a:gd name="connsiteX38" fmla="*/ 208590 w 1102668"/>
              <a:gd name="connsiteY38" fmla="*/ 1469154 h 1545831"/>
              <a:gd name="connsiteX39" fmla="*/ 909456 w 1102668"/>
              <a:gd name="connsiteY39" fmla="*/ 766265 h 1545831"/>
              <a:gd name="connsiteX40" fmla="*/ 970492 w 1102668"/>
              <a:gd name="connsiteY40" fmla="*/ 719579 h 1545831"/>
              <a:gd name="connsiteX41" fmla="*/ 1021670 w 1102668"/>
              <a:gd name="connsiteY41" fmla="*/ 665611 h 1545831"/>
              <a:gd name="connsiteX42" fmla="*/ 1023909 w 1102668"/>
              <a:gd name="connsiteY42" fmla="*/ 607186 h 1545831"/>
              <a:gd name="connsiteX43" fmla="*/ 972359 w 1102668"/>
              <a:gd name="connsiteY43" fmla="*/ 587644 h 1545831"/>
              <a:gd name="connsiteX44" fmla="*/ 954167 w 1102668"/>
              <a:gd name="connsiteY44" fmla="*/ 591525 h 1545831"/>
              <a:gd name="connsiteX45" fmla="*/ 827408 w 1102668"/>
              <a:gd name="connsiteY45" fmla="*/ 672753 h 1545831"/>
              <a:gd name="connsiteX46" fmla="*/ 909456 w 1102668"/>
              <a:gd name="connsiteY46" fmla="*/ 766265 h 1545831"/>
              <a:gd name="connsiteX0" fmla="*/ 629240 w 1102668"/>
              <a:gd name="connsiteY0" fmla="*/ 717430 h 1542387"/>
              <a:gd name="connsiteX1" fmla="*/ 677748 w 1102668"/>
              <a:gd name="connsiteY1" fmla="*/ 659315 h 1542387"/>
              <a:gd name="connsiteX2" fmla="*/ 670424 w 1102668"/>
              <a:gd name="connsiteY2" fmla="*/ 592689 h 1542387"/>
              <a:gd name="connsiteX3" fmla="*/ 626279 w 1102668"/>
              <a:gd name="connsiteY3" fmla="*/ 520691 h 1542387"/>
              <a:gd name="connsiteX4" fmla="*/ 510813 w 1102668"/>
              <a:gd name="connsiteY4" fmla="*/ 634792 h 1542387"/>
              <a:gd name="connsiteX5" fmla="*/ 509756 w 1102668"/>
              <a:gd name="connsiteY5" fmla="*/ 831970 h 1542387"/>
              <a:gd name="connsiteX6" fmla="*/ 453797 w 1102668"/>
              <a:gd name="connsiteY6" fmla="*/ 882046 h 1542387"/>
              <a:gd name="connsiteX7" fmla="*/ 463578 w 1102668"/>
              <a:gd name="connsiteY7" fmla="*/ 600490 h 1542387"/>
              <a:gd name="connsiteX8" fmla="*/ 576138 w 1102668"/>
              <a:gd name="connsiteY8" fmla="*/ 418495 h 1542387"/>
              <a:gd name="connsiteX9" fmla="*/ 505104 w 1102668"/>
              <a:gd name="connsiteY9" fmla="*/ 109689 h 1542387"/>
              <a:gd name="connsiteX10" fmla="*/ 637541 w 1102668"/>
              <a:gd name="connsiteY10" fmla="*/ 1012 h 1542387"/>
              <a:gd name="connsiteX11" fmla="*/ 656106 w 1102668"/>
              <a:gd name="connsiteY11" fmla="*/ 75288 h 1542387"/>
              <a:gd name="connsiteX12" fmla="*/ 615001 w 1102668"/>
              <a:gd name="connsiteY12" fmla="*/ 249777 h 1542387"/>
              <a:gd name="connsiteX13" fmla="*/ 730240 w 1102668"/>
              <a:gd name="connsiteY13" fmla="*/ 569117 h 1542387"/>
              <a:gd name="connsiteX14" fmla="*/ 792570 w 1102668"/>
              <a:gd name="connsiteY14" fmla="*/ 584986 h 1542387"/>
              <a:gd name="connsiteX15" fmla="*/ 747083 w 1102668"/>
              <a:gd name="connsiteY15" fmla="*/ 317278 h 1542387"/>
              <a:gd name="connsiteX16" fmla="*/ 655388 w 1102668"/>
              <a:gd name="connsiteY16" fmla="*/ 76978 h 1542387"/>
              <a:gd name="connsiteX17" fmla="*/ 645164 w 1102668"/>
              <a:gd name="connsiteY17" fmla="*/ 527 h 1542387"/>
              <a:gd name="connsiteX18" fmla="*/ 786627 w 1102668"/>
              <a:gd name="connsiteY18" fmla="*/ 94596 h 1542387"/>
              <a:gd name="connsiteX19" fmla="*/ 880481 w 1102668"/>
              <a:gd name="connsiteY19" fmla="*/ 546978 h 1542387"/>
              <a:gd name="connsiteX20" fmla="*/ 959320 w 1102668"/>
              <a:gd name="connsiteY20" fmla="*/ 520508 h 1542387"/>
              <a:gd name="connsiteX21" fmla="*/ 1026709 w 1102668"/>
              <a:gd name="connsiteY21" fmla="*/ 524446 h 1542387"/>
              <a:gd name="connsiteX22" fmla="*/ 1079696 w 1102668"/>
              <a:gd name="connsiteY22" fmla="*/ 566289 h 1542387"/>
              <a:gd name="connsiteX23" fmla="*/ 1080535 w 1102668"/>
              <a:gd name="connsiteY23" fmla="*/ 703709 h 1542387"/>
              <a:gd name="connsiteX24" fmla="*/ 970311 w 1102668"/>
              <a:gd name="connsiteY24" fmla="*/ 820565 h 1542387"/>
              <a:gd name="connsiteX25" fmla="*/ 940289 w 1102668"/>
              <a:gd name="connsiteY25" fmla="*/ 902467 h 1542387"/>
              <a:gd name="connsiteX26" fmla="*/ 652719 w 1102668"/>
              <a:gd name="connsiteY26" fmla="*/ 1175363 h 1542387"/>
              <a:gd name="connsiteX27" fmla="*/ 411910 w 1102668"/>
              <a:gd name="connsiteY27" fmla="*/ 1389203 h 1542387"/>
              <a:gd name="connsiteX28" fmla="*/ 293908 w 1102668"/>
              <a:gd name="connsiteY28" fmla="*/ 1486502 h 1542387"/>
              <a:gd name="connsiteX29" fmla="*/ 178542 w 1102668"/>
              <a:gd name="connsiteY29" fmla="*/ 1533999 h 1542387"/>
              <a:gd name="connsiteX30" fmla="*/ 0 w 1102668"/>
              <a:gd name="connsiteY30" fmla="*/ 1314552 h 1542387"/>
              <a:gd name="connsiteX31" fmla="*/ 165889 w 1102668"/>
              <a:gd name="connsiteY31" fmla="*/ 1158744 h 1542387"/>
              <a:gd name="connsiteX32" fmla="*/ 220264 w 1102668"/>
              <a:gd name="connsiteY32" fmla="*/ 1107450 h 1542387"/>
              <a:gd name="connsiteX33" fmla="*/ 629240 w 1102668"/>
              <a:gd name="connsiteY33" fmla="*/ 717430 h 1542387"/>
              <a:gd name="connsiteX34" fmla="*/ 208590 w 1102668"/>
              <a:gd name="connsiteY34" fmla="*/ 1465710 h 1542387"/>
              <a:gd name="connsiteX35" fmla="*/ 876785 w 1102668"/>
              <a:gd name="connsiteY35" fmla="*/ 855226 h 1542387"/>
              <a:gd name="connsiteX36" fmla="*/ 756466 w 1102668"/>
              <a:gd name="connsiteY36" fmla="*/ 693995 h 1542387"/>
              <a:gd name="connsiteX37" fmla="*/ 87611 w 1102668"/>
              <a:gd name="connsiteY37" fmla="*/ 1329405 h 1542387"/>
              <a:gd name="connsiteX38" fmla="*/ 208590 w 1102668"/>
              <a:gd name="connsiteY38" fmla="*/ 1465710 h 1542387"/>
              <a:gd name="connsiteX39" fmla="*/ 909456 w 1102668"/>
              <a:gd name="connsiteY39" fmla="*/ 762821 h 1542387"/>
              <a:gd name="connsiteX40" fmla="*/ 970492 w 1102668"/>
              <a:gd name="connsiteY40" fmla="*/ 716135 h 1542387"/>
              <a:gd name="connsiteX41" fmla="*/ 1021670 w 1102668"/>
              <a:gd name="connsiteY41" fmla="*/ 662167 h 1542387"/>
              <a:gd name="connsiteX42" fmla="*/ 1023909 w 1102668"/>
              <a:gd name="connsiteY42" fmla="*/ 603742 h 1542387"/>
              <a:gd name="connsiteX43" fmla="*/ 972359 w 1102668"/>
              <a:gd name="connsiteY43" fmla="*/ 584200 h 1542387"/>
              <a:gd name="connsiteX44" fmla="*/ 954167 w 1102668"/>
              <a:gd name="connsiteY44" fmla="*/ 588081 h 1542387"/>
              <a:gd name="connsiteX45" fmla="*/ 827408 w 1102668"/>
              <a:gd name="connsiteY45" fmla="*/ 669309 h 1542387"/>
              <a:gd name="connsiteX46" fmla="*/ 909456 w 1102668"/>
              <a:gd name="connsiteY46" fmla="*/ 762821 h 1542387"/>
              <a:gd name="connsiteX0" fmla="*/ 629240 w 1102668"/>
              <a:gd name="connsiteY0" fmla="*/ 720789 h 1545746"/>
              <a:gd name="connsiteX1" fmla="*/ 677748 w 1102668"/>
              <a:gd name="connsiteY1" fmla="*/ 662674 h 1545746"/>
              <a:gd name="connsiteX2" fmla="*/ 670424 w 1102668"/>
              <a:gd name="connsiteY2" fmla="*/ 596048 h 1545746"/>
              <a:gd name="connsiteX3" fmla="*/ 626279 w 1102668"/>
              <a:gd name="connsiteY3" fmla="*/ 524050 h 1545746"/>
              <a:gd name="connsiteX4" fmla="*/ 510813 w 1102668"/>
              <a:gd name="connsiteY4" fmla="*/ 638151 h 1545746"/>
              <a:gd name="connsiteX5" fmla="*/ 509756 w 1102668"/>
              <a:gd name="connsiteY5" fmla="*/ 835329 h 1545746"/>
              <a:gd name="connsiteX6" fmla="*/ 453797 w 1102668"/>
              <a:gd name="connsiteY6" fmla="*/ 885405 h 1545746"/>
              <a:gd name="connsiteX7" fmla="*/ 463578 w 1102668"/>
              <a:gd name="connsiteY7" fmla="*/ 603849 h 1545746"/>
              <a:gd name="connsiteX8" fmla="*/ 576138 w 1102668"/>
              <a:gd name="connsiteY8" fmla="*/ 421854 h 1545746"/>
              <a:gd name="connsiteX9" fmla="*/ 505104 w 1102668"/>
              <a:gd name="connsiteY9" fmla="*/ 113048 h 1545746"/>
              <a:gd name="connsiteX10" fmla="*/ 637541 w 1102668"/>
              <a:gd name="connsiteY10" fmla="*/ 4371 h 1545746"/>
              <a:gd name="connsiteX11" fmla="*/ 656106 w 1102668"/>
              <a:gd name="connsiteY11" fmla="*/ 78647 h 1545746"/>
              <a:gd name="connsiteX12" fmla="*/ 615001 w 1102668"/>
              <a:gd name="connsiteY12" fmla="*/ 253136 h 1545746"/>
              <a:gd name="connsiteX13" fmla="*/ 730240 w 1102668"/>
              <a:gd name="connsiteY13" fmla="*/ 572476 h 1545746"/>
              <a:gd name="connsiteX14" fmla="*/ 792570 w 1102668"/>
              <a:gd name="connsiteY14" fmla="*/ 588345 h 1545746"/>
              <a:gd name="connsiteX15" fmla="*/ 747083 w 1102668"/>
              <a:gd name="connsiteY15" fmla="*/ 320637 h 1545746"/>
              <a:gd name="connsiteX16" fmla="*/ 655388 w 1102668"/>
              <a:gd name="connsiteY16" fmla="*/ 80337 h 1545746"/>
              <a:gd name="connsiteX17" fmla="*/ 665285 w 1102668"/>
              <a:gd name="connsiteY17" fmla="*/ 426 h 1545746"/>
              <a:gd name="connsiteX18" fmla="*/ 786627 w 1102668"/>
              <a:gd name="connsiteY18" fmla="*/ 97955 h 1545746"/>
              <a:gd name="connsiteX19" fmla="*/ 880481 w 1102668"/>
              <a:gd name="connsiteY19" fmla="*/ 550337 h 1545746"/>
              <a:gd name="connsiteX20" fmla="*/ 959320 w 1102668"/>
              <a:gd name="connsiteY20" fmla="*/ 523867 h 1545746"/>
              <a:gd name="connsiteX21" fmla="*/ 1026709 w 1102668"/>
              <a:gd name="connsiteY21" fmla="*/ 527805 h 1545746"/>
              <a:gd name="connsiteX22" fmla="*/ 1079696 w 1102668"/>
              <a:gd name="connsiteY22" fmla="*/ 569648 h 1545746"/>
              <a:gd name="connsiteX23" fmla="*/ 1080535 w 1102668"/>
              <a:gd name="connsiteY23" fmla="*/ 707068 h 1545746"/>
              <a:gd name="connsiteX24" fmla="*/ 970311 w 1102668"/>
              <a:gd name="connsiteY24" fmla="*/ 823924 h 1545746"/>
              <a:gd name="connsiteX25" fmla="*/ 940289 w 1102668"/>
              <a:gd name="connsiteY25" fmla="*/ 905826 h 1545746"/>
              <a:gd name="connsiteX26" fmla="*/ 652719 w 1102668"/>
              <a:gd name="connsiteY26" fmla="*/ 1178722 h 1545746"/>
              <a:gd name="connsiteX27" fmla="*/ 411910 w 1102668"/>
              <a:gd name="connsiteY27" fmla="*/ 1392562 h 1545746"/>
              <a:gd name="connsiteX28" fmla="*/ 293908 w 1102668"/>
              <a:gd name="connsiteY28" fmla="*/ 1489861 h 1545746"/>
              <a:gd name="connsiteX29" fmla="*/ 178542 w 1102668"/>
              <a:gd name="connsiteY29" fmla="*/ 1537358 h 1545746"/>
              <a:gd name="connsiteX30" fmla="*/ 0 w 1102668"/>
              <a:gd name="connsiteY30" fmla="*/ 1317911 h 1545746"/>
              <a:gd name="connsiteX31" fmla="*/ 165889 w 1102668"/>
              <a:gd name="connsiteY31" fmla="*/ 1162103 h 1545746"/>
              <a:gd name="connsiteX32" fmla="*/ 220264 w 1102668"/>
              <a:gd name="connsiteY32" fmla="*/ 1110809 h 1545746"/>
              <a:gd name="connsiteX33" fmla="*/ 629240 w 1102668"/>
              <a:gd name="connsiteY33" fmla="*/ 720789 h 1545746"/>
              <a:gd name="connsiteX34" fmla="*/ 208590 w 1102668"/>
              <a:gd name="connsiteY34" fmla="*/ 1469069 h 1545746"/>
              <a:gd name="connsiteX35" fmla="*/ 876785 w 1102668"/>
              <a:gd name="connsiteY35" fmla="*/ 858585 h 1545746"/>
              <a:gd name="connsiteX36" fmla="*/ 756466 w 1102668"/>
              <a:gd name="connsiteY36" fmla="*/ 697354 h 1545746"/>
              <a:gd name="connsiteX37" fmla="*/ 87611 w 1102668"/>
              <a:gd name="connsiteY37" fmla="*/ 1332764 h 1545746"/>
              <a:gd name="connsiteX38" fmla="*/ 208590 w 1102668"/>
              <a:gd name="connsiteY38" fmla="*/ 1469069 h 1545746"/>
              <a:gd name="connsiteX39" fmla="*/ 909456 w 1102668"/>
              <a:gd name="connsiteY39" fmla="*/ 766180 h 1545746"/>
              <a:gd name="connsiteX40" fmla="*/ 970492 w 1102668"/>
              <a:gd name="connsiteY40" fmla="*/ 719494 h 1545746"/>
              <a:gd name="connsiteX41" fmla="*/ 1021670 w 1102668"/>
              <a:gd name="connsiteY41" fmla="*/ 665526 h 1545746"/>
              <a:gd name="connsiteX42" fmla="*/ 1023909 w 1102668"/>
              <a:gd name="connsiteY42" fmla="*/ 607101 h 1545746"/>
              <a:gd name="connsiteX43" fmla="*/ 972359 w 1102668"/>
              <a:gd name="connsiteY43" fmla="*/ 587559 h 1545746"/>
              <a:gd name="connsiteX44" fmla="*/ 954167 w 1102668"/>
              <a:gd name="connsiteY44" fmla="*/ 591440 h 1545746"/>
              <a:gd name="connsiteX45" fmla="*/ 827408 w 1102668"/>
              <a:gd name="connsiteY45" fmla="*/ 672668 h 1545746"/>
              <a:gd name="connsiteX46" fmla="*/ 909456 w 1102668"/>
              <a:gd name="connsiteY46" fmla="*/ 766180 h 1545746"/>
              <a:gd name="connsiteX0" fmla="*/ 629240 w 1102668"/>
              <a:gd name="connsiteY0" fmla="*/ 720900 h 1545857"/>
              <a:gd name="connsiteX1" fmla="*/ 677748 w 1102668"/>
              <a:gd name="connsiteY1" fmla="*/ 662785 h 1545857"/>
              <a:gd name="connsiteX2" fmla="*/ 670424 w 1102668"/>
              <a:gd name="connsiteY2" fmla="*/ 596159 h 1545857"/>
              <a:gd name="connsiteX3" fmla="*/ 626279 w 1102668"/>
              <a:gd name="connsiteY3" fmla="*/ 524161 h 1545857"/>
              <a:gd name="connsiteX4" fmla="*/ 510813 w 1102668"/>
              <a:gd name="connsiteY4" fmla="*/ 638262 h 1545857"/>
              <a:gd name="connsiteX5" fmla="*/ 509756 w 1102668"/>
              <a:gd name="connsiteY5" fmla="*/ 835440 h 1545857"/>
              <a:gd name="connsiteX6" fmla="*/ 453797 w 1102668"/>
              <a:gd name="connsiteY6" fmla="*/ 885516 h 1545857"/>
              <a:gd name="connsiteX7" fmla="*/ 463578 w 1102668"/>
              <a:gd name="connsiteY7" fmla="*/ 603960 h 1545857"/>
              <a:gd name="connsiteX8" fmla="*/ 576138 w 1102668"/>
              <a:gd name="connsiteY8" fmla="*/ 421965 h 1545857"/>
              <a:gd name="connsiteX9" fmla="*/ 505104 w 1102668"/>
              <a:gd name="connsiteY9" fmla="*/ 113159 h 1545857"/>
              <a:gd name="connsiteX10" fmla="*/ 637541 w 1102668"/>
              <a:gd name="connsiteY10" fmla="*/ 4482 h 1545857"/>
              <a:gd name="connsiteX11" fmla="*/ 656106 w 1102668"/>
              <a:gd name="connsiteY11" fmla="*/ 78758 h 1545857"/>
              <a:gd name="connsiteX12" fmla="*/ 615001 w 1102668"/>
              <a:gd name="connsiteY12" fmla="*/ 253247 h 1545857"/>
              <a:gd name="connsiteX13" fmla="*/ 730240 w 1102668"/>
              <a:gd name="connsiteY13" fmla="*/ 572587 h 1545857"/>
              <a:gd name="connsiteX14" fmla="*/ 792570 w 1102668"/>
              <a:gd name="connsiteY14" fmla="*/ 588456 h 1545857"/>
              <a:gd name="connsiteX15" fmla="*/ 747083 w 1102668"/>
              <a:gd name="connsiteY15" fmla="*/ 320748 h 1545857"/>
              <a:gd name="connsiteX16" fmla="*/ 655388 w 1102668"/>
              <a:gd name="connsiteY16" fmla="*/ 80448 h 1545857"/>
              <a:gd name="connsiteX17" fmla="*/ 653416 w 1102668"/>
              <a:gd name="connsiteY17" fmla="*/ 423 h 1545857"/>
              <a:gd name="connsiteX18" fmla="*/ 786627 w 1102668"/>
              <a:gd name="connsiteY18" fmla="*/ 98066 h 1545857"/>
              <a:gd name="connsiteX19" fmla="*/ 880481 w 1102668"/>
              <a:gd name="connsiteY19" fmla="*/ 550448 h 1545857"/>
              <a:gd name="connsiteX20" fmla="*/ 959320 w 1102668"/>
              <a:gd name="connsiteY20" fmla="*/ 523978 h 1545857"/>
              <a:gd name="connsiteX21" fmla="*/ 1026709 w 1102668"/>
              <a:gd name="connsiteY21" fmla="*/ 527916 h 1545857"/>
              <a:gd name="connsiteX22" fmla="*/ 1079696 w 1102668"/>
              <a:gd name="connsiteY22" fmla="*/ 569759 h 1545857"/>
              <a:gd name="connsiteX23" fmla="*/ 1080535 w 1102668"/>
              <a:gd name="connsiteY23" fmla="*/ 707179 h 1545857"/>
              <a:gd name="connsiteX24" fmla="*/ 970311 w 1102668"/>
              <a:gd name="connsiteY24" fmla="*/ 824035 h 1545857"/>
              <a:gd name="connsiteX25" fmla="*/ 940289 w 1102668"/>
              <a:gd name="connsiteY25" fmla="*/ 905937 h 1545857"/>
              <a:gd name="connsiteX26" fmla="*/ 652719 w 1102668"/>
              <a:gd name="connsiteY26" fmla="*/ 1178833 h 1545857"/>
              <a:gd name="connsiteX27" fmla="*/ 411910 w 1102668"/>
              <a:gd name="connsiteY27" fmla="*/ 1392673 h 1545857"/>
              <a:gd name="connsiteX28" fmla="*/ 293908 w 1102668"/>
              <a:gd name="connsiteY28" fmla="*/ 1489972 h 1545857"/>
              <a:gd name="connsiteX29" fmla="*/ 178542 w 1102668"/>
              <a:gd name="connsiteY29" fmla="*/ 1537469 h 1545857"/>
              <a:gd name="connsiteX30" fmla="*/ 0 w 1102668"/>
              <a:gd name="connsiteY30" fmla="*/ 1318022 h 1545857"/>
              <a:gd name="connsiteX31" fmla="*/ 165889 w 1102668"/>
              <a:gd name="connsiteY31" fmla="*/ 1162214 h 1545857"/>
              <a:gd name="connsiteX32" fmla="*/ 220264 w 1102668"/>
              <a:gd name="connsiteY32" fmla="*/ 1110920 h 1545857"/>
              <a:gd name="connsiteX33" fmla="*/ 629240 w 1102668"/>
              <a:gd name="connsiteY33" fmla="*/ 720900 h 1545857"/>
              <a:gd name="connsiteX34" fmla="*/ 208590 w 1102668"/>
              <a:gd name="connsiteY34" fmla="*/ 1469180 h 1545857"/>
              <a:gd name="connsiteX35" fmla="*/ 876785 w 1102668"/>
              <a:gd name="connsiteY35" fmla="*/ 858696 h 1545857"/>
              <a:gd name="connsiteX36" fmla="*/ 756466 w 1102668"/>
              <a:gd name="connsiteY36" fmla="*/ 697465 h 1545857"/>
              <a:gd name="connsiteX37" fmla="*/ 87611 w 1102668"/>
              <a:gd name="connsiteY37" fmla="*/ 1332875 h 1545857"/>
              <a:gd name="connsiteX38" fmla="*/ 208590 w 1102668"/>
              <a:gd name="connsiteY38" fmla="*/ 1469180 h 1545857"/>
              <a:gd name="connsiteX39" fmla="*/ 909456 w 1102668"/>
              <a:gd name="connsiteY39" fmla="*/ 766291 h 1545857"/>
              <a:gd name="connsiteX40" fmla="*/ 970492 w 1102668"/>
              <a:gd name="connsiteY40" fmla="*/ 719605 h 1545857"/>
              <a:gd name="connsiteX41" fmla="*/ 1021670 w 1102668"/>
              <a:gd name="connsiteY41" fmla="*/ 665637 h 1545857"/>
              <a:gd name="connsiteX42" fmla="*/ 1023909 w 1102668"/>
              <a:gd name="connsiteY42" fmla="*/ 607212 h 1545857"/>
              <a:gd name="connsiteX43" fmla="*/ 972359 w 1102668"/>
              <a:gd name="connsiteY43" fmla="*/ 587670 h 1545857"/>
              <a:gd name="connsiteX44" fmla="*/ 954167 w 1102668"/>
              <a:gd name="connsiteY44" fmla="*/ 591551 h 1545857"/>
              <a:gd name="connsiteX45" fmla="*/ 827408 w 1102668"/>
              <a:gd name="connsiteY45" fmla="*/ 672779 h 1545857"/>
              <a:gd name="connsiteX46" fmla="*/ 909456 w 1102668"/>
              <a:gd name="connsiteY46" fmla="*/ 766291 h 1545857"/>
              <a:gd name="connsiteX0" fmla="*/ 629240 w 1102668"/>
              <a:gd name="connsiteY0" fmla="*/ 720900 h 1545857"/>
              <a:gd name="connsiteX1" fmla="*/ 677748 w 1102668"/>
              <a:gd name="connsiteY1" fmla="*/ 662785 h 1545857"/>
              <a:gd name="connsiteX2" fmla="*/ 670424 w 1102668"/>
              <a:gd name="connsiteY2" fmla="*/ 596159 h 1545857"/>
              <a:gd name="connsiteX3" fmla="*/ 626279 w 1102668"/>
              <a:gd name="connsiteY3" fmla="*/ 524161 h 1545857"/>
              <a:gd name="connsiteX4" fmla="*/ 510813 w 1102668"/>
              <a:gd name="connsiteY4" fmla="*/ 638262 h 1545857"/>
              <a:gd name="connsiteX5" fmla="*/ 509756 w 1102668"/>
              <a:gd name="connsiteY5" fmla="*/ 835440 h 1545857"/>
              <a:gd name="connsiteX6" fmla="*/ 453797 w 1102668"/>
              <a:gd name="connsiteY6" fmla="*/ 885516 h 1545857"/>
              <a:gd name="connsiteX7" fmla="*/ 463578 w 1102668"/>
              <a:gd name="connsiteY7" fmla="*/ 603960 h 1545857"/>
              <a:gd name="connsiteX8" fmla="*/ 576138 w 1102668"/>
              <a:gd name="connsiteY8" fmla="*/ 421965 h 1545857"/>
              <a:gd name="connsiteX9" fmla="*/ 505104 w 1102668"/>
              <a:gd name="connsiteY9" fmla="*/ 113159 h 1545857"/>
              <a:gd name="connsiteX10" fmla="*/ 637541 w 1102668"/>
              <a:gd name="connsiteY10" fmla="*/ 4482 h 1545857"/>
              <a:gd name="connsiteX11" fmla="*/ 656106 w 1102668"/>
              <a:gd name="connsiteY11" fmla="*/ 78758 h 1545857"/>
              <a:gd name="connsiteX12" fmla="*/ 615001 w 1102668"/>
              <a:gd name="connsiteY12" fmla="*/ 253247 h 1545857"/>
              <a:gd name="connsiteX13" fmla="*/ 730240 w 1102668"/>
              <a:gd name="connsiteY13" fmla="*/ 572587 h 1545857"/>
              <a:gd name="connsiteX14" fmla="*/ 792570 w 1102668"/>
              <a:gd name="connsiteY14" fmla="*/ 588456 h 1545857"/>
              <a:gd name="connsiteX15" fmla="*/ 747083 w 1102668"/>
              <a:gd name="connsiteY15" fmla="*/ 320748 h 1545857"/>
              <a:gd name="connsiteX16" fmla="*/ 655388 w 1102668"/>
              <a:gd name="connsiteY16" fmla="*/ 80448 h 1545857"/>
              <a:gd name="connsiteX17" fmla="*/ 653416 w 1102668"/>
              <a:gd name="connsiteY17" fmla="*/ 423 h 1545857"/>
              <a:gd name="connsiteX18" fmla="*/ 786627 w 1102668"/>
              <a:gd name="connsiteY18" fmla="*/ 98066 h 1545857"/>
              <a:gd name="connsiteX19" fmla="*/ 880481 w 1102668"/>
              <a:gd name="connsiteY19" fmla="*/ 550448 h 1545857"/>
              <a:gd name="connsiteX20" fmla="*/ 959320 w 1102668"/>
              <a:gd name="connsiteY20" fmla="*/ 523978 h 1545857"/>
              <a:gd name="connsiteX21" fmla="*/ 1026709 w 1102668"/>
              <a:gd name="connsiteY21" fmla="*/ 527916 h 1545857"/>
              <a:gd name="connsiteX22" fmla="*/ 1079696 w 1102668"/>
              <a:gd name="connsiteY22" fmla="*/ 569759 h 1545857"/>
              <a:gd name="connsiteX23" fmla="*/ 1080535 w 1102668"/>
              <a:gd name="connsiteY23" fmla="*/ 707179 h 1545857"/>
              <a:gd name="connsiteX24" fmla="*/ 970311 w 1102668"/>
              <a:gd name="connsiteY24" fmla="*/ 824035 h 1545857"/>
              <a:gd name="connsiteX25" fmla="*/ 940289 w 1102668"/>
              <a:gd name="connsiteY25" fmla="*/ 905937 h 1545857"/>
              <a:gd name="connsiteX26" fmla="*/ 652719 w 1102668"/>
              <a:gd name="connsiteY26" fmla="*/ 1178833 h 1545857"/>
              <a:gd name="connsiteX27" fmla="*/ 411910 w 1102668"/>
              <a:gd name="connsiteY27" fmla="*/ 1392673 h 1545857"/>
              <a:gd name="connsiteX28" fmla="*/ 293908 w 1102668"/>
              <a:gd name="connsiteY28" fmla="*/ 1489972 h 1545857"/>
              <a:gd name="connsiteX29" fmla="*/ 178542 w 1102668"/>
              <a:gd name="connsiteY29" fmla="*/ 1537469 h 1545857"/>
              <a:gd name="connsiteX30" fmla="*/ 0 w 1102668"/>
              <a:gd name="connsiteY30" fmla="*/ 1318022 h 1545857"/>
              <a:gd name="connsiteX31" fmla="*/ 165889 w 1102668"/>
              <a:gd name="connsiteY31" fmla="*/ 1162214 h 1545857"/>
              <a:gd name="connsiteX32" fmla="*/ 220264 w 1102668"/>
              <a:gd name="connsiteY32" fmla="*/ 1110920 h 1545857"/>
              <a:gd name="connsiteX33" fmla="*/ 629240 w 1102668"/>
              <a:gd name="connsiteY33" fmla="*/ 720900 h 1545857"/>
              <a:gd name="connsiteX34" fmla="*/ 208590 w 1102668"/>
              <a:gd name="connsiteY34" fmla="*/ 1469180 h 1545857"/>
              <a:gd name="connsiteX35" fmla="*/ 876785 w 1102668"/>
              <a:gd name="connsiteY35" fmla="*/ 858696 h 1545857"/>
              <a:gd name="connsiteX36" fmla="*/ 756466 w 1102668"/>
              <a:gd name="connsiteY36" fmla="*/ 697465 h 1545857"/>
              <a:gd name="connsiteX37" fmla="*/ 87611 w 1102668"/>
              <a:gd name="connsiteY37" fmla="*/ 1332875 h 1545857"/>
              <a:gd name="connsiteX38" fmla="*/ 208590 w 1102668"/>
              <a:gd name="connsiteY38" fmla="*/ 1469180 h 1545857"/>
              <a:gd name="connsiteX39" fmla="*/ 909456 w 1102668"/>
              <a:gd name="connsiteY39" fmla="*/ 766291 h 1545857"/>
              <a:gd name="connsiteX40" fmla="*/ 970492 w 1102668"/>
              <a:gd name="connsiteY40" fmla="*/ 719605 h 1545857"/>
              <a:gd name="connsiteX41" fmla="*/ 1021670 w 1102668"/>
              <a:gd name="connsiteY41" fmla="*/ 665637 h 1545857"/>
              <a:gd name="connsiteX42" fmla="*/ 1023909 w 1102668"/>
              <a:gd name="connsiteY42" fmla="*/ 607212 h 1545857"/>
              <a:gd name="connsiteX43" fmla="*/ 972359 w 1102668"/>
              <a:gd name="connsiteY43" fmla="*/ 587670 h 1545857"/>
              <a:gd name="connsiteX44" fmla="*/ 954167 w 1102668"/>
              <a:gd name="connsiteY44" fmla="*/ 591551 h 1545857"/>
              <a:gd name="connsiteX45" fmla="*/ 827408 w 1102668"/>
              <a:gd name="connsiteY45" fmla="*/ 672779 h 1545857"/>
              <a:gd name="connsiteX46" fmla="*/ 909456 w 1102668"/>
              <a:gd name="connsiteY46" fmla="*/ 766291 h 1545857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37541 w 1102668"/>
              <a:gd name="connsiteY10" fmla="*/ 4059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5388 w 1102668"/>
              <a:gd name="connsiteY16" fmla="*/ 8002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4501 w 1102668"/>
              <a:gd name="connsiteY16" fmla="*/ 77277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6106 w 1102668"/>
              <a:gd name="connsiteY11" fmla="*/ 78335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70953 w 1102668"/>
              <a:gd name="connsiteY16" fmla="*/ 75609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49255 w 1102668"/>
              <a:gd name="connsiteY11" fmla="*/ 78726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70953 w 1102668"/>
              <a:gd name="connsiteY16" fmla="*/ 75609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49255 w 1102668"/>
              <a:gd name="connsiteY11" fmla="*/ 78726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9510 w 1102668"/>
              <a:gd name="connsiteY16" fmla="*/ 7869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20477 h 1545434"/>
              <a:gd name="connsiteX1" fmla="*/ 677748 w 1102668"/>
              <a:gd name="connsiteY1" fmla="*/ 662362 h 1545434"/>
              <a:gd name="connsiteX2" fmla="*/ 670424 w 1102668"/>
              <a:gd name="connsiteY2" fmla="*/ 595736 h 1545434"/>
              <a:gd name="connsiteX3" fmla="*/ 626279 w 1102668"/>
              <a:gd name="connsiteY3" fmla="*/ 523738 h 1545434"/>
              <a:gd name="connsiteX4" fmla="*/ 510813 w 1102668"/>
              <a:gd name="connsiteY4" fmla="*/ 637839 h 1545434"/>
              <a:gd name="connsiteX5" fmla="*/ 509756 w 1102668"/>
              <a:gd name="connsiteY5" fmla="*/ 835017 h 1545434"/>
              <a:gd name="connsiteX6" fmla="*/ 453797 w 1102668"/>
              <a:gd name="connsiteY6" fmla="*/ 885093 h 1545434"/>
              <a:gd name="connsiteX7" fmla="*/ 463578 w 1102668"/>
              <a:gd name="connsiteY7" fmla="*/ 603537 h 1545434"/>
              <a:gd name="connsiteX8" fmla="*/ 576138 w 1102668"/>
              <a:gd name="connsiteY8" fmla="*/ 421542 h 1545434"/>
              <a:gd name="connsiteX9" fmla="*/ 505104 w 1102668"/>
              <a:gd name="connsiteY9" fmla="*/ 112736 h 1545434"/>
              <a:gd name="connsiteX10" fmla="*/ 654923 w 1102668"/>
              <a:gd name="connsiteY10" fmla="*/ 573 h 1545434"/>
              <a:gd name="connsiteX11" fmla="*/ 654281 w 1102668"/>
              <a:gd name="connsiteY11" fmla="*/ 78318 h 1545434"/>
              <a:gd name="connsiteX12" fmla="*/ 615001 w 1102668"/>
              <a:gd name="connsiteY12" fmla="*/ 252824 h 1545434"/>
              <a:gd name="connsiteX13" fmla="*/ 730240 w 1102668"/>
              <a:gd name="connsiteY13" fmla="*/ 572164 h 1545434"/>
              <a:gd name="connsiteX14" fmla="*/ 792570 w 1102668"/>
              <a:gd name="connsiteY14" fmla="*/ 588033 h 1545434"/>
              <a:gd name="connsiteX15" fmla="*/ 747083 w 1102668"/>
              <a:gd name="connsiteY15" fmla="*/ 320325 h 1545434"/>
              <a:gd name="connsiteX16" fmla="*/ 659510 w 1102668"/>
              <a:gd name="connsiteY16" fmla="*/ 78695 h 1545434"/>
              <a:gd name="connsiteX17" fmla="*/ 653416 w 1102668"/>
              <a:gd name="connsiteY17" fmla="*/ 0 h 1545434"/>
              <a:gd name="connsiteX18" fmla="*/ 786627 w 1102668"/>
              <a:gd name="connsiteY18" fmla="*/ 97643 h 1545434"/>
              <a:gd name="connsiteX19" fmla="*/ 880481 w 1102668"/>
              <a:gd name="connsiteY19" fmla="*/ 550025 h 1545434"/>
              <a:gd name="connsiteX20" fmla="*/ 959320 w 1102668"/>
              <a:gd name="connsiteY20" fmla="*/ 523555 h 1545434"/>
              <a:gd name="connsiteX21" fmla="*/ 1026709 w 1102668"/>
              <a:gd name="connsiteY21" fmla="*/ 527493 h 1545434"/>
              <a:gd name="connsiteX22" fmla="*/ 1079696 w 1102668"/>
              <a:gd name="connsiteY22" fmla="*/ 569336 h 1545434"/>
              <a:gd name="connsiteX23" fmla="*/ 1080535 w 1102668"/>
              <a:gd name="connsiteY23" fmla="*/ 706756 h 1545434"/>
              <a:gd name="connsiteX24" fmla="*/ 970311 w 1102668"/>
              <a:gd name="connsiteY24" fmla="*/ 823612 h 1545434"/>
              <a:gd name="connsiteX25" fmla="*/ 940289 w 1102668"/>
              <a:gd name="connsiteY25" fmla="*/ 905514 h 1545434"/>
              <a:gd name="connsiteX26" fmla="*/ 652719 w 1102668"/>
              <a:gd name="connsiteY26" fmla="*/ 1178410 h 1545434"/>
              <a:gd name="connsiteX27" fmla="*/ 411910 w 1102668"/>
              <a:gd name="connsiteY27" fmla="*/ 1392250 h 1545434"/>
              <a:gd name="connsiteX28" fmla="*/ 293908 w 1102668"/>
              <a:gd name="connsiteY28" fmla="*/ 1489549 h 1545434"/>
              <a:gd name="connsiteX29" fmla="*/ 178542 w 1102668"/>
              <a:gd name="connsiteY29" fmla="*/ 1537046 h 1545434"/>
              <a:gd name="connsiteX30" fmla="*/ 0 w 1102668"/>
              <a:gd name="connsiteY30" fmla="*/ 1317599 h 1545434"/>
              <a:gd name="connsiteX31" fmla="*/ 165889 w 1102668"/>
              <a:gd name="connsiteY31" fmla="*/ 1161791 h 1545434"/>
              <a:gd name="connsiteX32" fmla="*/ 220264 w 1102668"/>
              <a:gd name="connsiteY32" fmla="*/ 1110497 h 1545434"/>
              <a:gd name="connsiteX33" fmla="*/ 629240 w 1102668"/>
              <a:gd name="connsiteY33" fmla="*/ 720477 h 1545434"/>
              <a:gd name="connsiteX34" fmla="*/ 208590 w 1102668"/>
              <a:gd name="connsiteY34" fmla="*/ 1468757 h 1545434"/>
              <a:gd name="connsiteX35" fmla="*/ 876785 w 1102668"/>
              <a:gd name="connsiteY35" fmla="*/ 858273 h 1545434"/>
              <a:gd name="connsiteX36" fmla="*/ 756466 w 1102668"/>
              <a:gd name="connsiteY36" fmla="*/ 697042 h 1545434"/>
              <a:gd name="connsiteX37" fmla="*/ 87611 w 1102668"/>
              <a:gd name="connsiteY37" fmla="*/ 1332452 h 1545434"/>
              <a:gd name="connsiteX38" fmla="*/ 208590 w 1102668"/>
              <a:gd name="connsiteY38" fmla="*/ 1468757 h 1545434"/>
              <a:gd name="connsiteX39" fmla="*/ 909456 w 1102668"/>
              <a:gd name="connsiteY39" fmla="*/ 765868 h 1545434"/>
              <a:gd name="connsiteX40" fmla="*/ 970492 w 1102668"/>
              <a:gd name="connsiteY40" fmla="*/ 719182 h 1545434"/>
              <a:gd name="connsiteX41" fmla="*/ 1021670 w 1102668"/>
              <a:gd name="connsiteY41" fmla="*/ 665214 h 1545434"/>
              <a:gd name="connsiteX42" fmla="*/ 1023909 w 1102668"/>
              <a:gd name="connsiteY42" fmla="*/ 606789 h 1545434"/>
              <a:gd name="connsiteX43" fmla="*/ 972359 w 1102668"/>
              <a:gd name="connsiteY43" fmla="*/ 587247 h 1545434"/>
              <a:gd name="connsiteX44" fmla="*/ 954167 w 1102668"/>
              <a:gd name="connsiteY44" fmla="*/ 591128 h 1545434"/>
              <a:gd name="connsiteX45" fmla="*/ 827408 w 1102668"/>
              <a:gd name="connsiteY45" fmla="*/ 672356 h 1545434"/>
              <a:gd name="connsiteX46" fmla="*/ 909456 w 1102668"/>
              <a:gd name="connsiteY46" fmla="*/ 765868 h 1545434"/>
              <a:gd name="connsiteX0" fmla="*/ 629240 w 1102668"/>
              <a:gd name="connsiteY0" fmla="*/ 719904 h 1544861"/>
              <a:gd name="connsiteX1" fmla="*/ 677748 w 1102668"/>
              <a:gd name="connsiteY1" fmla="*/ 661789 h 1544861"/>
              <a:gd name="connsiteX2" fmla="*/ 670424 w 1102668"/>
              <a:gd name="connsiteY2" fmla="*/ 595163 h 1544861"/>
              <a:gd name="connsiteX3" fmla="*/ 626279 w 1102668"/>
              <a:gd name="connsiteY3" fmla="*/ 523165 h 1544861"/>
              <a:gd name="connsiteX4" fmla="*/ 510813 w 1102668"/>
              <a:gd name="connsiteY4" fmla="*/ 637266 h 1544861"/>
              <a:gd name="connsiteX5" fmla="*/ 509756 w 1102668"/>
              <a:gd name="connsiteY5" fmla="*/ 834444 h 1544861"/>
              <a:gd name="connsiteX6" fmla="*/ 453797 w 1102668"/>
              <a:gd name="connsiteY6" fmla="*/ 884520 h 1544861"/>
              <a:gd name="connsiteX7" fmla="*/ 463578 w 1102668"/>
              <a:gd name="connsiteY7" fmla="*/ 602964 h 1544861"/>
              <a:gd name="connsiteX8" fmla="*/ 576138 w 1102668"/>
              <a:gd name="connsiteY8" fmla="*/ 420969 h 1544861"/>
              <a:gd name="connsiteX9" fmla="*/ 505104 w 1102668"/>
              <a:gd name="connsiteY9" fmla="*/ 112163 h 1544861"/>
              <a:gd name="connsiteX10" fmla="*/ 654923 w 1102668"/>
              <a:gd name="connsiteY10" fmla="*/ 0 h 1544861"/>
              <a:gd name="connsiteX11" fmla="*/ 654281 w 1102668"/>
              <a:gd name="connsiteY11" fmla="*/ 77745 h 1544861"/>
              <a:gd name="connsiteX12" fmla="*/ 615001 w 1102668"/>
              <a:gd name="connsiteY12" fmla="*/ 252251 h 1544861"/>
              <a:gd name="connsiteX13" fmla="*/ 730240 w 1102668"/>
              <a:gd name="connsiteY13" fmla="*/ 571591 h 1544861"/>
              <a:gd name="connsiteX14" fmla="*/ 792570 w 1102668"/>
              <a:gd name="connsiteY14" fmla="*/ 587460 h 1544861"/>
              <a:gd name="connsiteX15" fmla="*/ 747083 w 1102668"/>
              <a:gd name="connsiteY15" fmla="*/ 319752 h 1544861"/>
              <a:gd name="connsiteX16" fmla="*/ 659510 w 1102668"/>
              <a:gd name="connsiteY16" fmla="*/ 78122 h 1544861"/>
              <a:gd name="connsiteX17" fmla="*/ 662989 w 1102668"/>
              <a:gd name="connsiteY17" fmla="*/ 888 h 1544861"/>
              <a:gd name="connsiteX18" fmla="*/ 786627 w 1102668"/>
              <a:gd name="connsiteY18" fmla="*/ 97070 h 1544861"/>
              <a:gd name="connsiteX19" fmla="*/ 880481 w 1102668"/>
              <a:gd name="connsiteY19" fmla="*/ 549452 h 1544861"/>
              <a:gd name="connsiteX20" fmla="*/ 959320 w 1102668"/>
              <a:gd name="connsiteY20" fmla="*/ 522982 h 1544861"/>
              <a:gd name="connsiteX21" fmla="*/ 1026709 w 1102668"/>
              <a:gd name="connsiteY21" fmla="*/ 526920 h 1544861"/>
              <a:gd name="connsiteX22" fmla="*/ 1079696 w 1102668"/>
              <a:gd name="connsiteY22" fmla="*/ 568763 h 1544861"/>
              <a:gd name="connsiteX23" fmla="*/ 1080535 w 1102668"/>
              <a:gd name="connsiteY23" fmla="*/ 706183 h 1544861"/>
              <a:gd name="connsiteX24" fmla="*/ 970311 w 1102668"/>
              <a:gd name="connsiteY24" fmla="*/ 823039 h 1544861"/>
              <a:gd name="connsiteX25" fmla="*/ 940289 w 1102668"/>
              <a:gd name="connsiteY25" fmla="*/ 904941 h 1544861"/>
              <a:gd name="connsiteX26" fmla="*/ 652719 w 1102668"/>
              <a:gd name="connsiteY26" fmla="*/ 1177837 h 1544861"/>
              <a:gd name="connsiteX27" fmla="*/ 411910 w 1102668"/>
              <a:gd name="connsiteY27" fmla="*/ 1391677 h 1544861"/>
              <a:gd name="connsiteX28" fmla="*/ 293908 w 1102668"/>
              <a:gd name="connsiteY28" fmla="*/ 1488976 h 1544861"/>
              <a:gd name="connsiteX29" fmla="*/ 178542 w 1102668"/>
              <a:gd name="connsiteY29" fmla="*/ 1536473 h 1544861"/>
              <a:gd name="connsiteX30" fmla="*/ 0 w 1102668"/>
              <a:gd name="connsiteY30" fmla="*/ 1317026 h 1544861"/>
              <a:gd name="connsiteX31" fmla="*/ 165889 w 1102668"/>
              <a:gd name="connsiteY31" fmla="*/ 1161218 h 1544861"/>
              <a:gd name="connsiteX32" fmla="*/ 220264 w 1102668"/>
              <a:gd name="connsiteY32" fmla="*/ 1109924 h 1544861"/>
              <a:gd name="connsiteX33" fmla="*/ 629240 w 1102668"/>
              <a:gd name="connsiteY33" fmla="*/ 719904 h 1544861"/>
              <a:gd name="connsiteX34" fmla="*/ 208590 w 1102668"/>
              <a:gd name="connsiteY34" fmla="*/ 1468184 h 1544861"/>
              <a:gd name="connsiteX35" fmla="*/ 876785 w 1102668"/>
              <a:gd name="connsiteY35" fmla="*/ 857700 h 1544861"/>
              <a:gd name="connsiteX36" fmla="*/ 756466 w 1102668"/>
              <a:gd name="connsiteY36" fmla="*/ 696469 h 1544861"/>
              <a:gd name="connsiteX37" fmla="*/ 87611 w 1102668"/>
              <a:gd name="connsiteY37" fmla="*/ 1331879 h 1544861"/>
              <a:gd name="connsiteX38" fmla="*/ 208590 w 1102668"/>
              <a:gd name="connsiteY38" fmla="*/ 1468184 h 1544861"/>
              <a:gd name="connsiteX39" fmla="*/ 909456 w 1102668"/>
              <a:gd name="connsiteY39" fmla="*/ 765295 h 1544861"/>
              <a:gd name="connsiteX40" fmla="*/ 970492 w 1102668"/>
              <a:gd name="connsiteY40" fmla="*/ 718609 h 1544861"/>
              <a:gd name="connsiteX41" fmla="*/ 1021670 w 1102668"/>
              <a:gd name="connsiteY41" fmla="*/ 664641 h 1544861"/>
              <a:gd name="connsiteX42" fmla="*/ 1023909 w 1102668"/>
              <a:gd name="connsiteY42" fmla="*/ 606216 h 1544861"/>
              <a:gd name="connsiteX43" fmla="*/ 972359 w 1102668"/>
              <a:gd name="connsiteY43" fmla="*/ 586674 h 1544861"/>
              <a:gd name="connsiteX44" fmla="*/ 954167 w 1102668"/>
              <a:gd name="connsiteY44" fmla="*/ 590555 h 1544861"/>
              <a:gd name="connsiteX45" fmla="*/ 827408 w 1102668"/>
              <a:gd name="connsiteY45" fmla="*/ 671783 h 1544861"/>
              <a:gd name="connsiteX46" fmla="*/ 909456 w 1102668"/>
              <a:gd name="connsiteY46" fmla="*/ 765295 h 1544861"/>
              <a:gd name="connsiteX0" fmla="*/ 629240 w 1102668"/>
              <a:gd name="connsiteY0" fmla="*/ 719016 h 1543973"/>
              <a:gd name="connsiteX1" fmla="*/ 677748 w 1102668"/>
              <a:gd name="connsiteY1" fmla="*/ 660901 h 1543973"/>
              <a:gd name="connsiteX2" fmla="*/ 670424 w 1102668"/>
              <a:gd name="connsiteY2" fmla="*/ 594275 h 1543973"/>
              <a:gd name="connsiteX3" fmla="*/ 626279 w 1102668"/>
              <a:gd name="connsiteY3" fmla="*/ 522277 h 1543973"/>
              <a:gd name="connsiteX4" fmla="*/ 510813 w 1102668"/>
              <a:gd name="connsiteY4" fmla="*/ 636378 h 1543973"/>
              <a:gd name="connsiteX5" fmla="*/ 509756 w 1102668"/>
              <a:gd name="connsiteY5" fmla="*/ 833556 h 1543973"/>
              <a:gd name="connsiteX6" fmla="*/ 453797 w 1102668"/>
              <a:gd name="connsiteY6" fmla="*/ 883632 h 1543973"/>
              <a:gd name="connsiteX7" fmla="*/ 463578 w 1102668"/>
              <a:gd name="connsiteY7" fmla="*/ 602076 h 1543973"/>
              <a:gd name="connsiteX8" fmla="*/ 576138 w 1102668"/>
              <a:gd name="connsiteY8" fmla="*/ 420081 h 1543973"/>
              <a:gd name="connsiteX9" fmla="*/ 505104 w 1102668"/>
              <a:gd name="connsiteY9" fmla="*/ 111275 h 1543973"/>
              <a:gd name="connsiteX10" fmla="*/ 653992 w 1102668"/>
              <a:gd name="connsiteY10" fmla="*/ 929 h 1543973"/>
              <a:gd name="connsiteX11" fmla="*/ 654281 w 1102668"/>
              <a:gd name="connsiteY11" fmla="*/ 76857 h 1543973"/>
              <a:gd name="connsiteX12" fmla="*/ 615001 w 1102668"/>
              <a:gd name="connsiteY12" fmla="*/ 251363 h 1543973"/>
              <a:gd name="connsiteX13" fmla="*/ 730240 w 1102668"/>
              <a:gd name="connsiteY13" fmla="*/ 570703 h 1543973"/>
              <a:gd name="connsiteX14" fmla="*/ 792570 w 1102668"/>
              <a:gd name="connsiteY14" fmla="*/ 586572 h 1543973"/>
              <a:gd name="connsiteX15" fmla="*/ 747083 w 1102668"/>
              <a:gd name="connsiteY15" fmla="*/ 318864 h 1543973"/>
              <a:gd name="connsiteX16" fmla="*/ 659510 w 1102668"/>
              <a:gd name="connsiteY16" fmla="*/ 77234 h 1543973"/>
              <a:gd name="connsiteX17" fmla="*/ 662989 w 1102668"/>
              <a:gd name="connsiteY17" fmla="*/ 0 h 1543973"/>
              <a:gd name="connsiteX18" fmla="*/ 786627 w 1102668"/>
              <a:gd name="connsiteY18" fmla="*/ 96182 h 1543973"/>
              <a:gd name="connsiteX19" fmla="*/ 880481 w 1102668"/>
              <a:gd name="connsiteY19" fmla="*/ 548564 h 1543973"/>
              <a:gd name="connsiteX20" fmla="*/ 959320 w 1102668"/>
              <a:gd name="connsiteY20" fmla="*/ 522094 h 1543973"/>
              <a:gd name="connsiteX21" fmla="*/ 1026709 w 1102668"/>
              <a:gd name="connsiteY21" fmla="*/ 526032 h 1543973"/>
              <a:gd name="connsiteX22" fmla="*/ 1079696 w 1102668"/>
              <a:gd name="connsiteY22" fmla="*/ 567875 h 1543973"/>
              <a:gd name="connsiteX23" fmla="*/ 1080535 w 1102668"/>
              <a:gd name="connsiteY23" fmla="*/ 705295 h 1543973"/>
              <a:gd name="connsiteX24" fmla="*/ 970311 w 1102668"/>
              <a:gd name="connsiteY24" fmla="*/ 822151 h 1543973"/>
              <a:gd name="connsiteX25" fmla="*/ 940289 w 1102668"/>
              <a:gd name="connsiteY25" fmla="*/ 904053 h 1543973"/>
              <a:gd name="connsiteX26" fmla="*/ 652719 w 1102668"/>
              <a:gd name="connsiteY26" fmla="*/ 1176949 h 1543973"/>
              <a:gd name="connsiteX27" fmla="*/ 411910 w 1102668"/>
              <a:gd name="connsiteY27" fmla="*/ 1390789 h 1543973"/>
              <a:gd name="connsiteX28" fmla="*/ 293908 w 1102668"/>
              <a:gd name="connsiteY28" fmla="*/ 1488088 h 1543973"/>
              <a:gd name="connsiteX29" fmla="*/ 178542 w 1102668"/>
              <a:gd name="connsiteY29" fmla="*/ 1535585 h 1543973"/>
              <a:gd name="connsiteX30" fmla="*/ 0 w 1102668"/>
              <a:gd name="connsiteY30" fmla="*/ 1316138 h 1543973"/>
              <a:gd name="connsiteX31" fmla="*/ 165889 w 1102668"/>
              <a:gd name="connsiteY31" fmla="*/ 1160330 h 1543973"/>
              <a:gd name="connsiteX32" fmla="*/ 220264 w 1102668"/>
              <a:gd name="connsiteY32" fmla="*/ 1109036 h 1543973"/>
              <a:gd name="connsiteX33" fmla="*/ 629240 w 1102668"/>
              <a:gd name="connsiteY33" fmla="*/ 719016 h 1543973"/>
              <a:gd name="connsiteX34" fmla="*/ 208590 w 1102668"/>
              <a:gd name="connsiteY34" fmla="*/ 1467296 h 1543973"/>
              <a:gd name="connsiteX35" fmla="*/ 876785 w 1102668"/>
              <a:gd name="connsiteY35" fmla="*/ 856812 h 1543973"/>
              <a:gd name="connsiteX36" fmla="*/ 756466 w 1102668"/>
              <a:gd name="connsiteY36" fmla="*/ 695581 h 1543973"/>
              <a:gd name="connsiteX37" fmla="*/ 87611 w 1102668"/>
              <a:gd name="connsiteY37" fmla="*/ 1330991 h 1543973"/>
              <a:gd name="connsiteX38" fmla="*/ 208590 w 1102668"/>
              <a:gd name="connsiteY38" fmla="*/ 1467296 h 1543973"/>
              <a:gd name="connsiteX39" fmla="*/ 909456 w 1102668"/>
              <a:gd name="connsiteY39" fmla="*/ 764407 h 1543973"/>
              <a:gd name="connsiteX40" fmla="*/ 970492 w 1102668"/>
              <a:gd name="connsiteY40" fmla="*/ 717721 h 1543973"/>
              <a:gd name="connsiteX41" fmla="*/ 1021670 w 1102668"/>
              <a:gd name="connsiteY41" fmla="*/ 663753 h 1543973"/>
              <a:gd name="connsiteX42" fmla="*/ 1023909 w 1102668"/>
              <a:gd name="connsiteY42" fmla="*/ 605328 h 1543973"/>
              <a:gd name="connsiteX43" fmla="*/ 972359 w 1102668"/>
              <a:gd name="connsiteY43" fmla="*/ 585786 h 1543973"/>
              <a:gd name="connsiteX44" fmla="*/ 954167 w 1102668"/>
              <a:gd name="connsiteY44" fmla="*/ 589667 h 1543973"/>
              <a:gd name="connsiteX45" fmla="*/ 827408 w 1102668"/>
              <a:gd name="connsiteY45" fmla="*/ 670895 h 1543973"/>
              <a:gd name="connsiteX46" fmla="*/ 909456 w 1102668"/>
              <a:gd name="connsiteY46" fmla="*/ 764407 h 1543973"/>
              <a:gd name="connsiteX0" fmla="*/ 629240 w 1102668"/>
              <a:gd name="connsiteY0" fmla="*/ 719016 h 1543973"/>
              <a:gd name="connsiteX1" fmla="*/ 677748 w 1102668"/>
              <a:gd name="connsiteY1" fmla="*/ 660901 h 1543973"/>
              <a:gd name="connsiteX2" fmla="*/ 670424 w 1102668"/>
              <a:gd name="connsiteY2" fmla="*/ 594275 h 1543973"/>
              <a:gd name="connsiteX3" fmla="*/ 626279 w 1102668"/>
              <a:gd name="connsiteY3" fmla="*/ 522277 h 1543973"/>
              <a:gd name="connsiteX4" fmla="*/ 510813 w 1102668"/>
              <a:gd name="connsiteY4" fmla="*/ 636378 h 1543973"/>
              <a:gd name="connsiteX5" fmla="*/ 509756 w 1102668"/>
              <a:gd name="connsiteY5" fmla="*/ 833556 h 1543973"/>
              <a:gd name="connsiteX6" fmla="*/ 453797 w 1102668"/>
              <a:gd name="connsiteY6" fmla="*/ 883632 h 1543973"/>
              <a:gd name="connsiteX7" fmla="*/ 463578 w 1102668"/>
              <a:gd name="connsiteY7" fmla="*/ 602076 h 1543973"/>
              <a:gd name="connsiteX8" fmla="*/ 576138 w 1102668"/>
              <a:gd name="connsiteY8" fmla="*/ 420081 h 1543973"/>
              <a:gd name="connsiteX9" fmla="*/ 505104 w 1102668"/>
              <a:gd name="connsiteY9" fmla="*/ 111275 h 1543973"/>
              <a:gd name="connsiteX10" fmla="*/ 653992 w 1102668"/>
              <a:gd name="connsiteY10" fmla="*/ 929 h 1543973"/>
              <a:gd name="connsiteX11" fmla="*/ 654281 w 1102668"/>
              <a:gd name="connsiteY11" fmla="*/ 76857 h 1543973"/>
              <a:gd name="connsiteX12" fmla="*/ 615001 w 1102668"/>
              <a:gd name="connsiteY12" fmla="*/ 251363 h 1543973"/>
              <a:gd name="connsiteX13" fmla="*/ 730240 w 1102668"/>
              <a:gd name="connsiteY13" fmla="*/ 570703 h 1543973"/>
              <a:gd name="connsiteX14" fmla="*/ 792570 w 1102668"/>
              <a:gd name="connsiteY14" fmla="*/ 586572 h 1543973"/>
              <a:gd name="connsiteX15" fmla="*/ 747083 w 1102668"/>
              <a:gd name="connsiteY15" fmla="*/ 318864 h 1543973"/>
              <a:gd name="connsiteX16" fmla="*/ 659510 w 1102668"/>
              <a:gd name="connsiteY16" fmla="*/ 77234 h 1543973"/>
              <a:gd name="connsiteX17" fmla="*/ 662989 w 1102668"/>
              <a:gd name="connsiteY17" fmla="*/ 0 h 1543973"/>
              <a:gd name="connsiteX18" fmla="*/ 786627 w 1102668"/>
              <a:gd name="connsiteY18" fmla="*/ 96182 h 1543973"/>
              <a:gd name="connsiteX19" fmla="*/ 880481 w 1102668"/>
              <a:gd name="connsiteY19" fmla="*/ 548564 h 1543973"/>
              <a:gd name="connsiteX20" fmla="*/ 959320 w 1102668"/>
              <a:gd name="connsiteY20" fmla="*/ 522094 h 1543973"/>
              <a:gd name="connsiteX21" fmla="*/ 1026709 w 1102668"/>
              <a:gd name="connsiteY21" fmla="*/ 526032 h 1543973"/>
              <a:gd name="connsiteX22" fmla="*/ 1079696 w 1102668"/>
              <a:gd name="connsiteY22" fmla="*/ 567875 h 1543973"/>
              <a:gd name="connsiteX23" fmla="*/ 1080535 w 1102668"/>
              <a:gd name="connsiteY23" fmla="*/ 705295 h 1543973"/>
              <a:gd name="connsiteX24" fmla="*/ 970311 w 1102668"/>
              <a:gd name="connsiteY24" fmla="*/ 822151 h 1543973"/>
              <a:gd name="connsiteX25" fmla="*/ 940289 w 1102668"/>
              <a:gd name="connsiteY25" fmla="*/ 904053 h 1543973"/>
              <a:gd name="connsiteX26" fmla="*/ 652719 w 1102668"/>
              <a:gd name="connsiteY26" fmla="*/ 1176949 h 1543973"/>
              <a:gd name="connsiteX27" fmla="*/ 411910 w 1102668"/>
              <a:gd name="connsiteY27" fmla="*/ 1390789 h 1543973"/>
              <a:gd name="connsiteX28" fmla="*/ 293908 w 1102668"/>
              <a:gd name="connsiteY28" fmla="*/ 1488088 h 1543973"/>
              <a:gd name="connsiteX29" fmla="*/ 178542 w 1102668"/>
              <a:gd name="connsiteY29" fmla="*/ 1535585 h 1543973"/>
              <a:gd name="connsiteX30" fmla="*/ 0 w 1102668"/>
              <a:gd name="connsiteY30" fmla="*/ 1316138 h 1543973"/>
              <a:gd name="connsiteX31" fmla="*/ 165889 w 1102668"/>
              <a:gd name="connsiteY31" fmla="*/ 1160330 h 1543973"/>
              <a:gd name="connsiteX32" fmla="*/ 220264 w 1102668"/>
              <a:gd name="connsiteY32" fmla="*/ 1109036 h 1543973"/>
              <a:gd name="connsiteX33" fmla="*/ 629240 w 1102668"/>
              <a:gd name="connsiteY33" fmla="*/ 719016 h 1543973"/>
              <a:gd name="connsiteX34" fmla="*/ 208590 w 1102668"/>
              <a:gd name="connsiteY34" fmla="*/ 1467296 h 1543973"/>
              <a:gd name="connsiteX35" fmla="*/ 876785 w 1102668"/>
              <a:gd name="connsiteY35" fmla="*/ 856812 h 1543973"/>
              <a:gd name="connsiteX36" fmla="*/ 756466 w 1102668"/>
              <a:gd name="connsiteY36" fmla="*/ 695581 h 1543973"/>
              <a:gd name="connsiteX37" fmla="*/ 87611 w 1102668"/>
              <a:gd name="connsiteY37" fmla="*/ 1330991 h 1543973"/>
              <a:gd name="connsiteX38" fmla="*/ 208590 w 1102668"/>
              <a:gd name="connsiteY38" fmla="*/ 1467296 h 1543973"/>
              <a:gd name="connsiteX39" fmla="*/ 909456 w 1102668"/>
              <a:gd name="connsiteY39" fmla="*/ 764407 h 1543973"/>
              <a:gd name="connsiteX40" fmla="*/ 970492 w 1102668"/>
              <a:gd name="connsiteY40" fmla="*/ 717721 h 1543973"/>
              <a:gd name="connsiteX41" fmla="*/ 1021670 w 1102668"/>
              <a:gd name="connsiteY41" fmla="*/ 663753 h 1543973"/>
              <a:gd name="connsiteX42" fmla="*/ 1023909 w 1102668"/>
              <a:gd name="connsiteY42" fmla="*/ 605328 h 1543973"/>
              <a:gd name="connsiteX43" fmla="*/ 972359 w 1102668"/>
              <a:gd name="connsiteY43" fmla="*/ 585786 h 1543973"/>
              <a:gd name="connsiteX44" fmla="*/ 954167 w 1102668"/>
              <a:gd name="connsiteY44" fmla="*/ 589667 h 1543973"/>
              <a:gd name="connsiteX45" fmla="*/ 827408 w 1102668"/>
              <a:gd name="connsiteY45" fmla="*/ 670895 h 1543973"/>
              <a:gd name="connsiteX46" fmla="*/ 909456 w 1102668"/>
              <a:gd name="connsiteY46" fmla="*/ 764407 h 1543973"/>
              <a:gd name="connsiteX0" fmla="*/ 629240 w 1102668"/>
              <a:gd name="connsiteY0" fmla="*/ 719016 h 1543973"/>
              <a:gd name="connsiteX1" fmla="*/ 677748 w 1102668"/>
              <a:gd name="connsiteY1" fmla="*/ 660901 h 1543973"/>
              <a:gd name="connsiteX2" fmla="*/ 670424 w 1102668"/>
              <a:gd name="connsiteY2" fmla="*/ 594275 h 1543973"/>
              <a:gd name="connsiteX3" fmla="*/ 626279 w 1102668"/>
              <a:gd name="connsiteY3" fmla="*/ 522277 h 1543973"/>
              <a:gd name="connsiteX4" fmla="*/ 510813 w 1102668"/>
              <a:gd name="connsiteY4" fmla="*/ 636378 h 1543973"/>
              <a:gd name="connsiteX5" fmla="*/ 509756 w 1102668"/>
              <a:gd name="connsiteY5" fmla="*/ 833556 h 1543973"/>
              <a:gd name="connsiteX6" fmla="*/ 453797 w 1102668"/>
              <a:gd name="connsiteY6" fmla="*/ 883632 h 1543973"/>
              <a:gd name="connsiteX7" fmla="*/ 463578 w 1102668"/>
              <a:gd name="connsiteY7" fmla="*/ 602076 h 1543973"/>
              <a:gd name="connsiteX8" fmla="*/ 576138 w 1102668"/>
              <a:gd name="connsiteY8" fmla="*/ 420081 h 1543973"/>
              <a:gd name="connsiteX9" fmla="*/ 505104 w 1102668"/>
              <a:gd name="connsiteY9" fmla="*/ 111275 h 1543973"/>
              <a:gd name="connsiteX10" fmla="*/ 653992 w 1102668"/>
              <a:gd name="connsiteY10" fmla="*/ 929 h 1543973"/>
              <a:gd name="connsiteX11" fmla="*/ 654281 w 1102668"/>
              <a:gd name="connsiteY11" fmla="*/ 76857 h 1543973"/>
              <a:gd name="connsiteX12" fmla="*/ 615001 w 1102668"/>
              <a:gd name="connsiteY12" fmla="*/ 251363 h 1543973"/>
              <a:gd name="connsiteX13" fmla="*/ 730240 w 1102668"/>
              <a:gd name="connsiteY13" fmla="*/ 570703 h 1543973"/>
              <a:gd name="connsiteX14" fmla="*/ 792570 w 1102668"/>
              <a:gd name="connsiteY14" fmla="*/ 586572 h 1543973"/>
              <a:gd name="connsiteX15" fmla="*/ 747083 w 1102668"/>
              <a:gd name="connsiteY15" fmla="*/ 318864 h 1543973"/>
              <a:gd name="connsiteX16" fmla="*/ 659510 w 1102668"/>
              <a:gd name="connsiteY16" fmla="*/ 77234 h 1543973"/>
              <a:gd name="connsiteX17" fmla="*/ 662989 w 1102668"/>
              <a:gd name="connsiteY17" fmla="*/ 0 h 1543973"/>
              <a:gd name="connsiteX18" fmla="*/ 786627 w 1102668"/>
              <a:gd name="connsiteY18" fmla="*/ 96182 h 1543973"/>
              <a:gd name="connsiteX19" fmla="*/ 880481 w 1102668"/>
              <a:gd name="connsiteY19" fmla="*/ 548564 h 1543973"/>
              <a:gd name="connsiteX20" fmla="*/ 959320 w 1102668"/>
              <a:gd name="connsiteY20" fmla="*/ 522094 h 1543973"/>
              <a:gd name="connsiteX21" fmla="*/ 1026709 w 1102668"/>
              <a:gd name="connsiteY21" fmla="*/ 526032 h 1543973"/>
              <a:gd name="connsiteX22" fmla="*/ 1079696 w 1102668"/>
              <a:gd name="connsiteY22" fmla="*/ 567875 h 1543973"/>
              <a:gd name="connsiteX23" fmla="*/ 1080535 w 1102668"/>
              <a:gd name="connsiteY23" fmla="*/ 705295 h 1543973"/>
              <a:gd name="connsiteX24" fmla="*/ 970311 w 1102668"/>
              <a:gd name="connsiteY24" fmla="*/ 822151 h 1543973"/>
              <a:gd name="connsiteX25" fmla="*/ 940289 w 1102668"/>
              <a:gd name="connsiteY25" fmla="*/ 904053 h 1543973"/>
              <a:gd name="connsiteX26" fmla="*/ 652719 w 1102668"/>
              <a:gd name="connsiteY26" fmla="*/ 1176949 h 1543973"/>
              <a:gd name="connsiteX27" fmla="*/ 411910 w 1102668"/>
              <a:gd name="connsiteY27" fmla="*/ 1390789 h 1543973"/>
              <a:gd name="connsiteX28" fmla="*/ 293908 w 1102668"/>
              <a:gd name="connsiteY28" fmla="*/ 1488088 h 1543973"/>
              <a:gd name="connsiteX29" fmla="*/ 178542 w 1102668"/>
              <a:gd name="connsiteY29" fmla="*/ 1535585 h 1543973"/>
              <a:gd name="connsiteX30" fmla="*/ 0 w 1102668"/>
              <a:gd name="connsiteY30" fmla="*/ 1316138 h 1543973"/>
              <a:gd name="connsiteX31" fmla="*/ 165889 w 1102668"/>
              <a:gd name="connsiteY31" fmla="*/ 1160330 h 1543973"/>
              <a:gd name="connsiteX32" fmla="*/ 220264 w 1102668"/>
              <a:gd name="connsiteY32" fmla="*/ 1109036 h 1543973"/>
              <a:gd name="connsiteX33" fmla="*/ 629240 w 1102668"/>
              <a:gd name="connsiteY33" fmla="*/ 719016 h 1543973"/>
              <a:gd name="connsiteX34" fmla="*/ 208590 w 1102668"/>
              <a:gd name="connsiteY34" fmla="*/ 1467296 h 1543973"/>
              <a:gd name="connsiteX35" fmla="*/ 876785 w 1102668"/>
              <a:gd name="connsiteY35" fmla="*/ 856812 h 1543973"/>
              <a:gd name="connsiteX36" fmla="*/ 756466 w 1102668"/>
              <a:gd name="connsiteY36" fmla="*/ 695581 h 1543973"/>
              <a:gd name="connsiteX37" fmla="*/ 87611 w 1102668"/>
              <a:gd name="connsiteY37" fmla="*/ 1330991 h 1543973"/>
              <a:gd name="connsiteX38" fmla="*/ 208590 w 1102668"/>
              <a:gd name="connsiteY38" fmla="*/ 1467296 h 1543973"/>
              <a:gd name="connsiteX39" fmla="*/ 909456 w 1102668"/>
              <a:gd name="connsiteY39" fmla="*/ 764407 h 1543973"/>
              <a:gd name="connsiteX40" fmla="*/ 970492 w 1102668"/>
              <a:gd name="connsiteY40" fmla="*/ 717721 h 1543973"/>
              <a:gd name="connsiteX41" fmla="*/ 1021670 w 1102668"/>
              <a:gd name="connsiteY41" fmla="*/ 663753 h 1543973"/>
              <a:gd name="connsiteX42" fmla="*/ 1023909 w 1102668"/>
              <a:gd name="connsiteY42" fmla="*/ 605328 h 1543973"/>
              <a:gd name="connsiteX43" fmla="*/ 972359 w 1102668"/>
              <a:gd name="connsiteY43" fmla="*/ 585786 h 1543973"/>
              <a:gd name="connsiteX44" fmla="*/ 954167 w 1102668"/>
              <a:gd name="connsiteY44" fmla="*/ 589667 h 1543973"/>
              <a:gd name="connsiteX45" fmla="*/ 827408 w 1102668"/>
              <a:gd name="connsiteY45" fmla="*/ 670895 h 1543973"/>
              <a:gd name="connsiteX46" fmla="*/ 909456 w 1102668"/>
              <a:gd name="connsiteY46" fmla="*/ 764407 h 1543973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76138 w 1102668"/>
              <a:gd name="connsiteY8" fmla="*/ 421073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9510 w 1102668"/>
              <a:gd name="connsiteY16" fmla="*/ 78226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76138 w 1102668"/>
              <a:gd name="connsiteY8" fmla="*/ 421073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7686 w 1102668"/>
              <a:gd name="connsiteY8" fmla="*/ 435738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7686 w 1102668"/>
              <a:gd name="connsiteY8" fmla="*/ 435738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79510 w 1102668"/>
              <a:gd name="connsiteY8" fmla="*/ 446408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3797 w 1102668"/>
              <a:gd name="connsiteY6" fmla="*/ 8846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09756 w 1102668"/>
              <a:gd name="connsiteY5" fmla="*/ 834548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973 w 1102668"/>
              <a:gd name="connsiteY5" fmla="*/ 832296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973 w 1102668"/>
              <a:gd name="connsiteY5" fmla="*/ 832296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973 w 1102668"/>
              <a:gd name="connsiteY5" fmla="*/ 832296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4223 w 1102668"/>
              <a:gd name="connsiteY6" fmla="*/ 887824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0813 w 1102668"/>
              <a:gd name="connsiteY4" fmla="*/ 637370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50997 w 1102668"/>
              <a:gd name="connsiteY6" fmla="*/ 890989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880481 w 1102668"/>
              <a:gd name="connsiteY19" fmla="*/ 549556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819207 w 1102668"/>
              <a:gd name="connsiteY15" fmla="*/ 541154 h 1544965"/>
              <a:gd name="connsiteX16" fmla="*/ 747083 w 1102668"/>
              <a:gd name="connsiteY16" fmla="*/ 319856 h 1544965"/>
              <a:gd name="connsiteX17" fmla="*/ 654945 w 1102668"/>
              <a:gd name="connsiteY17" fmla="*/ 78182 h 1544965"/>
              <a:gd name="connsiteX18" fmla="*/ 654781 w 1102668"/>
              <a:gd name="connsiteY18" fmla="*/ 0 h 1544965"/>
              <a:gd name="connsiteX19" fmla="*/ 786627 w 1102668"/>
              <a:gd name="connsiteY19" fmla="*/ 97174 h 1544965"/>
              <a:gd name="connsiteX20" fmla="*/ 903856 w 1102668"/>
              <a:gd name="connsiteY20" fmla="*/ 524213 h 1544965"/>
              <a:gd name="connsiteX21" fmla="*/ 959320 w 1102668"/>
              <a:gd name="connsiteY21" fmla="*/ 523086 h 1544965"/>
              <a:gd name="connsiteX22" fmla="*/ 1026709 w 1102668"/>
              <a:gd name="connsiteY22" fmla="*/ 527024 h 1544965"/>
              <a:gd name="connsiteX23" fmla="*/ 1079696 w 1102668"/>
              <a:gd name="connsiteY23" fmla="*/ 568867 h 1544965"/>
              <a:gd name="connsiteX24" fmla="*/ 1080535 w 1102668"/>
              <a:gd name="connsiteY24" fmla="*/ 706287 h 1544965"/>
              <a:gd name="connsiteX25" fmla="*/ 970311 w 1102668"/>
              <a:gd name="connsiteY25" fmla="*/ 823143 h 1544965"/>
              <a:gd name="connsiteX26" fmla="*/ 940289 w 1102668"/>
              <a:gd name="connsiteY26" fmla="*/ 905045 h 1544965"/>
              <a:gd name="connsiteX27" fmla="*/ 652719 w 1102668"/>
              <a:gd name="connsiteY27" fmla="*/ 1177941 h 1544965"/>
              <a:gd name="connsiteX28" fmla="*/ 411910 w 1102668"/>
              <a:gd name="connsiteY28" fmla="*/ 1391781 h 1544965"/>
              <a:gd name="connsiteX29" fmla="*/ 293908 w 1102668"/>
              <a:gd name="connsiteY29" fmla="*/ 1489080 h 1544965"/>
              <a:gd name="connsiteX30" fmla="*/ 178542 w 1102668"/>
              <a:gd name="connsiteY30" fmla="*/ 1536577 h 1544965"/>
              <a:gd name="connsiteX31" fmla="*/ 0 w 1102668"/>
              <a:gd name="connsiteY31" fmla="*/ 1317130 h 1544965"/>
              <a:gd name="connsiteX32" fmla="*/ 165889 w 1102668"/>
              <a:gd name="connsiteY32" fmla="*/ 1161322 h 1544965"/>
              <a:gd name="connsiteX33" fmla="*/ 220264 w 1102668"/>
              <a:gd name="connsiteY33" fmla="*/ 1110028 h 1544965"/>
              <a:gd name="connsiteX34" fmla="*/ 629240 w 1102668"/>
              <a:gd name="connsiteY34" fmla="*/ 720008 h 1544965"/>
              <a:gd name="connsiteX35" fmla="*/ 208590 w 1102668"/>
              <a:gd name="connsiteY35" fmla="*/ 1468288 h 1544965"/>
              <a:gd name="connsiteX36" fmla="*/ 876785 w 1102668"/>
              <a:gd name="connsiteY36" fmla="*/ 857804 h 1544965"/>
              <a:gd name="connsiteX37" fmla="*/ 756466 w 1102668"/>
              <a:gd name="connsiteY37" fmla="*/ 696573 h 1544965"/>
              <a:gd name="connsiteX38" fmla="*/ 87611 w 1102668"/>
              <a:gd name="connsiteY38" fmla="*/ 1331983 h 1544965"/>
              <a:gd name="connsiteX39" fmla="*/ 208590 w 1102668"/>
              <a:gd name="connsiteY39" fmla="*/ 1468288 h 1544965"/>
              <a:gd name="connsiteX40" fmla="*/ 909456 w 1102668"/>
              <a:gd name="connsiteY40" fmla="*/ 765399 h 1544965"/>
              <a:gd name="connsiteX41" fmla="*/ 970492 w 1102668"/>
              <a:gd name="connsiteY41" fmla="*/ 718713 h 1544965"/>
              <a:gd name="connsiteX42" fmla="*/ 1021670 w 1102668"/>
              <a:gd name="connsiteY42" fmla="*/ 664745 h 1544965"/>
              <a:gd name="connsiteX43" fmla="*/ 1023909 w 1102668"/>
              <a:gd name="connsiteY43" fmla="*/ 606320 h 1544965"/>
              <a:gd name="connsiteX44" fmla="*/ 972359 w 1102668"/>
              <a:gd name="connsiteY44" fmla="*/ 586778 h 1544965"/>
              <a:gd name="connsiteX45" fmla="*/ 954167 w 1102668"/>
              <a:gd name="connsiteY45" fmla="*/ 590659 h 1544965"/>
              <a:gd name="connsiteX46" fmla="*/ 827408 w 1102668"/>
              <a:gd name="connsiteY46" fmla="*/ 671887 h 1544965"/>
              <a:gd name="connsiteX47" fmla="*/ 909456 w 1102668"/>
              <a:gd name="connsiteY47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792570 w 1102668"/>
              <a:gd name="connsiteY14" fmla="*/ 587564 h 1544965"/>
              <a:gd name="connsiteX15" fmla="*/ 819207 w 1102668"/>
              <a:gd name="connsiteY15" fmla="*/ 541154 h 1544965"/>
              <a:gd name="connsiteX16" fmla="*/ 747083 w 1102668"/>
              <a:gd name="connsiteY16" fmla="*/ 319856 h 1544965"/>
              <a:gd name="connsiteX17" fmla="*/ 654945 w 1102668"/>
              <a:gd name="connsiteY17" fmla="*/ 78182 h 1544965"/>
              <a:gd name="connsiteX18" fmla="*/ 654781 w 1102668"/>
              <a:gd name="connsiteY18" fmla="*/ 0 h 1544965"/>
              <a:gd name="connsiteX19" fmla="*/ 786627 w 1102668"/>
              <a:gd name="connsiteY19" fmla="*/ 97174 h 1544965"/>
              <a:gd name="connsiteX20" fmla="*/ 903856 w 1102668"/>
              <a:gd name="connsiteY20" fmla="*/ 524213 h 1544965"/>
              <a:gd name="connsiteX21" fmla="*/ 959320 w 1102668"/>
              <a:gd name="connsiteY21" fmla="*/ 523086 h 1544965"/>
              <a:gd name="connsiteX22" fmla="*/ 1026709 w 1102668"/>
              <a:gd name="connsiteY22" fmla="*/ 527024 h 1544965"/>
              <a:gd name="connsiteX23" fmla="*/ 1079696 w 1102668"/>
              <a:gd name="connsiteY23" fmla="*/ 568867 h 1544965"/>
              <a:gd name="connsiteX24" fmla="*/ 1080535 w 1102668"/>
              <a:gd name="connsiteY24" fmla="*/ 706287 h 1544965"/>
              <a:gd name="connsiteX25" fmla="*/ 970311 w 1102668"/>
              <a:gd name="connsiteY25" fmla="*/ 823143 h 1544965"/>
              <a:gd name="connsiteX26" fmla="*/ 940289 w 1102668"/>
              <a:gd name="connsiteY26" fmla="*/ 905045 h 1544965"/>
              <a:gd name="connsiteX27" fmla="*/ 652719 w 1102668"/>
              <a:gd name="connsiteY27" fmla="*/ 1177941 h 1544965"/>
              <a:gd name="connsiteX28" fmla="*/ 411910 w 1102668"/>
              <a:gd name="connsiteY28" fmla="*/ 1391781 h 1544965"/>
              <a:gd name="connsiteX29" fmla="*/ 293908 w 1102668"/>
              <a:gd name="connsiteY29" fmla="*/ 1489080 h 1544965"/>
              <a:gd name="connsiteX30" fmla="*/ 178542 w 1102668"/>
              <a:gd name="connsiteY30" fmla="*/ 1536577 h 1544965"/>
              <a:gd name="connsiteX31" fmla="*/ 0 w 1102668"/>
              <a:gd name="connsiteY31" fmla="*/ 1317130 h 1544965"/>
              <a:gd name="connsiteX32" fmla="*/ 165889 w 1102668"/>
              <a:gd name="connsiteY32" fmla="*/ 1161322 h 1544965"/>
              <a:gd name="connsiteX33" fmla="*/ 220264 w 1102668"/>
              <a:gd name="connsiteY33" fmla="*/ 1110028 h 1544965"/>
              <a:gd name="connsiteX34" fmla="*/ 629240 w 1102668"/>
              <a:gd name="connsiteY34" fmla="*/ 720008 h 1544965"/>
              <a:gd name="connsiteX35" fmla="*/ 208590 w 1102668"/>
              <a:gd name="connsiteY35" fmla="*/ 1468288 h 1544965"/>
              <a:gd name="connsiteX36" fmla="*/ 876785 w 1102668"/>
              <a:gd name="connsiteY36" fmla="*/ 857804 h 1544965"/>
              <a:gd name="connsiteX37" fmla="*/ 756466 w 1102668"/>
              <a:gd name="connsiteY37" fmla="*/ 696573 h 1544965"/>
              <a:gd name="connsiteX38" fmla="*/ 87611 w 1102668"/>
              <a:gd name="connsiteY38" fmla="*/ 1331983 h 1544965"/>
              <a:gd name="connsiteX39" fmla="*/ 208590 w 1102668"/>
              <a:gd name="connsiteY39" fmla="*/ 1468288 h 1544965"/>
              <a:gd name="connsiteX40" fmla="*/ 909456 w 1102668"/>
              <a:gd name="connsiteY40" fmla="*/ 765399 h 1544965"/>
              <a:gd name="connsiteX41" fmla="*/ 970492 w 1102668"/>
              <a:gd name="connsiteY41" fmla="*/ 718713 h 1544965"/>
              <a:gd name="connsiteX42" fmla="*/ 1021670 w 1102668"/>
              <a:gd name="connsiteY42" fmla="*/ 664745 h 1544965"/>
              <a:gd name="connsiteX43" fmla="*/ 1023909 w 1102668"/>
              <a:gd name="connsiteY43" fmla="*/ 606320 h 1544965"/>
              <a:gd name="connsiteX44" fmla="*/ 972359 w 1102668"/>
              <a:gd name="connsiteY44" fmla="*/ 586778 h 1544965"/>
              <a:gd name="connsiteX45" fmla="*/ 954167 w 1102668"/>
              <a:gd name="connsiteY45" fmla="*/ 590659 h 1544965"/>
              <a:gd name="connsiteX46" fmla="*/ 827408 w 1102668"/>
              <a:gd name="connsiteY46" fmla="*/ 671887 h 1544965"/>
              <a:gd name="connsiteX47" fmla="*/ 909456 w 1102668"/>
              <a:gd name="connsiteY47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819207 w 1102668"/>
              <a:gd name="connsiteY14" fmla="*/ 541154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825352 w 1102668"/>
              <a:gd name="connsiteY14" fmla="*/ 535126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825352 w 1102668"/>
              <a:gd name="connsiteY14" fmla="*/ 535126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0240 w 1102668"/>
              <a:gd name="connsiteY13" fmla="*/ 571695 h 1544965"/>
              <a:gd name="connsiteX14" fmla="*/ 833722 w 1102668"/>
              <a:gd name="connsiteY14" fmla="*/ 551033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47083 w 1102668"/>
              <a:gd name="connsiteY15" fmla="*/ 319856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58144 w 1102668"/>
              <a:gd name="connsiteY15" fmla="*/ 30900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58144 w 1102668"/>
              <a:gd name="connsiteY15" fmla="*/ 30900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58144 w 1102668"/>
              <a:gd name="connsiteY15" fmla="*/ 30900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59420 w 1102668"/>
              <a:gd name="connsiteY15" fmla="*/ 302930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59420 w 1102668"/>
              <a:gd name="connsiteY15" fmla="*/ 302930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82258 w 1102668"/>
              <a:gd name="connsiteY15" fmla="*/ 33358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82258 w 1102668"/>
              <a:gd name="connsiteY15" fmla="*/ 33358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959320 w 1102668"/>
              <a:gd name="connsiteY20" fmla="*/ 523086 h 1544965"/>
              <a:gd name="connsiteX21" fmla="*/ 1026709 w 1102668"/>
              <a:gd name="connsiteY21" fmla="*/ 527024 h 1544965"/>
              <a:gd name="connsiteX22" fmla="*/ 1079696 w 1102668"/>
              <a:gd name="connsiteY22" fmla="*/ 568867 h 1544965"/>
              <a:gd name="connsiteX23" fmla="*/ 1080535 w 1102668"/>
              <a:gd name="connsiteY23" fmla="*/ 706287 h 1544965"/>
              <a:gd name="connsiteX24" fmla="*/ 970311 w 1102668"/>
              <a:gd name="connsiteY24" fmla="*/ 823143 h 1544965"/>
              <a:gd name="connsiteX25" fmla="*/ 940289 w 1102668"/>
              <a:gd name="connsiteY25" fmla="*/ 905045 h 1544965"/>
              <a:gd name="connsiteX26" fmla="*/ 652719 w 1102668"/>
              <a:gd name="connsiteY26" fmla="*/ 1177941 h 1544965"/>
              <a:gd name="connsiteX27" fmla="*/ 411910 w 1102668"/>
              <a:gd name="connsiteY27" fmla="*/ 1391781 h 1544965"/>
              <a:gd name="connsiteX28" fmla="*/ 293908 w 1102668"/>
              <a:gd name="connsiteY28" fmla="*/ 1489080 h 1544965"/>
              <a:gd name="connsiteX29" fmla="*/ 178542 w 1102668"/>
              <a:gd name="connsiteY29" fmla="*/ 1536577 h 1544965"/>
              <a:gd name="connsiteX30" fmla="*/ 0 w 1102668"/>
              <a:gd name="connsiteY30" fmla="*/ 1317130 h 1544965"/>
              <a:gd name="connsiteX31" fmla="*/ 165889 w 1102668"/>
              <a:gd name="connsiteY31" fmla="*/ 1161322 h 1544965"/>
              <a:gd name="connsiteX32" fmla="*/ 220264 w 1102668"/>
              <a:gd name="connsiteY32" fmla="*/ 1110028 h 1544965"/>
              <a:gd name="connsiteX33" fmla="*/ 629240 w 1102668"/>
              <a:gd name="connsiteY33" fmla="*/ 720008 h 1544965"/>
              <a:gd name="connsiteX34" fmla="*/ 208590 w 1102668"/>
              <a:gd name="connsiteY34" fmla="*/ 1468288 h 1544965"/>
              <a:gd name="connsiteX35" fmla="*/ 876785 w 1102668"/>
              <a:gd name="connsiteY35" fmla="*/ 857804 h 1544965"/>
              <a:gd name="connsiteX36" fmla="*/ 756466 w 1102668"/>
              <a:gd name="connsiteY36" fmla="*/ 696573 h 1544965"/>
              <a:gd name="connsiteX37" fmla="*/ 87611 w 1102668"/>
              <a:gd name="connsiteY37" fmla="*/ 1331983 h 1544965"/>
              <a:gd name="connsiteX38" fmla="*/ 208590 w 1102668"/>
              <a:gd name="connsiteY38" fmla="*/ 1468288 h 1544965"/>
              <a:gd name="connsiteX39" fmla="*/ 909456 w 1102668"/>
              <a:gd name="connsiteY39" fmla="*/ 765399 h 1544965"/>
              <a:gd name="connsiteX40" fmla="*/ 970492 w 1102668"/>
              <a:gd name="connsiteY40" fmla="*/ 718713 h 1544965"/>
              <a:gd name="connsiteX41" fmla="*/ 1021670 w 1102668"/>
              <a:gd name="connsiteY41" fmla="*/ 664745 h 1544965"/>
              <a:gd name="connsiteX42" fmla="*/ 1023909 w 1102668"/>
              <a:gd name="connsiteY42" fmla="*/ 606320 h 1544965"/>
              <a:gd name="connsiteX43" fmla="*/ 972359 w 1102668"/>
              <a:gd name="connsiteY43" fmla="*/ 586778 h 1544965"/>
              <a:gd name="connsiteX44" fmla="*/ 954167 w 1102668"/>
              <a:gd name="connsiteY44" fmla="*/ 590659 h 1544965"/>
              <a:gd name="connsiteX45" fmla="*/ 827408 w 1102668"/>
              <a:gd name="connsiteY45" fmla="*/ 671887 h 1544965"/>
              <a:gd name="connsiteX46" fmla="*/ 909456 w 1102668"/>
              <a:gd name="connsiteY46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82258 w 1102668"/>
              <a:gd name="connsiteY15" fmla="*/ 33358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1026709 w 1102668"/>
              <a:gd name="connsiteY20" fmla="*/ 527024 h 1544965"/>
              <a:gd name="connsiteX21" fmla="*/ 1079696 w 1102668"/>
              <a:gd name="connsiteY21" fmla="*/ 568867 h 1544965"/>
              <a:gd name="connsiteX22" fmla="*/ 1080535 w 1102668"/>
              <a:gd name="connsiteY22" fmla="*/ 706287 h 1544965"/>
              <a:gd name="connsiteX23" fmla="*/ 970311 w 1102668"/>
              <a:gd name="connsiteY23" fmla="*/ 823143 h 1544965"/>
              <a:gd name="connsiteX24" fmla="*/ 940289 w 1102668"/>
              <a:gd name="connsiteY24" fmla="*/ 905045 h 1544965"/>
              <a:gd name="connsiteX25" fmla="*/ 652719 w 1102668"/>
              <a:gd name="connsiteY25" fmla="*/ 1177941 h 1544965"/>
              <a:gd name="connsiteX26" fmla="*/ 411910 w 1102668"/>
              <a:gd name="connsiteY26" fmla="*/ 1391781 h 1544965"/>
              <a:gd name="connsiteX27" fmla="*/ 293908 w 1102668"/>
              <a:gd name="connsiteY27" fmla="*/ 1489080 h 1544965"/>
              <a:gd name="connsiteX28" fmla="*/ 178542 w 1102668"/>
              <a:gd name="connsiteY28" fmla="*/ 1536577 h 1544965"/>
              <a:gd name="connsiteX29" fmla="*/ 0 w 1102668"/>
              <a:gd name="connsiteY29" fmla="*/ 1317130 h 1544965"/>
              <a:gd name="connsiteX30" fmla="*/ 165889 w 1102668"/>
              <a:gd name="connsiteY30" fmla="*/ 1161322 h 1544965"/>
              <a:gd name="connsiteX31" fmla="*/ 220264 w 1102668"/>
              <a:gd name="connsiteY31" fmla="*/ 1110028 h 1544965"/>
              <a:gd name="connsiteX32" fmla="*/ 629240 w 1102668"/>
              <a:gd name="connsiteY32" fmla="*/ 720008 h 1544965"/>
              <a:gd name="connsiteX33" fmla="*/ 208590 w 1102668"/>
              <a:gd name="connsiteY33" fmla="*/ 1468288 h 1544965"/>
              <a:gd name="connsiteX34" fmla="*/ 876785 w 1102668"/>
              <a:gd name="connsiteY34" fmla="*/ 857804 h 1544965"/>
              <a:gd name="connsiteX35" fmla="*/ 756466 w 1102668"/>
              <a:gd name="connsiteY35" fmla="*/ 696573 h 1544965"/>
              <a:gd name="connsiteX36" fmla="*/ 87611 w 1102668"/>
              <a:gd name="connsiteY36" fmla="*/ 1331983 h 1544965"/>
              <a:gd name="connsiteX37" fmla="*/ 208590 w 1102668"/>
              <a:gd name="connsiteY37" fmla="*/ 1468288 h 1544965"/>
              <a:gd name="connsiteX38" fmla="*/ 909456 w 1102668"/>
              <a:gd name="connsiteY38" fmla="*/ 765399 h 1544965"/>
              <a:gd name="connsiteX39" fmla="*/ 970492 w 1102668"/>
              <a:gd name="connsiteY39" fmla="*/ 718713 h 1544965"/>
              <a:gd name="connsiteX40" fmla="*/ 1021670 w 1102668"/>
              <a:gd name="connsiteY40" fmla="*/ 664745 h 1544965"/>
              <a:gd name="connsiteX41" fmla="*/ 1023909 w 1102668"/>
              <a:gd name="connsiteY41" fmla="*/ 606320 h 1544965"/>
              <a:gd name="connsiteX42" fmla="*/ 972359 w 1102668"/>
              <a:gd name="connsiteY42" fmla="*/ 586778 h 1544965"/>
              <a:gd name="connsiteX43" fmla="*/ 954167 w 1102668"/>
              <a:gd name="connsiteY43" fmla="*/ 590659 h 1544965"/>
              <a:gd name="connsiteX44" fmla="*/ 827408 w 1102668"/>
              <a:gd name="connsiteY44" fmla="*/ 671887 h 1544965"/>
              <a:gd name="connsiteX45" fmla="*/ 909456 w 1102668"/>
              <a:gd name="connsiteY45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82258 w 1102668"/>
              <a:gd name="connsiteY15" fmla="*/ 33358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1026709 w 1102668"/>
              <a:gd name="connsiteY20" fmla="*/ 527024 h 1544965"/>
              <a:gd name="connsiteX21" fmla="*/ 1079696 w 1102668"/>
              <a:gd name="connsiteY21" fmla="*/ 568867 h 1544965"/>
              <a:gd name="connsiteX22" fmla="*/ 1080535 w 1102668"/>
              <a:gd name="connsiteY22" fmla="*/ 706287 h 1544965"/>
              <a:gd name="connsiteX23" fmla="*/ 970311 w 1102668"/>
              <a:gd name="connsiteY23" fmla="*/ 823143 h 1544965"/>
              <a:gd name="connsiteX24" fmla="*/ 940289 w 1102668"/>
              <a:gd name="connsiteY24" fmla="*/ 905045 h 1544965"/>
              <a:gd name="connsiteX25" fmla="*/ 652719 w 1102668"/>
              <a:gd name="connsiteY25" fmla="*/ 1177941 h 1544965"/>
              <a:gd name="connsiteX26" fmla="*/ 411910 w 1102668"/>
              <a:gd name="connsiteY26" fmla="*/ 1391781 h 1544965"/>
              <a:gd name="connsiteX27" fmla="*/ 293908 w 1102668"/>
              <a:gd name="connsiteY27" fmla="*/ 1489080 h 1544965"/>
              <a:gd name="connsiteX28" fmla="*/ 178542 w 1102668"/>
              <a:gd name="connsiteY28" fmla="*/ 1536577 h 1544965"/>
              <a:gd name="connsiteX29" fmla="*/ 0 w 1102668"/>
              <a:gd name="connsiteY29" fmla="*/ 1317130 h 1544965"/>
              <a:gd name="connsiteX30" fmla="*/ 165889 w 1102668"/>
              <a:gd name="connsiteY30" fmla="*/ 1161322 h 1544965"/>
              <a:gd name="connsiteX31" fmla="*/ 220264 w 1102668"/>
              <a:gd name="connsiteY31" fmla="*/ 1110028 h 1544965"/>
              <a:gd name="connsiteX32" fmla="*/ 629240 w 1102668"/>
              <a:gd name="connsiteY32" fmla="*/ 720008 h 1544965"/>
              <a:gd name="connsiteX33" fmla="*/ 208590 w 1102668"/>
              <a:gd name="connsiteY33" fmla="*/ 1468288 h 1544965"/>
              <a:gd name="connsiteX34" fmla="*/ 876785 w 1102668"/>
              <a:gd name="connsiteY34" fmla="*/ 857804 h 1544965"/>
              <a:gd name="connsiteX35" fmla="*/ 756466 w 1102668"/>
              <a:gd name="connsiteY35" fmla="*/ 696573 h 1544965"/>
              <a:gd name="connsiteX36" fmla="*/ 87611 w 1102668"/>
              <a:gd name="connsiteY36" fmla="*/ 1331983 h 1544965"/>
              <a:gd name="connsiteX37" fmla="*/ 208590 w 1102668"/>
              <a:gd name="connsiteY37" fmla="*/ 1468288 h 1544965"/>
              <a:gd name="connsiteX38" fmla="*/ 909456 w 1102668"/>
              <a:gd name="connsiteY38" fmla="*/ 765399 h 1544965"/>
              <a:gd name="connsiteX39" fmla="*/ 970492 w 1102668"/>
              <a:gd name="connsiteY39" fmla="*/ 718713 h 1544965"/>
              <a:gd name="connsiteX40" fmla="*/ 1021670 w 1102668"/>
              <a:gd name="connsiteY40" fmla="*/ 664745 h 1544965"/>
              <a:gd name="connsiteX41" fmla="*/ 1023909 w 1102668"/>
              <a:gd name="connsiteY41" fmla="*/ 606320 h 1544965"/>
              <a:gd name="connsiteX42" fmla="*/ 972359 w 1102668"/>
              <a:gd name="connsiteY42" fmla="*/ 586778 h 1544965"/>
              <a:gd name="connsiteX43" fmla="*/ 954167 w 1102668"/>
              <a:gd name="connsiteY43" fmla="*/ 590659 h 1544965"/>
              <a:gd name="connsiteX44" fmla="*/ 827408 w 1102668"/>
              <a:gd name="connsiteY44" fmla="*/ 671887 h 1544965"/>
              <a:gd name="connsiteX45" fmla="*/ 909456 w 1102668"/>
              <a:gd name="connsiteY45" fmla="*/ 765399 h 1544965"/>
              <a:gd name="connsiteX0" fmla="*/ 629240 w 1102668"/>
              <a:gd name="connsiteY0" fmla="*/ 720008 h 1544965"/>
              <a:gd name="connsiteX1" fmla="*/ 677748 w 1102668"/>
              <a:gd name="connsiteY1" fmla="*/ 661893 h 1544965"/>
              <a:gd name="connsiteX2" fmla="*/ 670424 w 1102668"/>
              <a:gd name="connsiteY2" fmla="*/ 595267 h 1544965"/>
              <a:gd name="connsiteX3" fmla="*/ 626279 w 1102668"/>
              <a:gd name="connsiteY3" fmla="*/ 523269 h 1544965"/>
              <a:gd name="connsiteX4" fmla="*/ 519882 w 1102668"/>
              <a:gd name="connsiteY4" fmla="*/ 643849 h 1544965"/>
              <a:gd name="connsiteX5" fmla="*/ 512521 w 1102668"/>
              <a:gd name="connsiteY5" fmla="*/ 831835 h 1544965"/>
              <a:gd name="connsiteX6" fmla="*/ 447318 w 1102668"/>
              <a:gd name="connsiteY6" fmla="*/ 893693 h 1544965"/>
              <a:gd name="connsiteX7" fmla="*/ 463578 w 1102668"/>
              <a:gd name="connsiteY7" fmla="*/ 603068 h 1544965"/>
              <a:gd name="connsiteX8" fmla="*/ 594071 w 1102668"/>
              <a:gd name="connsiteY8" fmla="*/ 435704 h 1544965"/>
              <a:gd name="connsiteX9" fmla="*/ 505104 w 1102668"/>
              <a:gd name="connsiteY9" fmla="*/ 112267 h 1544965"/>
              <a:gd name="connsiteX10" fmla="*/ 653992 w 1102668"/>
              <a:gd name="connsiteY10" fmla="*/ 1921 h 1544965"/>
              <a:gd name="connsiteX11" fmla="*/ 654281 w 1102668"/>
              <a:gd name="connsiteY11" fmla="*/ 77849 h 1544965"/>
              <a:gd name="connsiteX12" fmla="*/ 615001 w 1102668"/>
              <a:gd name="connsiteY12" fmla="*/ 252355 h 1544965"/>
              <a:gd name="connsiteX13" fmla="*/ 738680 w 1102668"/>
              <a:gd name="connsiteY13" fmla="*/ 580298 h 1544965"/>
              <a:gd name="connsiteX14" fmla="*/ 833722 w 1102668"/>
              <a:gd name="connsiteY14" fmla="*/ 551033 h 1544965"/>
              <a:gd name="connsiteX15" fmla="*/ 782258 w 1102668"/>
              <a:gd name="connsiteY15" fmla="*/ 333585 h 1544965"/>
              <a:gd name="connsiteX16" fmla="*/ 654945 w 1102668"/>
              <a:gd name="connsiteY16" fmla="*/ 78182 h 1544965"/>
              <a:gd name="connsiteX17" fmla="*/ 654781 w 1102668"/>
              <a:gd name="connsiteY17" fmla="*/ 0 h 1544965"/>
              <a:gd name="connsiteX18" fmla="*/ 786627 w 1102668"/>
              <a:gd name="connsiteY18" fmla="*/ 97174 h 1544965"/>
              <a:gd name="connsiteX19" fmla="*/ 903856 w 1102668"/>
              <a:gd name="connsiteY19" fmla="*/ 524213 h 1544965"/>
              <a:gd name="connsiteX20" fmla="*/ 1026709 w 1102668"/>
              <a:gd name="connsiteY20" fmla="*/ 527024 h 1544965"/>
              <a:gd name="connsiteX21" fmla="*/ 1079696 w 1102668"/>
              <a:gd name="connsiteY21" fmla="*/ 568867 h 1544965"/>
              <a:gd name="connsiteX22" fmla="*/ 1080535 w 1102668"/>
              <a:gd name="connsiteY22" fmla="*/ 706287 h 1544965"/>
              <a:gd name="connsiteX23" fmla="*/ 970311 w 1102668"/>
              <a:gd name="connsiteY23" fmla="*/ 823143 h 1544965"/>
              <a:gd name="connsiteX24" fmla="*/ 940289 w 1102668"/>
              <a:gd name="connsiteY24" fmla="*/ 905045 h 1544965"/>
              <a:gd name="connsiteX25" fmla="*/ 652719 w 1102668"/>
              <a:gd name="connsiteY25" fmla="*/ 1177941 h 1544965"/>
              <a:gd name="connsiteX26" fmla="*/ 411910 w 1102668"/>
              <a:gd name="connsiteY26" fmla="*/ 1391781 h 1544965"/>
              <a:gd name="connsiteX27" fmla="*/ 293908 w 1102668"/>
              <a:gd name="connsiteY27" fmla="*/ 1489080 h 1544965"/>
              <a:gd name="connsiteX28" fmla="*/ 178542 w 1102668"/>
              <a:gd name="connsiteY28" fmla="*/ 1536577 h 1544965"/>
              <a:gd name="connsiteX29" fmla="*/ 0 w 1102668"/>
              <a:gd name="connsiteY29" fmla="*/ 1317130 h 1544965"/>
              <a:gd name="connsiteX30" fmla="*/ 165889 w 1102668"/>
              <a:gd name="connsiteY30" fmla="*/ 1161322 h 1544965"/>
              <a:gd name="connsiteX31" fmla="*/ 220264 w 1102668"/>
              <a:gd name="connsiteY31" fmla="*/ 1110028 h 1544965"/>
              <a:gd name="connsiteX32" fmla="*/ 629240 w 1102668"/>
              <a:gd name="connsiteY32" fmla="*/ 720008 h 1544965"/>
              <a:gd name="connsiteX33" fmla="*/ 208590 w 1102668"/>
              <a:gd name="connsiteY33" fmla="*/ 1468288 h 1544965"/>
              <a:gd name="connsiteX34" fmla="*/ 876785 w 1102668"/>
              <a:gd name="connsiteY34" fmla="*/ 857804 h 1544965"/>
              <a:gd name="connsiteX35" fmla="*/ 756466 w 1102668"/>
              <a:gd name="connsiteY35" fmla="*/ 696573 h 1544965"/>
              <a:gd name="connsiteX36" fmla="*/ 87611 w 1102668"/>
              <a:gd name="connsiteY36" fmla="*/ 1331983 h 1544965"/>
              <a:gd name="connsiteX37" fmla="*/ 208590 w 1102668"/>
              <a:gd name="connsiteY37" fmla="*/ 1468288 h 1544965"/>
              <a:gd name="connsiteX38" fmla="*/ 909456 w 1102668"/>
              <a:gd name="connsiteY38" fmla="*/ 765399 h 1544965"/>
              <a:gd name="connsiteX39" fmla="*/ 970492 w 1102668"/>
              <a:gd name="connsiteY39" fmla="*/ 718713 h 1544965"/>
              <a:gd name="connsiteX40" fmla="*/ 1021670 w 1102668"/>
              <a:gd name="connsiteY40" fmla="*/ 664745 h 1544965"/>
              <a:gd name="connsiteX41" fmla="*/ 1023909 w 1102668"/>
              <a:gd name="connsiteY41" fmla="*/ 606320 h 1544965"/>
              <a:gd name="connsiteX42" fmla="*/ 972359 w 1102668"/>
              <a:gd name="connsiteY42" fmla="*/ 586778 h 1544965"/>
              <a:gd name="connsiteX43" fmla="*/ 954167 w 1102668"/>
              <a:gd name="connsiteY43" fmla="*/ 590659 h 1544965"/>
              <a:gd name="connsiteX44" fmla="*/ 827408 w 1102668"/>
              <a:gd name="connsiteY44" fmla="*/ 671887 h 1544965"/>
              <a:gd name="connsiteX45" fmla="*/ 909456 w 1102668"/>
              <a:gd name="connsiteY45" fmla="*/ 765399 h 154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02668" h="1544965">
                <a:moveTo>
                  <a:pt x="629240" y="720008"/>
                </a:moveTo>
                <a:cubicBezTo>
                  <a:pt x="705487" y="645319"/>
                  <a:pt x="670884" y="682683"/>
                  <a:pt x="677748" y="661893"/>
                </a:cubicBezTo>
                <a:cubicBezTo>
                  <a:pt x="684612" y="641103"/>
                  <a:pt x="679002" y="618371"/>
                  <a:pt x="670424" y="595267"/>
                </a:cubicBezTo>
                <a:cubicBezTo>
                  <a:pt x="661846" y="572163"/>
                  <a:pt x="651369" y="515172"/>
                  <a:pt x="626279" y="523269"/>
                </a:cubicBezTo>
                <a:cubicBezTo>
                  <a:pt x="601189" y="531366"/>
                  <a:pt x="538688" y="593063"/>
                  <a:pt x="519882" y="643849"/>
                </a:cubicBezTo>
                <a:cubicBezTo>
                  <a:pt x="501076" y="694635"/>
                  <a:pt x="511417" y="810040"/>
                  <a:pt x="512521" y="831835"/>
                </a:cubicBezTo>
                <a:lnTo>
                  <a:pt x="447318" y="893693"/>
                </a:lnTo>
                <a:cubicBezTo>
                  <a:pt x="439161" y="855565"/>
                  <a:pt x="415448" y="684611"/>
                  <a:pt x="463578" y="603068"/>
                </a:cubicBezTo>
                <a:cubicBezTo>
                  <a:pt x="499692" y="526005"/>
                  <a:pt x="583899" y="487454"/>
                  <a:pt x="594071" y="435704"/>
                </a:cubicBezTo>
                <a:cubicBezTo>
                  <a:pt x="609904" y="355153"/>
                  <a:pt x="495117" y="184564"/>
                  <a:pt x="505104" y="112267"/>
                </a:cubicBezTo>
                <a:cubicBezTo>
                  <a:pt x="515091" y="39970"/>
                  <a:pt x="628596" y="6258"/>
                  <a:pt x="653992" y="1921"/>
                </a:cubicBezTo>
                <a:cubicBezTo>
                  <a:pt x="654088" y="27230"/>
                  <a:pt x="654185" y="52540"/>
                  <a:pt x="654281" y="77849"/>
                </a:cubicBezTo>
                <a:cubicBezTo>
                  <a:pt x="622697" y="82098"/>
                  <a:pt x="536738" y="87099"/>
                  <a:pt x="615001" y="252355"/>
                </a:cubicBezTo>
                <a:cubicBezTo>
                  <a:pt x="629002" y="316860"/>
                  <a:pt x="704646" y="532165"/>
                  <a:pt x="738680" y="580298"/>
                </a:cubicBezTo>
                <a:cubicBezTo>
                  <a:pt x="754419" y="631908"/>
                  <a:pt x="815172" y="584333"/>
                  <a:pt x="833722" y="551033"/>
                </a:cubicBezTo>
                <a:cubicBezTo>
                  <a:pt x="836529" y="509060"/>
                  <a:pt x="795337" y="378144"/>
                  <a:pt x="782258" y="333585"/>
                </a:cubicBezTo>
                <a:cubicBezTo>
                  <a:pt x="769179" y="289026"/>
                  <a:pt x="729440" y="52707"/>
                  <a:pt x="654945" y="78182"/>
                </a:cubicBezTo>
                <a:cubicBezTo>
                  <a:pt x="654890" y="52121"/>
                  <a:pt x="654836" y="26061"/>
                  <a:pt x="654781" y="0"/>
                </a:cubicBezTo>
                <a:cubicBezTo>
                  <a:pt x="676654" y="2936"/>
                  <a:pt x="745115" y="9805"/>
                  <a:pt x="786627" y="97174"/>
                </a:cubicBezTo>
                <a:cubicBezTo>
                  <a:pt x="828139" y="184543"/>
                  <a:pt x="863628" y="438689"/>
                  <a:pt x="903856" y="524213"/>
                </a:cubicBezTo>
                <a:cubicBezTo>
                  <a:pt x="966669" y="503546"/>
                  <a:pt x="997402" y="519582"/>
                  <a:pt x="1026709" y="527024"/>
                </a:cubicBezTo>
                <a:cubicBezTo>
                  <a:pt x="1056016" y="534466"/>
                  <a:pt x="1066733" y="549818"/>
                  <a:pt x="1079696" y="568867"/>
                </a:cubicBezTo>
                <a:cubicBezTo>
                  <a:pt x="1108576" y="611764"/>
                  <a:pt x="1111729" y="667969"/>
                  <a:pt x="1080535" y="706287"/>
                </a:cubicBezTo>
                <a:cubicBezTo>
                  <a:pt x="1047931" y="746338"/>
                  <a:pt x="1009726" y="781826"/>
                  <a:pt x="970311" y="823143"/>
                </a:cubicBezTo>
                <a:cubicBezTo>
                  <a:pt x="980894" y="852720"/>
                  <a:pt x="966282" y="880395"/>
                  <a:pt x="940289" y="905045"/>
                </a:cubicBezTo>
                <a:cubicBezTo>
                  <a:pt x="844410" y="995998"/>
                  <a:pt x="740782" y="1096818"/>
                  <a:pt x="652719" y="1177941"/>
                </a:cubicBezTo>
                <a:cubicBezTo>
                  <a:pt x="564656" y="1259064"/>
                  <a:pt x="471712" y="1339925"/>
                  <a:pt x="411910" y="1391781"/>
                </a:cubicBezTo>
                <a:cubicBezTo>
                  <a:pt x="352108" y="1443638"/>
                  <a:pt x="332803" y="1464947"/>
                  <a:pt x="293908" y="1489080"/>
                </a:cubicBezTo>
                <a:cubicBezTo>
                  <a:pt x="255013" y="1513213"/>
                  <a:pt x="227527" y="1565235"/>
                  <a:pt x="178542" y="1536577"/>
                </a:cubicBezTo>
                <a:cubicBezTo>
                  <a:pt x="129557" y="1507919"/>
                  <a:pt x="33646" y="1414081"/>
                  <a:pt x="0" y="1317130"/>
                </a:cubicBezTo>
                <a:cubicBezTo>
                  <a:pt x="4769" y="1307939"/>
                  <a:pt x="129178" y="1195839"/>
                  <a:pt x="165889" y="1161322"/>
                </a:cubicBezTo>
                <a:cubicBezTo>
                  <a:pt x="202600" y="1126805"/>
                  <a:pt x="143039" y="1183580"/>
                  <a:pt x="220264" y="1110028"/>
                </a:cubicBezTo>
                <a:lnTo>
                  <a:pt x="629240" y="720008"/>
                </a:lnTo>
                <a:close/>
                <a:moveTo>
                  <a:pt x="208590" y="1468288"/>
                </a:moveTo>
                <a:cubicBezTo>
                  <a:pt x="414734" y="1293299"/>
                  <a:pt x="691181" y="1051247"/>
                  <a:pt x="876785" y="857804"/>
                </a:cubicBezTo>
                <a:lnTo>
                  <a:pt x="756466" y="696573"/>
                </a:lnTo>
                <a:lnTo>
                  <a:pt x="87611" y="1331983"/>
                </a:lnTo>
                <a:lnTo>
                  <a:pt x="208590" y="1468288"/>
                </a:lnTo>
                <a:close/>
                <a:moveTo>
                  <a:pt x="909456" y="765399"/>
                </a:moveTo>
                <a:cubicBezTo>
                  <a:pt x="931059" y="749069"/>
                  <a:pt x="952014" y="735250"/>
                  <a:pt x="970492" y="718713"/>
                </a:cubicBezTo>
                <a:cubicBezTo>
                  <a:pt x="988923" y="702079"/>
                  <a:pt x="1006040" y="684035"/>
                  <a:pt x="1021670" y="664745"/>
                </a:cubicBezTo>
                <a:cubicBezTo>
                  <a:pt x="1036329" y="646803"/>
                  <a:pt x="1035091" y="625358"/>
                  <a:pt x="1023909" y="606320"/>
                </a:cubicBezTo>
                <a:cubicBezTo>
                  <a:pt x="1012640" y="587162"/>
                  <a:pt x="993419" y="583037"/>
                  <a:pt x="972359" y="586778"/>
                </a:cubicBezTo>
                <a:cubicBezTo>
                  <a:pt x="966197" y="587573"/>
                  <a:pt x="960110" y="588872"/>
                  <a:pt x="954167" y="590659"/>
                </a:cubicBezTo>
                <a:cubicBezTo>
                  <a:pt x="906313" y="607801"/>
                  <a:pt x="862984" y="635573"/>
                  <a:pt x="827408" y="671887"/>
                </a:cubicBezTo>
                <a:lnTo>
                  <a:pt x="909456" y="765399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A2B9C76E-D0E9-7FD8-ECCC-F688C4253B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67100" y="1714500"/>
            <a:ext cx="52578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5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Sahakian, A. (Andre)</dc:creator>
  <cp:lastModifiedBy>Sahakian, A. (Andre)</cp:lastModifiedBy>
  <cp:revision>1</cp:revision>
  <dcterms:created xsi:type="dcterms:W3CDTF">2026-02-24T09:55:58Z</dcterms:created>
  <dcterms:modified xsi:type="dcterms:W3CDTF">2026-02-24T12:44:14Z</dcterms:modified>
</cp:coreProperties>
</file>